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</p:sldMasterIdLst>
  <p:notesMasterIdLst>
    <p:notesMasterId r:id="rId11"/>
  </p:notesMasterIdLst>
  <p:sldIdLst>
    <p:sldId id="256" r:id="rId2"/>
    <p:sldId id="261" r:id="rId3"/>
    <p:sldId id="262" r:id="rId4"/>
    <p:sldId id="299" r:id="rId5"/>
    <p:sldId id="259" r:id="rId6"/>
    <p:sldId id="301" r:id="rId7"/>
    <p:sldId id="302" r:id="rId8"/>
    <p:sldId id="263" r:id="rId9"/>
    <p:sldId id="303" r:id="rId10"/>
  </p:sldIdLst>
  <p:sldSz cx="9144000" cy="5143500" type="screen16x9"/>
  <p:notesSz cx="6858000" cy="9144000"/>
  <p:embeddedFontLst>
    <p:embeddedFont>
      <p:font typeface="Bebas Neue" panose="020B0606020202050201" pitchFamily="34" charset="0"/>
      <p:regular r:id="rId12"/>
    </p:embeddedFont>
    <p:embeddedFont>
      <p:font typeface="DM Sans" pitchFamily="2" charset="0"/>
      <p:regular r:id="rId13"/>
      <p:bold r:id="rId14"/>
      <p:italic r:id="rId15"/>
      <p:boldItalic r:id="rId16"/>
    </p:embeddedFont>
    <p:embeddedFont>
      <p:font typeface="Nunito Light" pitchFamily="2" charset="0"/>
      <p:regular r:id="rId17"/>
      <p:italic r:id="rId18"/>
    </p:embeddedFont>
    <p:embeddedFont>
      <p:font typeface="Poppins" panose="00000500000000000000" pitchFamily="2" charset="0"/>
      <p:regular r:id="rId19"/>
      <p:bold r:id="rId20"/>
      <p:italic r:id="rId21"/>
      <p:boldItalic r:id="rId22"/>
    </p:embeddedFont>
    <p:embeddedFont>
      <p:font typeface="Poppins ExtraBold" panose="00000900000000000000" pitchFamily="2" charset="0"/>
      <p:bold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25586B1-956F-4820-87F9-0A4791377552}">
  <a:tblStyle styleId="{525586B1-956F-4820-87F9-0A479137755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9E4A63BA-A4FE-4041-B614-E440C09F7DC0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10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5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font" Target="fonts/font13.fntdata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3" name="Google Shape;1983;g1d124867081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4" name="Google Shape;1984;g1d124867081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0" name="Google Shape;2470;g217c6b36605_0_4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1" name="Google Shape;2471;g217c6b36605_0_4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7" name="Google Shape;2487;g184d99d1a72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8" name="Google Shape;2488;g184d99d1a72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4">
          <a:extLst>
            <a:ext uri="{FF2B5EF4-FFF2-40B4-BE49-F238E27FC236}">
              <a16:creationId xmlns:a16="http://schemas.microsoft.com/office/drawing/2014/main" id="{4F2BBA0D-0B9F-F6B1-4226-EBAC12FA2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5" name="Google Shape;3165;g18a6d08dc16_0_36:notes">
            <a:extLst>
              <a:ext uri="{FF2B5EF4-FFF2-40B4-BE49-F238E27FC236}">
                <a16:creationId xmlns:a16="http://schemas.microsoft.com/office/drawing/2014/main" id="{F8EC206A-9898-2B2B-9A36-6BB5D1A1E7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6" name="Google Shape;3166;g18a6d08dc16_0_36:notes">
            <a:extLst>
              <a:ext uri="{FF2B5EF4-FFF2-40B4-BE49-F238E27FC236}">
                <a16:creationId xmlns:a16="http://schemas.microsoft.com/office/drawing/2014/main" id="{DA543B64-6A01-0488-1279-37152D5DC9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685968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5" name="Google Shape;2245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6" name="Google Shape;2246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4">
          <a:extLst>
            <a:ext uri="{FF2B5EF4-FFF2-40B4-BE49-F238E27FC236}">
              <a16:creationId xmlns:a16="http://schemas.microsoft.com/office/drawing/2014/main" id="{345AC88F-B566-C874-9209-C85175646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5" name="Google Shape;3165;g18a6d08dc16_0_36:notes">
            <a:extLst>
              <a:ext uri="{FF2B5EF4-FFF2-40B4-BE49-F238E27FC236}">
                <a16:creationId xmlns:a16="http://schemas.microsoft.com/office/drawing/2014/main" id="{6A97C0A9-54C8-96A0-2016-0C0F7A44DC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6" name="Google Shape;3166;g18a6d08dc16_0_36:notes">
            <a:extLst>
              <a:ext uri="{FF2B5EF4-FFF2-40B4-BE49-F238E27FC236}">
                <a16:creationId xmlns:a16="http://schemas.microsoft.com/office/drawing/2014/main" id="{0F61BD31-7265-7995-0A35-14CDDB8260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075994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4">
          <a:extLst>
            <a:ext uri="{FF2B5EF4-FFF2-40B4-BE49-F238E27FC236}">
              <a16:creationId xmlns:a16="http://schemas.microsoft.com/office/drawing/2014/main" id="{12245D77-D8B5-7572-9B7C-624BE502D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5" name="Google Shape;2245;g54dda1946d_6_322:notes">
            <a:extLst>
              <a:ext uri="{FF2B5EF4-FFF2-40B4-BE49-F238E27FC236}">
                <a16:creationId xmlns:a16="http://schemas.microsoft.com/office/drawing/2014/main" id="{67EE9469-7EE5-D84A-9CF4-06AF0E794E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6" name="Google Shape;2246;g54dda1946d_6_322:notes">
            <a:extLst>
              <a:ext uri="{FF2B5EF4-FFF2-40B4-BE49-F238E27FC236}">
                <a16:creationId xmlns:a16="http://schemas.microsoft.com/office/drawing/2014/main" id="{8117D552-1D12-6B0A-57DB-5CA19FC1F0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350897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3" name="Google Shape;2513;g184d99d1a72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4" name="Google Shape;2514;g184d99d1a72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2">
          <a:extLst>
            <a:ext uri="{FF2B5EF4-FFF2-40B4-BE49-F238E27FC236}">
              <a16:creationId xmlns:a16="http://schemas.microsoft.com/office/drawing/2014/main" id="{6DB6B3E7-F43E-0AF4-0847-C223808A0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3" name="Google Shape;1983;g1d124867081_0_1:notes">
            <a:extLst>
              <a:ext uri="{FF2B5EF4-FFF2-40B4-BE49-F238E27FC236}">
                <a16:creationId xmlns:a16="http://schemas.microsoft.com/office/drawing/2014/main" id="{A7DEAF3B-F08A-F0C2-8F80-81F9884AC8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4" name="Google Shape;1984;g1d124867081_0_1:notes">
            <a:extLst>
              <a:ext uri="{FF2B5EF4-FFF2-40B4-BE49-F238E27FC236}">
                <a16:creationId xmlns:a16="http://schemas.microsoft.com/office/drawing/2014/main" id="{5E5FDD72-BFF8-DEDD-FC5C-3211D6F521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121023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1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25" y="781775"/>
            <a:ext cx="4783500" cy="243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3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3225" y="3064025"/>
            <a:ext cx="47835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5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441277" y="4211105"/>
            <a:ext cx="1109095" cy="932250"/>
            <a:chOff x="1507450" y="3919292"/>
            <a:chExt cx="953486" cy="801453"/>
          </a:xfrm>
        </p:grpSpPr>
        <p:grpSp>
          <p:nvGrpSpPr>
            <p:cNvPr id="12" name="Google Shape;12;p2"/>
            <p:cNvGrpSpPr/>
            <p:nvPr/>
          </p:nvGrpSpPr>
          <p:grpSpPr>
            <a:xfrm>
              <a:off x="1806988" y="3919292"/>
              <a:ext cx="441906" cy="801453"/>
              <a:chOff x="3816307" y="2352225"/>
              <a:chExt cx="1213027" cy="2199981"/>
            </a:xfrm>
          </p:grpSpPr>
          <p:sp>
            <p:nvSpPr>
              <p:cNvPr id="13" name="Google Shape;13;p2"/>
              <p:cNvSpPr/>
              <p:nvPr/>
            </p:nvSpPr>
            <p:spPr>
              <a:xfrm>
                <a:off x="3816307" y="2353110"/>
                <a:ext cx="1213027" cy="1210194"/>
              </a:xfrm>
              <a:custGeom>
                <a:avLst/>
                <a:gdLst/>
                <a:ahLst/>
                <a:cxnLst/>
                <a:rect l="l" t="t" r="r" b="b"/>
                <a:pathLst>
                  <a:path w="6852" h="6836" extrusionOk="0">
                    <a:moveTo>
                      <a:pt x="3422" y="1"/>
                    </a:moveTo>
                    <a:cubicBezTo>
                      <a:pt x="1540" y="1"/>
                      <a:pt x="14" y="1519"/>
                      <a:pt x="1" y="3404"/>
                    </a:cubicBezTo>
                    <a:cubicBezTo>
                      <a:pt x="1" y="5299"/>
                      <a:pt x="1524" y="6836"/>
                      <a:pt x="3420" y="6836"/>
                    </a:cubicBezTo>
                    <a:cubicBezTo>
                      <a:pt x="3430" y="6836"/>
                      <a:pt x="3440" y="6836"/>
                      <a:pt x="3450" y="6836"/>
                    </a:cubicBezTo>
                    <a:cubicBezTo>
                      <a:pt x="5316" y="6836"/>
                      <a:pt x="6836" y="5315"/>
                      <a:pt x="6852" y="3433"/>
                    </a:cubicBezTo>
                    <a:cubicBezTo>
                      <a:pt x="6852" y="1540"/>
                      <a:pt x="5326" y="1"/>
                      <a:pt x="3446" y="1"/>
                    </a:cubicBezTo>
                    <a:cubicBezTo>
                      <a:pt x="3438" y="1"/>
                      <a:pt x="3430" y="1"/>
                      <a:pt x="342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14;p2"/>
              <p:cNvSpPr/>
              <p:nvPr/>
            </p:nvSpPr>
            <p:spPr>
              <a:xfrm>
                <a:off x="4199402" y="2832867"/>
                <a:ext cx="361854" cy="1719340"/>
              </a:xfrm>
              <a:custGeom>
                <a:avLst/>
                <a:gdLst/>
                <a:ahLst/>
                <a:cxnLst/>
                <a:rect l="l" t="t" r="r" b="b"/>
                <a:pathLst>
                  <a:path w="2044" h="9712" extrusionOk="0">
                    <a:moveTo>
                      <a:pt x="1187" y="1"/>
                    </a:moveTo>
                    <a:lnTo>
                      <a:pt x="929" y="3420"/>
                    </a:lnTo>
                    <a:lnTo>
                      <a:pt x="14" y="2262"/>
                    </a:lnTo>
                    <a:lnTo>
                      <a:pt x="1" y="2276"/>
                    </a:lnTo>
                    <a:lnTo>
                      <a:pt x="900" y="3815"/>
                    </a:lnTo>
                    <a:lnTo>
                      <a:pt x="736" y="9712"/>
                    </a:lnTo>
                    <a:lnTo>
                      <a:pt x="1635" y="9712"/>
                    </a:lnTo>
                    <a:lnTo>
                      <a:pt x="1364" y="1854"/>
                    </a:lnTo>
                    <a:lnTo>
                      <a:pt x="2044" y="1020"/>
                    </a:lnTo>
                    <a:lnTo>
                      <a:pt x="2031" y="1007"/>
                    </a:lnTo>
                    <a:lnTo>
                      <a:pt x="1351" y="1648"/>
                    </a:lnTo>
                    <a:lnTo>
                      <a:pt x="1240" y="14"/>
                    </a:lnTo>
                    <a:lnTo>
                      <a:pt x="11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>
                <a:off x="4331999" y="2352225"/>
                <a:ext cx="697331" cy="1211079"/>
              </a:xfrm>
              <a:custGeom>
                <a:avLst/>
                <a:gdLst/>
                <a:ahLst/>
                <a:cxnLst/>
                <a:rect l="l" t="t" r="r" b="b"/>
                <a:pathLst>
                  <a:path w="3939" h="6841" extrusionOk="0">
                    <a:moveTo>
                      <a:pt x="383" y="1"/>
                    </a:moveTo>
                    <a:cubicBezTo>
                      <a:pt x="248" y="1"/>
                      <a:pt x="120" y="13"/>
                      <a:pt x="0" y="32"/>
                    </a:cubicBezTo>
                    <a:cubicBezTo>
                      <a:pt x="1651" y="290"/>
                      <a:pt x="2903" y="1722"/>
                      <a:pt x="2903" y="3438"/>
                    </a:cubicBezTo>
                    <a:cubicBezTo>
                      <a:pt x="2890" y="5141"/>
                      <a:pt x="1635" y="6556"/>
                      <a:pt x="0" y="6801"/>
                    </a:cubicBezTo>
                    <a:cubicBezTo>
                      <a:pt x="164" y="6828"/>
                      <a:pt x="327" y="6841"/>
                      <a:pt x="507" y="6841"/>
                    </a:cubicBezTo>
                    <a:cubicBezTo>
                      <a:pt x="517" y="6841"/>
                      <a:pt x="527" y="6841"/>
                      <a:pt x="537" y="6841"/>
                    </a:cubicBezTo>
                    <a:cubicBezTo>
                      <a:pt x="2403" y="6841"/>
                      <a:pt x="3923" y="5320"/>
                      <a:pt x="3939" y="3438"/>
                    </a:cubicBezTo>
                    <a:cubicBezTo>
                      <a:pt x="3939" y="1545"/>
                      <a:pt x="2413" y="6"/>
                      <a:pt x="533" y="6"/>
                    </a:cubicBezTo>
                    <a:cubicBezTo>
                      <a:pt x="482" y="2"/>
                      <a:pt x="432" y="1"/>
                      <a:pt x="383" y="1"/>
                    </a:cubicBezTo>
                    <a:close/>
                  </a:path>
                </a:pathLst>
              </a:custGeom>
              <a:solidFill>
                <a:srgbClr val="473A50">
                  <a:alpha val="434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" name="Google Shape;16;p2"/>
            <p:cNvGrpSpPr/>
            <p:nvPr/>
          </p:nvGrpSpPr>
          <p:grpSpPr>
            <a:xfrm>
              <a:off x="2248899" y="4334549"/>
              <a:ext cx="212037" cy="384777"/>
              <a:chOff x="3816307" y="2352225"/>
              <a:chExt cx="1213027" cy="2199981"/>
            </a:xfrm>
          </p:grpSpPr>
          <p:sp>
            <p:nvSpPr>
              <p:cNvPr id="17" name="Google Shape;17;p2"/>
              <p:cNvSpPr/>
              <p:nvPr/>
            </p:nvSpPr>
            <p:spPr>
              <a:xfrm>
                <a:off x="3816307" y="2353110"/>
                <a:ext cx="1213027" cy="1210194"/>
              </a:xfrm>
              <a:custGeom>
                <a:avLst/>
                <a:gdLst/>
                <a:ahLst/>
                <a:cxnLst/>
                <a:rect l="l" t="t" r="r" b="b"/>
                <a:pathLst>
                  <a:path w="6852" h="6836" extrusionOk="0">
                    <a:moveTo>
                      <a:pt x="3422" y="1"/>
                    </a:moveTo>
                    <a:cubicBezTo>
                      <a:pt x="1540" y="1"/>
                      <a:pt x="14" y="1519"/>
                      <a:pt x="1" y="3404"/>
                    </a:cubicBezTo>
                    <a:cubicBezTo>
                      <a:pt x="1" y="5299"/>
                      <a:pt x="1524" y="6836"/>
                      <a:pt x="3420" y="6836"/>
                    </a:cubicBezTo>
                    <a:cubicBezTo>
                      <a:pt x="3430" y="6836"/>
                      <a:pt x="3440" y="6836"/>
                      <a:pt x="3450" y="6836"/>
                    </a:cubicBezTo>
                    <a:cubicBezTo>
                      <a:pt x="5316" y="6836"/>
                      <a:pt x="6836" y="5315"/>
                      <a:pt x="6852" y="3433"/>
                    </a:cubicBezTo>
                    <a:cubicBezTo>
                      <a:pt x="6852" y="1540"/>
                      <a:pt x="5326" y="1"/>
                      <a:pt x="3446" y="1"/>
                    </a:cubicBezTo>
                    <a:cubicBezTo>
                      <a:pt x="3438" y="1"/>
                      <a:pt x="3430" y="1"/>
                      <a:pt x="342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>
                <a:off x="4199402" y="2832867"/>
                <a:ext cx="361854" cy="1719340"/>
              </a:xfrm>
              <a:custGeom>
                <a:avLst/>
                <a:gdLst/>
                <a:ahLst/>
                <a:cxnLst/>
                <a:rect l="l" t="t" r="r" b="b"/>
                <a:pathLst>
                  <a:path w="2044" h="9712" extrusionOk="0">
                    <a:moveTo>
                      <a:pt x="1187" y="1"/>
                    </a:moveTo>
                    <a:lnTo>
                      <a:pt x="929" y="3420"/>
                    </a:lnTo>
                    <a:lnTo>
                      <a:pt x="14" y="2262"/>
                    </a:lnTo>
                    <a:lnTo>
                      <a:pt x="1" y="2276"/>
                    </a:lnTo>
                    <a:lnTo>
                      <a:pt x="900" y="3815"/>
                    </a:lnTo>
                    <a:lnTo>
                      <a:pt x="736" y="9712"/>
                    </a:lnTo>
                    <a:lnTo>
                      <a:pt x="1635" y="9712"/>
                    </a:lnTo>
                    <a:lnTo>
                      <a:pt x="1364" y="1854"/>
                    </a:lnTo>
                    <a:lnTo>
                      <a:pt x="2044" y="1020"/>
                    </a:lnTo>
                    <a:lnTo>
                      <a:pt x="2031" y="1007"/>
                    </a:lnTo>
                    <a:lnTo>
                      <a:pt x="1351" y="1648"/>
                    </a:lnTo>
                    <a:lnTo>
                      <a:pt x="1240" y="14"/>
                    </a:lnTo>
                    <a:lnTo>
                      <a:pt x="11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>
                <a:off x="4331999" y="2352225"/>
                <a:ext cx="697331" cy="1211079"/>
              </a:xfrm>
              <a:custGeom>
                <a:avLst/>
                <a:gdLst/>
                <a:ahLst/>
                <a:cxnLst/>
                <a:rect l="l" t="t" r="r" b="b"/>
                <a:pathLst>
                  <a:path w="3939" h="6841" extrusionOk="0">
                    <a:moveTo>
                      <a:pt x="383" y="1"/>
                    </a:moveTo>
                    <a:cubicBezTo>
                      <a:pt x="248" y="1"/>
                      <a:pt x="120" y="13"/>
                      <a:pt x="0" y="32"/>
                    </a:cubicBezTo>
                    <a:cubicBezTo>
                      <a:pt x="1651" y="290"/>
                      <a:pt x="2903" y="1722"/>
                      <a:pt x="2903" y="3438"/>
                    </a:cubicBezTo>
                    <a:cubicBezTo>
                      <a:pt x="2890" y="5141"/>
                      <a:pt x="1635" y="6556"/>
                      <a:pt x="0" y="6801"/>
                    </a:cubicBezTo>
                    <a:cubicBezTo>
                      <a:pt x="164" y="6828"/>
                      <a:pt x="327" y="6841"/>
                      <a:pt x="507" y="6841"/>
                    </a:cubicBezTo>
                    <a:cubicBezTo>
                      <a:pt x="517" y="6841"/>
                      <a:pt x="527" y="6841"/>
                      <a:pt x="537" y="6841"/>
                    </a:cubicBezTo>
                    <a:cubicBezTo>
                      <a:pt x="2403" y="6841"/>
                      <a:pt x="3923" y="5320"/>
                      <a:pt x="3939" y="3438"/>
                    </a:cubicBezTo>
                    <a:cubicBezTo>
                      <a:pt x="3939" y="1545"/>
                      <a:pt x="2413" y="6"/>
                      <a:pt x="533" y="6"/>
                    </a:cubicBezTo>
                    <a:cubicBezTo>
                      <a:pt x="482" y="2"/>
                      <a:pt x="432" y="1"/>
                      <a:pt x="383" y="1"/>
                    </a:cubicBezTo>
                    <a:close/>
                  </a:path>
                </a:pathLst>
              </a:custGeom>
              <a:solidFill>
                <a:srgbClr val="473A50">
                  <a:alpha val="434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" name="Google Shape;20;p2"/>
            <p:cNvGrpSpPr/>
            <p:nvPr/>
          </p:nvGrpSpPr>
          <p:grpSpPr>
            <a:xfrm>
              <a:off x="1507450" y="4205080"/>
              <a:ext cx="212025" cy="514245"/>
              <a:chOff x="3816313" y="1611982"/>
              <a:chExt cx="1212958" cy="2940225"/>
            </a:xfrm>
          </p:grpSpPr>
          <p:sp>
            <p:nvSpPr>
              <p:cNvPr id="21" name="Google Shape;21;p2"/>
              <p:cNvSpPr/>
              <p:nvPr/>
            </p:nvSpPr>
            <p:spPr>
              <a:xfrm>
                <a:off x="3816313" y="1613408"/>
                <a:ext cx="1212958" cy="1949969"/>
              </a:xfrm>
              <a:custGeom>
                <a:avLst/>
                <a:gdLst/>
                <a:ahLst/>
                <a:cxnLst/>
                <a:rect l="l" t="t" r="r" b="b"/>
                <a:pathLst>
                  <a:path w="6852" h="6836" extrusionOk="0">
                    <a:moveTo>
                      <a:pt x="3422" y="1"/>
                    </a:moveTo>
                    <a:cubicBezTo>
                      <a:pt x="1540" y="1"/>
                      <a:pt x="14" y="1519"/>
                      <a:pt x="1" y="3404"/>
                    </a:cubicBezTo>
                    <a:cubicBezTo>
                      <a:pt x="1" y="5299"/>
                      <a:pt x="1524" y="6836"/>
                      <a:pt x="3420" y="6836"/>
                    </a:cubicBezTo>
                    <a:cubicBezTo>
                      <a:pt x="3430" y="6836"/>
                      <a:pt x="3440" y="6836"/>
                      <a:pt x="3450" y="6836"/>
                    </a:cubicBezTo>
                    <a:cubicBezTo>
                      <a:pt x="5316" y="6836"/>
                      <a:pt x="6836" y="5315"/>
                      <a:pt x="6852" y="3433"/>
                    </a:cubicBezTo>
                    <a:cubicBezTo>
                      <a:pt x="6852" y="1540"/>
                      <a:pt x="5326" y="1"/>
                      <a:pt x="3446" y="1"/>
                    </a:cubicBezTo>
                    <a:cubicBezTo>
                      <a:pt x="3438" y="1"/>
                      <a:pt x="3430" y="1"/>
                      <a:pt x="342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4199464" y="2602232"/>
                <a:ext cx="351972" cy="1949975"/>
              </a:xfrm>
              <a:custGeom>
                <a:avLst/>
                <a:gdLst/>
                <a:ahLst/>
                <a:cxnLst/>
                <a:rect l="l" t="t" r="r" b="b"/>
                <a:pathLst>
                  <a:path w="2044" h="9712" extrusionOk="0">
                    <a:moveTo>
                      <a:pt x="1187" y="1"/>
                    </a:moveTo>
                    <a:lnTo>
                      <a:pt x="929" y="3420"/>
                    </a:lnTo>
                    <a:lnTo>
                      <a:pt x="14" y="2262"/>
                    </a:lnTo>
                    <a:lnTo>
                      <a:pt x="1" y="2276"/>
                    </a:lnTo>
                    <a:lnTo>
                      <a:pt x="900" y="3815"/>
                    </a:lnTo>
                    <a:lnTo>
                      <a:pt x="736" y="9712"/>
                    </a:lnTo>
                    <a:lnTo>
                      <a:pt x="1635" y="9712"/>
                    </a:lnTo>
                    <a:lnTo>
                      <a:pt x="1364" y="1854"/>
                    </a:lnTo>
                    <a:lnTo>
                      <a:pt x="2044" y="1020"/>
                    </a:lnTo>
                    <a:lnTo>
                      <a:pt x="2031" y="1007"/>
                    </a:lnTo>
                    <a:lnTo>
                      <a:pt x="1351" y="1648"/>
                    </a:lnTo>
                    <a:lnTo>
                      <a:pt x="1240" y="14"/>
                    </a:lnTo>
                    <a:lnTo>
                      <a:pt x="11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4331976" y="1611982"/>
                <a:ext cx="697292" cy="1951395"/>
              </a:xfrm>
              <a:custGeom>
                <a:avLst/>
                <a:gdLst/>
                <a:ahLst/>
                <a:cxnLst/>
                <a:rect l="l" t="t" r="r" b="b"/>
                <a:pathLst>
                  <a:path w="3939" h="6841" extrusionOk="0">
                    <a:moveTo>
                      <a:pt x="383" y="1"/>
                    </a:moveTo>
                    <a:cubicBezTo>
                      <a:pt x="248" y="1"/>
                      <a:pt x="120" y="13"/>
                      <a:pt x="0" y="32"/>
                    </a:cubicBezTo>
                    <a:cubicBezTo>
                      <a:pt x="1651" y="290"/>
                      <a:pt x="2903" y="1722"/>
                      <a:pt x="2903" y="3438"/>
                    </a:cubicBezTo>
                    <a:cubicBezTo>
                      <a:pt x="2890" y="5141"/>
                      <a:pt x="1635" y="6556"/>
                      <a:pt x="0" y="6801"/>
                    </a:cubicBezTo>
                    <a:cubicBezTo>
                      <a:pt x="164" y="6828"/>
                      <a:pt x="327" y="6841"/>
                      <a:pt x="507" y="6841"/>
                    </a:cubicBezTo>
                    <a:cubicBezTo>
                      <a:pt x="517" y="6841"/>
                      <a:pt x="527" y="6841"/>
                      <a:pt x="537" y="6841"/>
                    </a:cubicBezTo>
                    <a:cubicBezTo>
                      <a:pt x="2403" y="6841"/>
                      <a:pt x="3923" y="5320"/>
                      <a:pt x="3939" y="3438"/>
                    </a:cubicBezTo>
                    <a:cubicBezTo>
                      <a:pt x="3939" y="1545"/>
                      <a:pt x="2413" y="6"/>
                      <a:pt x="533" y="6"/>
                    </a:cubicBezTo>
                    <a:cubicBezTo>
                      <a:pt x="482" y="2"/>
                      <a:pt x="432" y="1"/>
                      <a:pt x="383" y="1"/>
                    </a:cubicBezTo>
                    <a:close/>
                  </a:path>
                </a:pathLst>
              </a:custGeom>
              <a:solidFill>
                <a:srgbClr val="473A50">
                  <a:alpha val="434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"/>
          <p:cNvSpPr/>
          <p:nvPr/>
        </p:nvSpPr>
        <p:spPr>
          <a:xfrm>
            <a:off x="-1338551" y="3533300"/>
            <a:ext cx="2989500" cy="2989500"/>
          </a:xfrm>
          <a:prstGeom prst="ellipse">
            <a:avLst/>
          </a:prstGeom>
          <a:solidFill>
            <a:srgbClr val="897FBB">
              <a:alpha val="291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5"/>
          <p:cNvSpPr txBox="1">
            <a:spLocks noGrp="1"/>
          </p:cNvSpPr>
          <p:nvPr>
            <p:ph type="title"/>
          </p:nvPr>
        </p:nvSpPr>
        <p:spPr>
          <a:xfrm>
            <a:off x="720000" y="3688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5"/>
          <p:cNvSpPr txBox="1">
            <a:spLocks noGrp="1"/>
          </p:cNvSpPr>
          <p:nvPr>
            <p:ph type="subTitle" idx="1"/>
          </p:nvPr>
        </p:nvSpPr>
        <p:spPr>
          <a:xfrm>
            <a:off x="4677978" y="2617764"/>
            <a:ext cx="3025200" cy="129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5"/>
          <p:cNvSpPr txBox="1">
            <a:spLocks noGrp="1"/>
          </p:cNvSpPr>
          <p:nvPr>
            <p:ph type="subTitle" idx="2"/>
          </p:nvPr>
        </p:nvSpPr>
        <p:spPr>
          <a:xfrm>
            <a:off x="1440822" y="2617762"/>
            <a:ext cx="3026700" cy="129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5"/>
          <p:cNvSpPr txBox="1">
            <a:spLocks noGrp="1"/>
          </p:cNvSpPr>
          <p:nvPr>
            <p:ph type="subTitle" idx="3"/>
          </p:nvPr>
        </p:nvSpPr>
        <p:spPr>
          <a:xfrm>
            <a:off x="1440822" y="2237427"/>
            <a:ext cx="30267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20" name="Google Shape;120;p5"/>
          <p:cNvSpPr txBox="1">
            <a:spLocks noGrp="1"/>
          </p:cNvSpPr>
          <p:nvPr>
            <p:ph type="subTitle" idx="4"/>
          </p:nvPr>
        </p:nvSpPr>
        <p:spPr>
          <a:xfrm>
            <a:off x="4677978" y="2237438"/>
            <a:ext cx="30252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121" name="Google Shape;121;p5"/>
          <p:cNvGrpSpPr/>
          <p:nvPr/>
        </p:nvGrpSpPr>
        <p:grpSpPr>
          <a:xfrm rot="-5400000">
            <a:off x="5770006" y="-1428521"/>
            <a:ext cx="6382937" cy="1623549"/>
            <a:chOff x="713181" y="3935229"/>
            <a:chExt cx="6382937" cy="1623549"/>
          </a:xfrm>
        </p:grpSpPr>
        <p:sp>
          <p:nvSpPr>
            <p:cNvPr id="122" name="Google Shape;122;p5"/>
            <p:cNvSpPr/>
            <p:nvPr/>
          </p:nvSpPr>
          <p:spPr>
            <a:xfrm rot="5400000" flipH="1">
              <a:off x="3092875" y="1555535"/>
              <a:ext cx="1623549" cy="6382937"/>
            </a:xfrm>
            <a:custGeom>
              <a:avLst/>
              <a:gdLst/>
              <a:ahLst/>
              <a:cxnLst/>
              <a:rect l="l" t="t" r="r" b="b"/>
              <a:pathLst>
                <a:path w="12220" h="44059" extrusionOk="0">
                  <a:moveTo>
                    <a:pt x="9359" y="0"/>
                  </a:moveTo>
                  <a:lnTo>
                    <a:pt x="9359" y="18593"/>
                  </a:lnTo>
                  <a:lnTo>
                    <a:pt x="9359" y="27156"/>
                  </a:lnTo>
                  <a:cubicBezTo>
                    <a:pt x="9359" y="27621"/>
                    <a:pt x="9003" y="28003"/>
                    <a:pt x="8568" y="28055"/>
                  </a:cubicBezTo>
                  <a:lnTo>
                    <a:pt x="8444" y="28055"/>
                  </a:lnTo>
                  <a:cubicBezTo>
                    <a:pt x="7940" y="28055"/>
                    <a:pt x="7532" y="27647"/>
                    <a:pt x="7532" y="27156"/>
                  </a:cubicBezTo>
                  <a:lnTo>
                    <a:pt x="7532" y="18168"/>
                  </a:lnTo>
                  <a:cubicBezTo>
                    <a:pt x="7532" y="16099"/>
                    <a:pt x="5845" y="14409"/>
                    <a:pt x="3773" y="14409"/>
                  </a:cubicBezTo>
                  <a:cubicBezTo>
                    <a:pt x="1704" y="14409"/>
                    <a:pt x="1" y="16099"/>
                    <a:pt x="1" y="18168"/>
                  </a:cubicBezTo>
                  <a:lnTo>
                    <a:pt x="1" y="30141"/>
                  </a:lnTo>
                  <a:lnTo>
                    <a:pt x="1" y="44059"/>
                  </a:lnTo>
                  <a:lnTo>
                    <a:pt x="2861" y="44059"/>
                  </a:lnTo>
                  <a:lnTo>
                    <a:pt x="2861" y="29065"/>
                  </a:lnTo>
                  <a:lnTo>
                    <a:pt x="2861" y="18168"/>
                  </a:lnTo>
                  <a:cubicBezTo>
                    <a:pt x="2861" y="17677"/>
                    <a:pt x="3270" y="17269"/>
                    <a:pt x="3773" y="17269"/>
                  </a:cubicBezTo>
                  <a:cubicBezTo>
                    <a:pt x="4276" y="17269"/>
                    <a:pt x="4685" y="17677"/>
                    <a:pt x="4685" y="18168"/>
                  </a:cubicBezTo>
                  <a:lnTo>
                    <a:pt x="4685" y="27156"/>
                  </a:lnTo>
                  <a:cubicBezTo>
                    <a:pt x="4685" y="29186"/>
                    <a:pt x="6306" y="30863"/>
                    <a:pt x="8336" y="30915"/>
                  </a:cubicBezTo>
                  <a:cubicBezTo>
                    <a:pt x="8378" y="30915"/>
                    <a:pt x="8405" y="30932"/>
                    <a:pt x="8444" y="30932"/>
                  </a:cubicBezTo>
                  <a:cubicBezTo>
                    <a:pt x="10529" y="30932"/>
                    <a:pt x="12219" y="29229"/>
                    <a:pt x="12219" y="27156"/>
                  </a:cubicBezTo>
                  <a:lnTo>
                    <a:pt x="12219" y="18619"/>
                  </a:lnTo>
                  <a:lnTo>
                    <a:pt x="1221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dist="57150" dir="6300000" algn="bl" rotWithShape="0">
                <a:schemeClr val="dk1">
                  <a:alpha val="3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3" name="Google Shape;123;p5"/>
            <p:cNvGrpSpPr/>
            <p:nvPr/>
          </p:nvGrpSpPr>
          <p:grpSpPr>
            <a:xfrm rot="5400000" flipH="1">
              <a:off x="3392071" y="1847512"/>
              <a:ext cx="1257637" cy="5799004"/>
              <a:chOff x="3563222" y="101822"/>
              <a:chExt cx="1212180" cy="5125965"/>
            </a:xfrm>
          </p:grpSpPr>
          <p:sp>
            <p:nvSpPr>
              <p:cNvPr id="124" name="Google Shape;124;p5"/>
              <p:cNvSpPr/>
              <p:nvPr/>
            </p:nvSpPr>
            <p:spPr>
              <a:xfrm>
                <a:off x="3563222" y="4946702"/>
                <a:ext cx="13830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36" extrusionOk="0">
                    <a:moveTo>
                      <a:pt x="0" y="1"/>
                    </a:moveTo>
                    <a:lnTo>
                      <a:pt x="0" y="436"/>
                    </a:lnTo>
                    <a:lnTo>
                      <a:pt x="108" y="436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Google Shape;125;p5"/>
              <p:cNvSpPr/>
              <p:nvPr/>
            </p:nvSpPr>
            <p:spPr>
              <a:xfrm>
                <a:off x="3563222" y="5060160"/>
                <a:ext cx="13830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36" extrusionOk="0">
                    <a:moveTo>
                      <a:pt x="0" y="1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Google Shape;126;p5"/>
              <p:cNvSpPr/>
              <p:nvPr/>
            </p:nvSpPr>
            <p:spPr>
              <a:xfrm>
                <a:off x="3563222" y="4833244"/>
                <a:ext cx="13830" cy="58010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53" extrusionOk="0">
                    <a:moveTo>
                      <a:pt x="0" y="1"/>
                    </a:moveTo>
                    <a:lnTo>
                      <a:pt x="0" y="452"/>
                    </a:lnTo>
                    <a:lnTo>
                      <a:pt x="108" y="452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Google Shape;127;p5"/>
              <p:cNvSpPr/>
              <p:nvPr/>
            </p:nvSpPr>
            <p:spPr>
              <a:xfrm>
                <a:off x="3563222" y="5171569"/>
                <a:ext cx="13830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39" extrusionOk="0">
                    <a:moveTo>
                      <a:pt x="0" y="0"/>
                    </a:moveTo>
                    <a:lnTo>
                      <a:pt x="0" y="438"/>
                    </a:lnTo>
                    <a:lnTo>
                      <a:pt x="108" y="438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Google Shape;128;p5"/>
              <p:cNvSpPr/>
              <p:nvPr/>
            </p:nvSpPr>
            <p:spPr>
              <a:xfrm>
                <a:off x="3563222" y="4043522"/>
                <a:ext cx="13830" cy="55705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35" extrusionOk="0">
                    <a:moveTo>
                      <a:pt x="0" y="0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Google Shape;129;p5"/>
              <p:cNvSpPr/>
              <p:nvPr/>
            </p:nvSpPr>
            <p:spPr>
              <a:xfrm>
                <a:off x="3563222" y="4154802"/>
                <a:ext cx="13830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52" extrusionOk="0">
                    <a:moveTo>
                      <a:pt x="0" y="0"/>
                    </a:moveTo>
                    <a:lnTo>
                      <a:pt x="0" y="452"/>
                    </a:lnTo>
                    <a:lnTo>
                      <a:pt x="108" y="452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Google Shape;130;p5"/>
              <p:cNvSpPr/>
              <p:nvPr/>
            </p:nvSpPr>
            <p:spPr>
              <a:xfrm>
                <a:off x="3563222" y="3818271"/>
                <a:ext cx="13830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36" extrusionOk="0">
                    <a:moveTo>
                      <a:pt x="0" y="0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" name="Google Shape;131;p5"/>
              <p:cNvSpPr/>
              <p:nvPr/>
            </p:nvSpPr>
            <p:spPr>
              <a:xfrm>
                <a:off x="3563222" y="3930064"/>
                <a:ext cx="13830" cy="55705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35" extrusionOk="0">
                    <a:moveTo>
                      <a:pt x="0" y="0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Google Shape;132;p5"/>
              <p:cNvSpPr/>
              <p:nvPr/>
            </p:nvSpPr>
            <p:spPr>
              <a:xfrm>
                <a:off x="3563222" y="4268260"/>
                <a:ext cx="13830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36" extrusionOk="0">
                    <a:moveTo>
                      <a:pt x="0" y="0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Google Shape;133;p5"/>
              <p:cNvSpPr/>
              <p:nvPr/>
            </p:nvSpPr>
            <p:spPr>
              <a:xfrm>
                <a:off x="3563222" y="4380053"/>
                <a:ext cx="13830" cy="57370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48" extrusionOk="0">
                    <a:moveTo>
                      <a:pt x="0" y="0"/>
                    </a:moveTo>
                    <a:lnTo>
                      <a:pt x="0" y="448"/>
                    </a:lnTo>
                    <a:lnTo>
                      <a:pt x="108" y="448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Google Shape;134;p5"/>
              <p:cNvSpPr/>
              <p:nvPr/>
            </p:nvSpPr>
            <p:spPr>
              <a:xfrm>
                <a:off x="3563222" y="4493383"/>
                <a:ext cx="13830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36" extrusionOk="0">
                    <a:moveTo>
                      <a:pt x="0" y="1"/>
                    </a:moveTo>
                    <a:lnTo>
                      <a:pt x="0" y="436"/>
                    </a:lnTo>
                    <a:lnTo>
                      <a:pt x="108" y="436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Google Shape;135;p5"/>
              <p:cNvSpPr/>
              <p:nvPr/>
            </p:nvSpPr>
            <p:spPr>
              <a:xfrm>
                <a:off x="3563222" y="4718250"/>
                <a:ext cx="13830" cy="59547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65" extrusionOk="0">
                    <a:moveTo>
                      <a:pt x="0" y="0"/>
                    </a:moveTo>
                    <a:lnTo>
                      <a:pt x="0" y="26"/>
                    </a:lnTo>
                    <a:lnTo>
                      <a:pt x="0" y="435"/>
                    </a:lnTo>
                    <a:lnTo>
                      <a:pt x="0" y="464"/>
                    </a:lnTo>
                    <a:lnTo>
                      <a:pt x="108" y="464"/>
                    </a:lnTo>
                    <a:lnTo>
                      <a:pt x="108" y="435"/>
                    </a:lnTo>
                    <a:lnTo>
                      <a:pt x="108" y="26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Google Shape;136;p5"/>
              <p:cNvSpPr/>
              <p:nvPr/>
            </p:nvSpPr>
            <p:spPr>
              <a:xfrm>
                <a:off x="3563222" y="4606457"/>
                <a:ext cx="13830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39" extrusionOk="0">
                    <a:moveTo>
                      <a:pt x="0" y="0"/>
                    </a:moveTo>
                    <a:lnTo>
                      <a:pt x="0" y="438"/>
                    </a:lnTo>
                    <a:lnTo>
                      <a:pt x="108" y="438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Google Shape;137;p5"/>
              <p:cNvSpPr/>
              <p:nvPr/>
            </p:nvSpPr>
            <p:spPr>
              <a:xfrm>
                <a:off x="3746086" y="1978230"/>
                <a:ext cx="57882" cy="31502"/>
              </a:xfrm>
              <a:custGeom>
                <a:avLst/>
                <a:gdLst/>
                <a:ahLst/>
                <a:cxnLst/>
                <a:rect l="l" t="t" r="r" b="b"/>
                <a:pathLst>
                  <a:path w="452" h="246" extrusionOk="0">
                    <a:moveTo>
                      <a:pt x="438" y="0"/>
                    </a:moveTo>
                    <a:cubicBezTo>
                      <a:pt x="288" y="43"/>
                      <a:pt x="138" y="82"/>
                      <a:pt x="0" y="151"/>
                    </a:cubicBezTo>
                    <a:lnTo>
                      <a:pt x="43" y="246"/>
                    </a:lnTo>
                    <a:cubicBezTo>
                      <a:pt x="180" y="193"/>
                      <a:pt x="314" y="151"/>
                      <a:pt x="451" y="112"/>
                    </a:cubicBezTo>
                    <a:lnTo>
                      <a:pt x="43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Google Shape;138;p5"/>
              <p:cNvSpPr/>
              <p:nvPr/>
            </p:nvSpPr>
            <p:spPr>
              <a:xfrm>
                <a:off x="3563222" y="2663843"/>
                <a:ext cx="13830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36" extrusionOk="0">
                    <a:moveTo>
                      <a:pt x="0" y="1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Google Shape;139;p5"/>
              <p:cNvSpPr/>
              <p:nvPr/>
            </p:nvSpPr>
            <p:spPr>
              <a:xfrm>
                <a:off x="3563222" y="2777301"/>
                <a:ext cx="13830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36" extrusionOk="0">
                    <a:moveTo>
                      <a:pt x="0" y="0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Google Shape;140;p5"/>
              <p:cNvSpPr/>
              <p:nvPr/>
            </p:nvSpPr>
            <p:spPr>
              <a:xfrm>
                <a:off x="3563222" y="2438721"/>
                <a:ext cx="13830" cy="56089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38" extrusionOk="0">
                    <a:moveTo>
                      <a:pt x="0" y="0"/>
                    </a:moveTo>
                    <a:lnTo>
                      <a:pt x="0" y="438"/>
                    </a:lnTo>
                    <a:lnTo>
                      <a:pt x="108" y="438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Google Shape;141;p5"/>
              <p:cNvSpPr/>
              <p:nvPr/>
            </p:nvSpPr>
            <p:spPr>
              <a:xfrm>
                <a:off x="3587424" y="2107567"/>
                <a:ext cx="40338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315" h="436" extrusionOk="0">
                    <a:moveTo>
                      <a:pt x="220" y="1"/>
                    </a:moveTo>
                    <a:cubicBezTo>
                      <a:pt x="138" y="121"/>
                      <a:pt x="69" y="259"/>
                      <a:pt x="1" y="393"/>
                    </a:cubicBezTo>
                    <a:lnTo>
                      <a:pt x="112" y="435"/>
                    </a:lnTo>
                    <a:cubicBezTo>
                      <a:pt x="164" y="298"/>
                      <a:pt x="233" y="177"/>
                      <a:pt x="314" y="53"/>
                    </a:cubicBezTo>
                    <a:lnTo>
                      <a:pt x="22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Google Shape;142;p5"/>
              <p:cNvSpPr/>
              <p:nvPr/>
            </p:nvSpPr>
            <p:spPr>
              <a:xfrm>
                <a:off x="3563222" y="2325263"/>
                <a:ext cx="13830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52" extrusionOk="0">
                    <a:moveTo>
                      <a:pt x="0" y="0"/>
                    </a:moveTo>
                    <a:lnTo>
                      <a:pt x="0" y="451"/>
                    </a:lnTo>
                    <a:lnTo>
                      <a:pt x="108" y="451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Google Shape;143;p5"/>
              <p:cNvSpPr/>
              <p:nvPr/>
            </p:nvSpPr>
            <p:spPr>
              <a:xfrm>
                <a:off x="3651837" y="2025483"/>
                <a:ext cx="52504" cy="46997"/>
              </a:xfrm>
              <a:custGeom>
                <a:avLst/>
                <a:gdLst/>
                <a:ahLst/>
                <a:cxnLst/>
                <a:rect l="l" t="t" r="r" b="b"/>
                <a:pathLst>
                  <a:path w="410" h="367" extrusionOk="0">
                    <a:moveTo>
                      <a:pt x="344" y="1"/>
                    </a:moveTo>
                    <a:cubicBezTo>
                      <a:pt x="220" y="83"/>
                      <a:pt x="112" y="177"/>
                      <a:pt x="1" y="285"/>
                    </a:cubicBezTo>
                    <a:lnTo>
                      <a:pt x="83" y="367"/>
                    </a:lnTo>
                    <a:cubicBezTo>
                      <a:pt x="181" y="259"/>
                      <a:pt x="289" y="177"/>
                      <a:pt x="410" y="96"/>
                    </a:cubicBezTo>
                    <a:lnTo>
                      <a:pt x="344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" name="Google Shape;144;p5"/>
              <p:cNvSpPr/>
              <p:nvPr/>
            </p:nvSpPr>
            <p:spPr>
              <a:xfrm>
                <a:off x="3563222" y="2212189"/>
                <a:ext cx="21001" cy="57498"/>
              </a:xfrm>
              <a:custGeom>
                <a:avLst/>
                <a:gdLst/>
                <a:ahLst/>
                <a:cxnLst/>
                <a:rect l="l" t="t" r="r" b="b"/>
                <a:pathLst>
                  <a:path w="164" h="449" extrusionOk="0">
                    <a:moveTo>
                      <a:pt x="56" y="1"/>
                    </a:moveTo>
                    <a:cubicBezTo>
                      <a:pt x="26" y="148"/>
                      <a:pt x="13" y="298"/>
                      <a:pt x="0" y="448"/>
                    </a:cubicBezTo>
                    <a:lnTo>
                      <a:pt x="121" y="448"/>
                    </a:lnTo>
                    <a:cubicBezTo>
                      <a:pt x="121" y="311"/>
                      <a:pt x="137" y="164"/>
                      <a:pt x="163" y="27"/>
                    </a:cubicBezTo>
                    <a:lnTo>
                      <a:pt x="5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Google Shape;145;p5"/>
              <p:cNvSpPr/>
              <p:nvPr/>
            </p:nvSpPr>
            <p:spPr>
              <a:xfrm>
                <a:off x="3563222" y="2550386"/>
                <a:ext cx="13830" cy="57498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49" extrusionOk="0">
                    <a:moveTo>
                      <a:pt x="0" y="1"/>
                    </a:moveTo>
                    <a:lnTo>
                      <a:pt x="0" y="449"/>
                    </a:lnTo>
                    <a:lnTo>
                      <a:pt x="108" y="449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46;p5"/>
              <p:cNvSpPr/>
              <p:nvPr/>
            </p:nvSpPr>
            <p:spPr>
              <a:xfrm>
                <a:off x="3563222" y="3452030"/>
                <a:ext cx="13830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36" extrusionOk="0">
                    <a:moveTo>
                      <a:pt x="0" y="0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Google Shape;147;p5"/>
              <p:cNvSpPr/>
              <p:nvPr/>
            </p:nvSpPr>
            <p:spPr>
              <a:xfrm>
                <a:off x="3563222" y="3565488"/>
                <a:ext cx="13830" cy="55705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35" extrusionOk="0">
                    <a:moveTo>
                      <a:pt x="0" y="0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Google Shape;148;p5"/>
              <p:cNvSpPr/>
              <p:nvPr/>
            </p:nvSpPr>
            <p:spPr>
              <a:xfrm>
                <a:off x="3563222" y="2888582"/>
                <a:ext cx="13830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39" extrusionOk="0">
                    <a:moveTo>
                      <a:pt x="0" y="1"/>
                    </a:moveTo>
                    <a:lnTo>
                      <a:pt x="0" y="439"/>
                    </a:lnTo>
                    <a:lnTo>
                      <a:pt x="108" y="439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Google Shape;149;p5"/>
              <p:cNvSpPr/>
              <p:nvPr/>
            </p:nvSpPr>
            <p:spPr>
              <a:xfrm>
                <a:off x="3563222" y="3790226"/>
                <a:ext cx="13830" cy="19337"/>
              </a:xfrm>
              <a:custGeom>
                <a:avLst/>
                <a:gdLst/>
                <a:ahLst/>
                <a:cxnLst/>
                <a:rect l="l" t="t" r="r" b="b"/>
                <a:pathLst>
                  <a:path w="108" h="151" extrusionOk="0">
                    <a:moveTo>
                      <a:pt x="0" y="0"/>
                    </a:moveTo>
                    <a:lnTo>
                      <a:pt x="0" y="151"/>
                    </a:lnTo>
                    <a:lnTo>
                      <a:pt x="108" y="151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Google Shape;150;p5"/>
              <p:cNvSpPr/>
              <p:nvPr/>
            </p:nvSpPr>
            <p:spPr>
              <a:xfrm>
                <a:off x="3563222" y="3677153"/>
                <a:ext cx="13830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36" extrusionOk="0">
                    <a:moveTo>
                      <a:pt x="0" y="1"/>
                    </a:moveTo>
                    <a:lnTo>
                      <a:pt x="0" y="436"/>
                    </a:lnTo>
                    <a:lnTo>
                      <a:pt x="108" y="436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51;p5"/>
              <p:cNvSpPr/>
              <p:nvPr/>
            </p:nvSpPr>
            <p:spPr>
              <a:xfrm>
                <a:off x="3563222" y="3002040"/>
                <a:ext cx="13830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36" extrusionOk="0">
                    <a:moveTo>
                      <a:pt x="0" y="1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Google Shape;152;p5"/>
              <p:cNvSpPr/>
              <p:nvPr/>
            </p:nvSpPr>
            <p:spPr>
              <a:xfrm>
                <a:off x="3563222" y="3113833"/>
                <a:ext cx="13830" cy="57498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49" extrusionOk="0">
                    <a:moveTo>
                      <a:pt x="0" y="0"/>
                    </a:moveTo>
                    <a:lnTo>
                      <a:pt x="0" y="448"/>
                    </a:lnTo>
                    <a:lnTo>
                      <a:pt x="108" y="448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Google Shape;153;p5"/>
              <p:cNvSpPr/>
              <p:nvPr/>
            </p:nvSpPr>
            <p:spPr>
              <a:xfrm>
                <a:off x="3563222" y="3338572"/>
                <a:ext cx="13830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52" extrusionOk="0">
                    <a:moveTo>
                      <a:pt x="0" y="1"/>
                    </a:moveTo>
                    <a:lnTo>
                      <a:pt x="0" y="452"/>
                    </a:lnTo>
                    <a:lnTo>
                      <a:pt x="108" y="452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Google Shape;154;p5"/>
              <p:cNvSpPr/>
              <p:nvPr/>
            </p:nvSpPr>
            <p:spPr>
              <a:xfrm>
                <a:off x="3563222" y="3227291"/>
                <a:ext cx="13830" cy="55705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35" extrusionOk="0">
                    <a:moveTo>
                      <a:pt x="0" y="0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Google Shape;155;p5"/>
              <p:cNvSpPr/>
              <p:nvPr/>
            </p:nvSpPr>
            <p:spPr>
              <a:xfrm>
                <a:off x="4161244" y="2921749"/>
                <a:ext cx="16135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26" h="439" extrusionOk="0">
                    <a:moveTo>
                      <a:pt x="1" y="0"/>
                    </a:moveTo>
                    <a:lnTo>
                      <a:pt x="1" y="438"/>
                    </a:lnTo>
                    <a:lnTo>
                      <a:pt x="125" y="438"/>
                    </a:lnTo>
                    <a:lnTo>
                      <a:pt x="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Google Shape;156;p5"/>
              <p:cNvSpPr/>
              <p:nvPr/>
            </p:nvSpPr>
            <p:spPr>
              <a:xfrm>
                <a:off x="4161244" y="2358685"/>
                <a:ext cx="16135" cy="57498"/>
              </a:xfrm>
              <a:custGeom>
                <a:avLst/>
                <a:gdLst/>
                <a:ahLst/>
                <a:cxnLst/>
                <a:rect l="l" t="t" r="r" b="b"/>
                <a:pathLst>
                  <a:path w="126" h="449" extrusionOk="0">
                    <a:moveTo>
                      <a:pt x="1" y="1"/>
                    </a:moveTo>
                    <a:lnTo>
                      <a:pt x="1" y="449"/>
                    </a:lnTo>
                    <a:lnTo>
                      <a:pt x="125" y="449"/>
                    </a:lnTo>
                    <a:lnTo>
                      <a:pt x="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Google Shape;157;p5"/>
              <p:cNvSpPr/>
              <p:nvPr/>
            </p:nvSpPr>
            <p:spPr>
              <a:xfrm>
                <a:off x="4161244" y="2471759"/>
                <a:ext cx="16135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26" h="439" extrusionOk="0">
                    <a:moveTo>
                      <a:pt x="1" y="0"/>
                    </a:moveTo>
                    <a:lnTo>
                      <a:pt x="1" y="438"/>
                    </a:lnTo>
                    <a:lnTo>
                      <a:pt x="125" y="438"/>
                    </a:lnTo>
                    <a:lnTo>
                      <a:pt x="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Google Shape;158;p5"/>
              <p:cNvSpPr/>
              <p:nvPr/>
            </p:nvSpPr>
            <p:spPr>
              <a:xfrm>
                <a:off x="4161244" y="2583424"/>
                <a:ext cx="16135" cy="58010"/>
              </a:xfrm>
              <a:custGeom>
                <a:avLst/>
                <a:gdLst/>
                <a:ahLst/>
                <a:cxnLst/>
                <a:rect l="l" t="t" r="r" b="b"/>
                <a:pathLst>
                  <a:path w="126" h="453" extrusionOk="0">
                    <a:moveTo>
                      <a:pt x="1" y="1"/>
                    </a:moveTo>
                    <a:lnTo>
                      <a:pt x="1" y="452"/>
                    </a:lnTo>
                    <a:lnTo>
                      <a:pt x="125" y="452"/>
                    </a:lnTo>
                    <a:lnTo>
                      <a:pt x="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Google Shape;159;p5"/>
              <p:cNvSpPr/>
              <p:nvPr/>
            </p:nvSpPr>
            <p:spPr>
              <a:xfrm>
                <a:off x="4161244" y="3373787"/>
                <a:ext cx="16135" cy="55705"/>
              </a:xfrm>
              <a:custGeom>
                <a:avLst/>
                <a:gdLst/>
                <a:ahLst/>
                <a:cxnLst/>
                <a:rect l="l" t="t" r="r" b="b"/>
                <a:pathLst>
                  <a:path w="126" h="435" extrusionOk="0">
                    <a:moveTo>
                      <a:pt x="1" y="0"/>
                    </a:moveTo>
                    <a:lnTo>
                      <a:pt x="1" y="422"/>
                    </a:lnTo>
                    <a:lnTo>
                      <a:pt x="1" y="435"/>
                    </a:lnTo>
                    <a:lnTo>
                      <a:pt x="125" y="435"/>
                    </a:lnTo>
                    <a:lnTo>
                      <a:pt x="125" y="422"/>
                    </a:lnTo>
                    <a:lnTo>
                      <a:pt x="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Google Shape;160;p5"/>
              <p:cNvSpPr/>
              <p:nvPr/>
            </p:nvSpPr>
            <p:spPr>
              <a:xfrm>
                <a:off x="4393154" y="3710319"/>
                <a:ext cx="57882" cy="22666"/>
              </a:xfrm>
              <a:custGeom>
                <a:avLst/>
                <a:gdLst/>
                <a:ahLst/>
                <a:cxnLst/>
                <a:rect l="l" t="t" r="r" b="b"/>
                <a:pathLst>
                  <a:path w="452" h="177" extrusionOk="0">
                    <a:moveTo>
                      <a:pt x="30" y="0"/>
                    </a:moveTo>
                    <a:lnTo>
                      <a:pt x="1" y="108"/>
                    </a:lnTo>
                    <a:cubicBezTo>
                      <a:pt x="138" y="151"/>
                      <a:pt x="288" y="177"/>
                      <a:pt x="439" y="177"/>
                    </a:cubicBezTo>
                    <a:lnTo>
                      <a:pt x="452" y="69"/>
                    </a:lnTo>
                    <a:cubicBezTo>
                      <a:pt x="301" y="52"/>
                      <a:pt x="164" y="39"/>
                      <a:pt x="3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Google Shape;161;p5"/>
              <p:cNvSpPr/>
              <p:nvPr/>
            </p:nvSpPr>
            <p:spPr>
              <a:xfrm>
                <a:off x="4161244" y="2696882"/>
                <a:ext cx="16135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26" h="436" extrusionOk="0">
                    <a:moveTo>
                      <a:pt x="1" y="1"/>
                    </a:moveTo>
                    <a:lnTo>
                      <a:pt x="1" y="435"/>
                    </a:lnTo>
                    <a:lnTo>
                      <a:pt x="125" y="435"/>
                    </a:lnTo>
                    <a:lnTo>
                      <a:pt x="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Google Shape;162;p5"/>
              <p:cNvSpPr/>
              <p:nvPr/>
            </p:nvSpPr>
            <p:spPr>
              <a:xfrm>
                <a:off x="4168415" y="3483403"/>
                <a:ext cx="29837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233" h="452" extrusionOk="0">
                    <a:moveTo>
                      <a:pt x="108" y="1"/>
                    </a:moveTo>
                    <a:lnTo>
                      <a:pt x="0" y="27"/>
                    </a:lnTo>
                    <a:cubicBezTo>
                      <a:pt x="27" y="164"/>
                      <a:pt x="69" y="314"/>
                      <a:pt x="121" y="452"/>
                    </a:cubicBezTo>
                    <a:lnTo>
                      <a:pt x="233" y="409"/>
                    </a:lnTo>
                    <a:cubicBezTo>
                      <a:pt x="177" y="288"/>
                      <a:pt x="134" y="138"/>
                      <a:pt x="10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Google Shape;163;p5"/>
              <p:cNvSpPr/>
              <p:nvPr/>
            </p:nvSpPr>
            <p:spPr>
              <a:xfrm>
                <a:off x="4288532" y="3664603"/>
                <a:ext cx="56217" cy="40338"/>
              </a:xfrm>
              <a:custGeom>
                <a:avLst/>
                <a:gdLst/>
                <a:ahLst/>
                <a:cxnLst/>
                <a:rect l="l" t="t" r="r" b="b"/>
                <a:pathLst>
                  <a:path w="439" h="315" extrusionOk="0">
                    <a:moveTo>
                      <a:pt x="69" y="1"/>
                    </a:moveTo>
                    <a:lnTo>
                      <a:pt x="1" y="83"/>
                    </a:lnTo>
                    <a:cubicBezTo>
                      <a:pt x="125" y="181"/>
                      <a:pt x="259" y="246"/>
                      <a:pt x="396" y="315"/>
                    </a:cubicBezTo>
                    <a:lnTo>
                      <a:pt x="439" y="220"/>
                    </a:lnTo>
                    <a:cubicBezTo>
                      <a:pt x="314" y="151"/>
                      <a:pt x="193" y="83"/>
                      <a:pt x="6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Google Shape;164;p5"/>
              <p:cNvSpPr/>
              <p:nvPr/>
            </p:nvSpPr>
            <p:spPr>
              <a:xfrm>
                <a:off x="4210290" y="3584696"/>
                <a:ext cx="45332" cy="54168"/>
              </a:xfrm>
              <a:custGeom>
                <a:avLst/>
                <a:gdLst/>
                <a:ahLst/>
                <a:cxnLst/>
                <a:rect l="l" t="t" r="r" b="b"/>
                <a:pathLst>
                  <a:path w="354" h="423" extrusionOk="0">
                    <a:moveTo>
                      <a:pt x="95" y="1"/>
                    </a:moveTo>
                    <a:lnTo>
                      <a:pt x="0" y="69"/>
                    </a:lnTo>
                    <a:cubicBezTo>
                      <a:pt x="82" y="190"/>
                      <a:pt x="177" y="314"/>
                      <a:pt x="285" y="422"/>
                    </a:cubicBezTo>
                    <a:lnTo>
                      <a:pt x="353" y="341"/>
                    </a:lnTo>
                    <a:cubicBezTo>
                      <a:pt x="259" y="233"/>
                      <a:pt x="177" y="122"/>
                      <a:pt x="9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Google Shape;165;p5"/>
              <p:cNvSpPr/>
              <p:nvPr/>
            </p:nvSpPr>
            <p:spPr>
              <a:xfrm>
                <a:off x="3857879" y="1971571"/>
                <a:ext cx="57882" cy="17288"/>
              </a:xfrm>
              <a:custGeom>
                <a:avLst/>
                <a:gdLst/>
                <a:ahLst/>
                <a:cxnLst/>
                <a:rect l="l" t="t" r="r" b="b"/>
                <a:pathLst>
                  <a:path w="452" h="135" extrusionOk="0">
                    <a:moveTo>
                      <a:pt x="0" y="0"/>
                    </a:moveTo>
                    <a:lnTo>
                      <a:pt x="13" y="108"/>
                    </a:lnTo>
                    <a:lnTo>
                      <a:pt x="95" y="108"/>
                    </a:lnTo>
                    <a:cubicBezTo>
                      <a:pt x="206" y="108"/>
                      <a:pt x="327" y="121"/>
                      <a:pt x="435" y="134"/>
                    </a:cubicBezTo>
                    <a:lnTo>
                      <a:pt x="451" y="26"/>
                    </a:lnTo>
                    <a:cubicBezTo>
                      <a:pt x="340" y="13"/>
                      <a:pt x="219" y="0"/>
                      <a:pt x="9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Google Shape;166;p5"/>
              <p:cNvSpPr/>
              <p:nvPr/>
            </p:nvSpPr>
            <p:spPr>
              <a:xfrm>
                <a:off x="4161244" y="2245228"/>
                <a:ext cx="16135" cy="57498"/>
              </a:xfrm>
              <a:custGeom>
                <a:avLst/>
                <a:gdLst/>
                <a:ahLst/>
                <a:cxnLst/>
                <a:rect l="l" t="t" r="r" b="b"/>
                <a:pathLst>
                  <a:path w="126" h="449" extrusionOk="0">
                    <a:moveTo>
                      <a:pt x="109" y="1"/>
                    </a:moveTo>
                    <a:lnTo>
                      <a:pt x="1" y="14"/>
                    </a:lnTo>
                    <a:lnTo>
                      <a:pt x="1" y="259"/>
                    </a:lnTo>
                    <a:lnTo>
                      <a:pt x="1" y="449"/>
                    </a:lnTo>
                    <a:lnTo>
                      <a:pt x="125" y="449"/>
                    </a:lnTo>
                    <a:lnTo>
                      <a:pt x="125" y="259"/>
                    </a:lnTo>
                    <a:cubicBezTo>
                      <a:pt x="125" y="164"/>
                      <a:pt x="109" y="83"/>
                      <a:pt x="10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67;p5"/>
              <p:cNvSpPr/>
              <p:nvPr/>
            </p:nvSpPr>
            <p:spPr>
              <a:xfrm>
                <a:off x="4129870" y="2135227"/>
                <a:ext cx="33167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259" h="452" extrusionOk="0">
                    <a:moveTo>
                      <a:pt x="96" y="0"/>
                    </a:moveTo>
                    <a:lnTo>
                      <a:pt x="1" y="56"/>
                    </a:lnTo>
                    <a:cubicBezTo>
                      <a:pt x="56" y="177"/>
                      <a:pt x="109" y="314"/>
                      <a:pt x="151" y="451"/>
                    </a:cubicBezTo>
                    <a:lnTo>
                      <a:pt x="259" y="422"/>
                    </a:lnTo>
                    <a:cubicBezTo>
                      <a:pt x="220" y="275"/>
                      <a:pt x="164" y="138"/>
                      <a:pt x="9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168;p5"/>
              <p:cNvSpPr/>
              <p:nvPr/>
            </p:nvSpPr>
            <p:spPr>
              <a:xfrm>
                <a:off x="4062129" y="2046484"/>
                <a:ext cx="48662" cy="50711"/>
              </a:xfrm>
              <a:custGeom>
                <a:avLst/>
                <a:gdLst/>
                <a:ahLst/>
                <a:cxnLst/>
                <a:rect l="l" t="t" r="r" b="b"/>
                <a:pathLst>
                  <a:path w="380" h="396" extrusionOk="0">
                    <a:moveTo>
                      <a:pt x="66" y="0"/>
                    </a:moveTo>
                    <a:lnTo>
                      <a:pt x="0" y="82"/>
                    </a:lnTo>
                    <a:cubicBezTo>
                      <a:pt x="108" y="177"/>
                      <a:pt x="203" y="285"/>
                      <a:pt x="285" y="396"/>
                    </a:cubicBezTo>
                    <a:lnTo>
                      <a:pt x="379" y="327"/>
                    </a:lnTo>
                    <a:cubicBezTo>
                      <a:pt x="285" y="203"/>
                      <a:pt x="177" y="95"/>
                      <a:pt x="6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Google Shape;169;p5"/>
              <p:cNvSpPr/>
              <p:nvPr/>
            </p:nvSpPr>
            <p:spPr>
              <a:xfrm>
                <a:off x="3965830" y="1988731"/>
                <a:ext cx="57882" cy="36881"/>
              </a:xfrm>
              <a:custGeom>
                <a:avLst/>
                <a:gdLst/>
                <a:ahLst/>
                <a:cxnLst/>
                <a:rect l="l" t="t" r="r" b="b"/>
                <a:pathLst>
                  <a:path w="452" h="288" extrusionOk="0">
                    <a:moveTo>
                      <a:pt x="43" y="0"/>
                    </a:moveTo>
                    <a:lnTo>
                      <a:pt x="0" y="95"/>
                    </a:lnTo>
                    <a:cubicBezTo>
                      <a:pt x="138" y="151"/>
                      <a:pt x="275" y="206"/>
                      <a:pt x="396" y="288"/>
                    </a:cubicBezTo>
                    <a:lnTo>
                      <a:pt x="452" y="193"/>
                    </a:lnTo>
                    <a:cubicBezTo>
                      <a:pt x="327" y="111"/>
                      <a:pt x="193" y="56"/>
                      <a:pt x="4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" name="Google Shape;170;p5"/>
              <p:cNvSpPr/>
              <p:nvPr/>
            </p:nvSpPr>
            <p:spPr>
              <a:xfrm>
                <a:off x="4161244" y="3260329"/>
                <a:ext cx="16135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26" h="436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25" y="435"/>
                    </a:lnTo>
                    <a:lnTo>
                      <a:pt x="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Google Shape;171;p5"/>
              <p:cNvSpPr/>
              <p:nvPr/>
            </p:nvSpPr>
            <p:spPr>
              <a:xfrm>
                <a:off x="4161244" y="3035079"/>
                <a:ext cx="16135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26" h="439" extrusionOk="0">
                    <a:moveTo>
                      <a:pt x="1" y="1"/>
                    </a:moveTo>
                    <a:lnTo>
                      <a:pt x="1" y="439"/>
                    </a:lnTo>
                    <a:lnTo>
                      <a:pt x="125" y="439"/>
                    </a:lnTo>
                    <a:lnTo>
                      <a:pt x="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Google Shape;172;p5"/>
              <p:cNvSpPr/>
              <p:nvPr/>
            </p:nvSpPr>
            <p:spPr>
              <a:xfrm>
                <a:off x="4161244" y="2810340"/>
                <a:ext cx="16135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26" h="436" extrusionOk="0">
                    <a:moveTo>
                      <a:pt x="1" y="1"/>
                    </a:moveTo>
                    <a:lnTo>
                      <a:pt x="1" y="435"/>
                    </a:lnTo>
                    <a:lnTo>
                      <a:pt x="125" y="435"/>
                    </a:lnTo>
                    <a:lnTo>
                      <a:pt x="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Google Shape;173;p5"/>
              <p:cNvSpPr/>
              <p:nvPr/>
            </p:nvSpPr>
            <p:spPr>
              <a:xfrm>
                <a:off x="4161244" y="3146872"/>
                <a:ext cx="16135" cy="57498"/>
              </a:xfrm>
              <a:custGeom>
                <a:avLst/>
                <a:gdLst/>
                <a:ahLst/>
                <a:cxnLst/>
                <a:rect l="l" t="t" r="r" b="b"/>
                <a:pathLst>
                  <a:path w="126" h="449" extrusionOk="0">
                    <a:moveTo>
                      <a:pt x="1" y="1"/>
                    </a:moveTo>
                    <a:lnTo>
                      <a:pt x="1" y="448"/>
                    </a:lnTo>
                    <a:lnTo>
                      <a:pt x="125" y="448"/>
                    </a:lnTo>
                    <a:lnTo>
                      <a:pt x="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Google Shape;174;p5"/>
              <p:cNvSpPr/>
              <p:nvPr/>
            </p:nvSpPr>
            <p:spPr>
              <a:xfrm>
                <a:off x="4761060" y="1231918"/>
                <a:ext cx="14342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6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12" y="435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Google Shape;175;p5"/>
              <p:cNvSpPr/>
              <p:nvPr/>
            </p:nvSpPr>
            <p:spPr>
              <a:xfrm>
                <a:off x="4761060" y="1343711"/>
                <a:ext cx="14342" cy="57498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49" extrusionOk="0">
                    <a:moveTo>
                      <a:pt x="1" y="0"/>
                    </a:moveTo>
                    <a:lnTo>
                      <a:pt x="1" y="448"/>
                    </a:lnTo>
                    <a:lnTo>
                      <a:pt x="112" y="448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Google Shape;176;p5"/>
              <p:cNvSpPr/>
              <p:nvPr/>
            </p:nvSpPr>
            <p:spPr>
              <a:xfrm>
                <a:off x="4761060" y="1003338"/>
                <a:ext cx="14342" cy="59547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65" extrusionOk="0">
                    <a:moveTo>
                      <a:pt x="1" y="1"/>
                    </a:moveTo>
                    <a:lnTo>
                      <a:pt x="1" y="27"/>
                    </a:lnTo>
                    <a:lnTo>
                      <a:pt x="1" y="436"/>
                    </a:lnTo>
                    <a:lnTo>
                      <a:pt x="1" y="465"/>
                    </a:lnTo>
                    <a:lnTo>
                      <a:pt x="112" y="465"/>
                    </a:lnTo>
                    <a:lnTo>
                      <a:pt x="112" y="436"/>
                    </a:lnTo>
                    <a:lnTo>
                      <a:pt x="112" y="27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Google Shape;177;p5"/>
              <p:cNvSpPr/>
              <p:nvPr/>
            </p:nvSpPr>
            <p:spPr>
              <a:xfrm>
                <a:off x="4761060" y="1118460"/>
                <a:ext cx="14342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52" extrusionOk="0">
                    <a:moveTo>
                      <a:pt x="1" y="1"/>
                    </a:moveTo>
                    <a:lnTo>
                      <a:pt x="1" y="452"/>
                    </a:lnTo>
                    <a:lnTo>
                      <a:pt x="112" y="452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" name="Google Shape;178;p5"/>
              <p:cNvSpPr/>
              <p:nvPr/>
            </p:nvSpPr>
            <p:spPr>
              <a:xfrm>
                <a:off x="4761060" y="2020105"/>
                <a:ext cx="14342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9" extrusionOk="0">
                    <a:moveTo>
                      <a:pt x="1" y="0"/>
                    </a:moveTo>
                    <a:lnTo>
                      <a:pt x="1" y="438"/>
                    </a:lnTo>
                    <a:lnTo>
                      <a:pt x="112" y="438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" name="Google Shape;179;p5"/>
              <p:cNvSpPr/>
              <p:nvPr/>
            </p:nvSpPr>
            <p:spPr>
              <a:xfrm>
                <a:off x="4761060" y="2131898"/>
                <a:ext cx="14342" cy="5737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48" extrusionOk="0">
                    <a:moveTo>
                      <a:pt x="1" y="0"/>
                    </a:moveTo>
                    <a:lnTo>
                      <a:pt x="1" y="448"/>
                    </a:lnTo>
                    <a:lnTo>
                      <a:pt x="112" y="448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Google Shape;180;p5"/>
              <p:cNvSpPr/>
              <p:nvPr/>
            </p:nvSpPr>
            <p:spPr>
              <a:xfrm>
                <a:off x="4761060" y="1456657"/>
                <a:ext cx="14342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9" extrusionOk="0">
                    <a:moveTo>
                      <a:pt x="1" y="1"/>
                    </a:moveTo>
                    <a:lnTo>
                      <a:pt x="1" y="439"/>
                    </a:lnTo>
                    <a:lnTo>
                      <a:pt x="112" y="439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Google Shape;181;p5"/>
              <p:cNvSpPr/>
              <p:nvPr/>
            </p:nvSpPr>
            <p:spPr>
              <a:xfrm>
                <a:off x="4761060" y="2245228"/>
                <a:ext cx="14342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6" extrusionOk="0">
                    <a:moveTo>
                      <a:pt x="1" y="1"/>
                    </a:moveTo>
                    <a:lnTo>
                      <a:pt x="1" y="436"/>
                    </a:lnTo>
                    <a:lnTo>
                      <a:pt x="112" y="436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Google Shape;182;p5"/>
              <p:cNvSpPr/>
              <p:nvPr/>
            </p:nvSpPr>
            <p:spPr>
              <a:xfrm>
                <a:off x="4761060" y="1570115"/>
                <a:ext cx="14342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9" extrusionOk="0">
                    <a:moveTo>
                      <a:pt x="1" y="1"/>
                    </a:moveTo>
                    <a:lnTo>
                      <a:pt x="1" y="439"/>
                    </a:lnTo>
                    <a:lnTo>
                      <a:pt x="112" y="439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Google Shape;183;p5"/>
              <p:cNvSpPr/>
              <p:nvPr/>
            </p:nvSpPr>
            <p:spPr>
              <a:xfrm>
                <a:off x="4761060" y="1681908"/>
                <a:ext cx="14342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6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12" y="435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Google Shape;184;p5"/>
              <p:cNvSpPr/>
              <p:nvPr/>
            </p:nvSpPr>
            <p:spPr>
              <a:xfrm>
                <a:off x="4761060" y="1906647"/>
                <a:ext cx="14342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52" extrusionOk="0">
                    <a:moveTo>
                      <a:pt x="1" y="1"/>
                    </a:moveTo>
                    <a:lnTo>
                      <a:pt x="1" y="452"/>
                    </a:lnTo>
                    <a:lnTo>
                      <a:pt x="112" y="452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Google Shape;185;p5"/>
              <p:cNvSpPr/>
              <p:nvPr/>
            </p:nvSpPr>
            <p:spPr>
              <a:xfrm>
                <a:off x="4761060" y="1795366"/>
                <a:ext cx="14342" cy="55705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5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12" y="435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Google Shape;186;p5"/>
              <p:cNvSpPr/>
              <p:nvPr/>
            </p:nvSpPr>
            <p:spPr>
              <a:xfrm>
                <a:off x="4761060" y="328609"/>
                <a:ext cx="14342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6" extrusionOk="0">
                    <a:moveTo>
                      <a:pt x="1" y="1"/>
                    </a:moveTo>
                    <a:lnTo>
                      <a:pt x="1" y="435"/>
                    </a:lnTo>
                    <a:lnTo>
                      <a:pt x="112" y="435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Google Shape;187;p5"/>
              <p:cNvSpPr/>
              <p:nvPr/>
            </p:nvSpPr>
            <p:spPr>
              <a:xfrm>
                <a:off x="4761060" y="440018"/>
                <a:ext cx="14342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9" extrusionOk="0">
                    <a:moveTo>
                      <a:pt x="1" y="0"/>
                    </a:moveTo>
                    <a:lnTo>
                      <a:pt x="1" y="438"/>
                    </a:lnTo>
                    <a:lnTo>
                      <a:pt x="112" y="438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Google Shape;188;p5"/>
              <p:cNvSpPr/>
              <p:nvPr/>
            </p:nvSpPr>
            <p:spPr>
              <a:xfrm>
                <a:off x="4761060" y="101822"/>
                <a:ext cx="14342" cy="5737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48" extrusionOk="0">
                    <a:moveTo>
                      <a:pt x="1" y="0"/>
                    </a:moveTo>
                    <a:lnTo>
                      <a:pt x="1" y="448"/>
                    </a:lnTo>
                    <a:lnTo>
                      <a:pt x="112" y="448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Google Shape;189;p5"/>
              <p:cNvSpPr/>
              <p:nvPr/>
            </p:nvSpPr>
            <p:spPr>
              <a:xfrm>
                <a:off x="4761060" y="215152"/>
                <a:ext cx="14342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6" extrusionOk="0">
                    <a:moveTo>
                      <a:pt x="1" y="1"/>
                    </a:moveTo>
                    <a:lnTo>
                      <a:pt x="1" y="436"/>
                    </a:lnTo>
                    <a:lnTo>
                      <a:pt x="112" y="436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Google Shape;190;p5"/>
              <p:cNvSpPr/>
              <p:nvPr/>
            </p:nvSpPr>
            <p:spPr>
              <a:xfrm>
                <a:off x="4761060" y="553476"/>
                <a:ext cx="14342" cy="55705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5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12" y="435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Google Shape;191;p5"/>
              <p:cNvSpPr/>
              <p:nvPr/>
            </p:nvSpPr>
            <p:spPr>
              <a:xfrm>
                <a:off x="4761060" y="665141"/>
                <a:ext cx="14342" cy="57498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49" extrusionOk="0">
                    <a:moveTo>
                      <a:pt x="1" y="1"/>
                    </a:moveTo>
                    <a:lnTo>
                      <a:pt x="1" y="449"/>
                    </a:lnTo>
                    <a:lnTo>
                      <a:pt x="112" y="449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Google Shape;192;p5"/>
              <p:cNvSpPr/>
              <p:nvPr/>
            </p:nvSpPr>
            <p:spPr>
              <a:xfrm>
                <a:off x="4761060" y="778599"/>
                <a:ext cx="14342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6" extrusionOk="0">
                    <a:moveTo>
                      <a:pt x="1" y="1"/>
                    </a:moveTo>
                    <a:lnTo>
                      <a:pt x="1" y="435"/>
                    </a:lnTo>
                    <a:lnTo>
                      <a:pt x="112" y="435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Google Shape;193;p5"/>
              <p:cNvSpPr/>
              <p:nvPr/>
            </p:nvSpPr>
            <p:spPr>
              <a:xfrm>
                <a:off x="4761060" y="889880"/>
                <a:ext cx="14342" cy="5801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53" extrusionOk="0">
                    <a:moveTo>
                      <a:pt x="1" y="1"/>
                    </a:moveTo>
                    <a:lnTo>
                      <a:pt x="1" y="452"/>
                    </a:lnTo>
                    <a:lnTo>
                      <a:pt x="112" y="452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Google Shape;194;p5"/>
              <p:cNvSpPr/>
              <p:nvPr/>
            </p:nvSpPr>
            <p:spPr>
              <a:xfrm>
                <a:off x="4761060" y="2921749"/>
                <a:ext cx="14342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9" extrusionOk="0">
                    <a:moveTo>
                      <a:pt x="1" y="0"/>
                    </a:moveTo>
                    <a:lnTo>
                      <a:pt x="1" y="438"/>
                    </a:lnTo>
                    <a:lnTo>
                      <a:pt x="112" y="438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Google Shape;195;p5"/>
              <p:cNvSpPr/>
              <p:nvPr/>
            </p:nvSpPr>
            <p:spPr>
              <a:xfrm>
                <a:off x="4761060" y="2358685"/>
                <a:ext cx="14342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6" extrusionOk="0">
                    <a:moveTo>
                      <a:pt x="1" y="1"/>
                    </a:moveTo>
                    <a:lnTo>
                      <a:pt x="1" y="435"/>
                    </a:lnTo>
                    <a:lnTo>
                      <a:pt x="112" y="435"/>
                    </a:lnTo>
                    <a:lnTo>
                      <a:pt x="112" y="148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Google Shape;196;p5"/>
              <p:cNvSpPr/>
              <p:nvPr/>
            </p:nvSpPr>
            <p:spPr>
              <a:xfrm>
                <a:off x="4761060" y="2470094"/>
                <a:ext cx="14342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52" extrusionOk="0">
                    <a:moveTo>
                      <a:pt x="1" y="0"/>
                    </a:moveTo>
                    <a:lnTo>
                      <a:pt x="1" y="451"/>
                    </a:lnTo>
                    <a:lnTo>
                      <a:pt x="112" y="451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Google Shape;197;p5"/>
              <p:cNvSpPr/>
              <p:nvPr/>
            </p:nvSpPr>
            <p:spPr>
              <a:xfrm>
                <a:off x="4761060" y="2583424"/>
                <a:ext cx="14342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6" extrusionOk="0">
                    <a:moveTo>
                      <a:pt x="1" y="1"/>
                    </a:moveTo>
                    <a:lnTo>
                      <a:pt x="1" y="436"/>
                    </a:lnTo>
                    <a:lnTo>
                      <a:pt x="112" y="436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" name="Google Shape;198;p5"/>
              <p:cNvSpPr/>
              <p:nvPr/>
            </p:nvSpPr>
            <p:spPr>
              <a:xfrm>
                <a:off x="4761060" y="3368281"/>
                <a:ext cx="14342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6" extrusionOk="0">
                    <a:moveTo>
                      <a:pt x="1" y="1"/>
                    </a:moveTo>
                    <a:lnTo>
                      <a:pt x="1" y="422"/>
                    </a:lnTo>
                    <a:lnTo>
                      <a:pt x="1" y="435"/>
                    </a:lnTo>
                    <a:lnTo>
                      <a:pt x="112" y="435"/>
                    </a:lnTo>
                    <a:lnTo>
                      <a:pt x="112" y="422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Google Shape;199;p5"/>
              <p:cNvSpPr/>
              <p:nvPr/>
            </p:nvSpPr>
            <p:spPr>
              <a:xfrm>
                <a:off x="4485739" y="3710319"/>
                <a:ext cx="59547" cy="22666"/>
              </a:xfrm>
              <a:custGeom>
                <a:avLst/>
                <a:gdLst/>
                <a:ahLst/>
                <a:cxnLst/>
                <a:rect l="l" t="t" r="r" b="b"/>
                <a:pathLst>
                  <a:path w="465" h="177" extrusionOk="0">
                    <a:moveTo>
                      <a:pt x="435" y="0"/>
                    </a:moveTo>
                    <a:cubicBezTo>
                      <a:pt x="288" y="26"/>
                      <a:pt x="150" y="52"/>
                      <a:pt x="0" y="69"/>
                    </a:cubicBezTo>
                    <a:lnTo>
                      <a:pt x="13" y="177"/>
                    </a:lnTo>
                    <a:cubicBezTo>
                      <a:pt x="163" y="164"/>
                      <a:pt x="314" y="134"/>
                      <a:pt x="464" y="108"/>
                    </a:cubicBezTo>
                    <a:lnTo>
                      <a:pt x="43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Google Shape;200;p5"/>
              <p:cNvSpPr/>
              <p:nvPr/>
            </p:nvSpPr>
            <p:spPr>
              <a:xfrm>
                <a:off x="4761060" y="2696882"/>
                <a:ext cx="14342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6" extrusionOk="0">
                    <a:moveTo>
                      <a:pt x="1" y="1"/>
                    </a:moveTo>
                    <a:lnTo>
                      <a:pt x="1" y="435"/>
                    </a:lnTo>
                    <a:lnTo>
                      <a:pt x="112" y="435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201;p5"/>
              <p:cNvSpPr/>
              <p:nvPr/>
            </p:nvSpPr>
            <p:spPr>
              <a:xfrm>
                <a:off x="4740187" y="3480074"/>
                <a:ext cx="29837" cy="57498"/>
              </a:xfrm>
              <a:custGeom>
                <a:avLst/>
                <a:gdLst/>
                <a:ahLst/>
                <a:cxnLst/>
                <a:rect l="l" t="t" r="r" b="b"/>
                <a:pathLst>
                  <a:path w="233" h="449" extrusionOk="0">
                    <a:moveTo>
                      <a:pt x="125" y="0"/>
                    </a:moveTo>
                    <a:cubicBezTo>
                      <a:pt x="98" y="134"/>
                      <a:pt x="56" y="272"/>
                      <a:pt x="0" y="409"/>
                    </a:cubicBezTo>
                    <a:lnTo>
                      <a:pt x="98" y="448"/>
                    </a:lnTo>
                    <a:cubicBezTo>
                      <a:pt x="151" y="314"/>
                      <a:pt x="206" y="164"/>
                      <a:pt x="232" y="13"/>
                    </a:cubicBezTo>
                    <a:lnTo>
                      <a:pt x="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Google Shape;202;p5"/>
              <p:cNvSpPr/>
              <p:nvPr/>
            </p:nvSpPr>
            <p:spPr>
              <a:xfrm>
                <a:off x="4592025" y="3662938"/>
                <a:ext cx="56217" cy="42003"/>
              </a:xfrm>
              <a:custGeom>
                <a:avLst/>
                <a:gdLst/>
                <a:ahLst/>
                <a:cxnLst/>
                <a:rect l="l" t="t" r="r" b="b"/>
                <a:pathLst>
                  <a:path w="439" h="328" extrusionOk="0">
                    <a:moveTo>
                      <a:pt x="370" y="1"/>
                    </a:moveTo>
                    <a:cubicBezTo>
                      <a:pt x="259" y="83"/>
                      <a:pt x="138" y="164"/>
                      <a:pt x="0" y="220"/>
                    </a:cubicBezTo>
                    <a:lnTo>
                      <a:pt x="56" y="328"/>
                    </a:lnTo>
                    <a:cubicBezTo>
                      <a:pt x="193" y="259"/>
                      <a:pt x="314" y="177"/>
                      <a:pt x="438" y="96"/>
                    </a:cubicBezTo>
                    <a:lnTo>
                      <a:pt x="37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Google Shape;203;p5"/>
              <p:cNvSpPr/>
              <p:nvPr/>
            </p:nvSpPr>
            <p:spPr>
              <a:xfrm>
                <a:off x="4681153" y="3580982"/>
                <a:ext cx="45332" cy="52376"/>
              </a:xfrm>
              <a:custGeom>
                <a:avLst/>
                <a:gdLst/>
                <a:ahLst/>
                <a:cxnLst/>
                <a:rect l="l" t="t" r="r" b="b"/>
                <a:pathLst>
                  <a:path w="354" h="409" extrusionOk="0">
                    <a:moveTo>
                      <a:pt x="259" y="0"/>
                    </a:moveTo>
                    <a:cubicBezTo>
                      <a:pt x="190" y="124"/>
                      <a:pt x="95" y="232"/>
                      <a:pt x="1" y="343"/>
                    </a:cubicBezTo>
                    <a:lnTo>
                      <a:pt x="82" y="409"/>
                    </a:lnTo>
                    <a:cubicBezTo>
                      <a:pt x="177" y="301"/>
                      <a:pt x="272" y="180"/>
                      <a:pt x="354" y="56"/>
                    </a:cubicBezTo>
                    <a:lnTo>
                      <a:pt x="25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Google Shape;204;p5"/>
              <p:cNvSpPr/>
              <p:nvPr/>
            </p:nvSpPr>
            <p:spPr>
              <a:xfrm>
                <a:off x="4761060" y="3260329"/>
                <a:ext cx="14342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6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12" y="435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5"/>
              <p:cNvSpPr/>
              <p:nvPr/>
            </p:nvSpPr>
            <p:spPr>
              <a:xfrm>
                <a:off x="4761060" y="3035079"/>
                <a:ext cx="14342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9" extrusionOk="0">
                    <a:moveTo>
                      <a:pt x="1" y="1"/>
                    </a:moveTo>
                    <a:lnTo>
                      <a:pt x="1" y="439"/>
                    </a:lnTo>
                    <a:lnTo>
                      <a:pt x="112" y="439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Google Shape;206;p5"/>
              <p:cNvSpPr/>
              <p:nvPr/>
            </p:nvSpPr>
            <p:spPr>
              <a:xfrm>
                <a:off x="4761060" y="2808675"/>
                <a:ext cx="14342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6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12" y="435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Google Shape;207;p5"/>
              <p:cNvSpPr/>
              <p:nvPr/>
            </p:nvSpPr>
            <p:spPr>
              <a:xfrm>
                <a:off x="4761060" y="3146872"/>
                <a:ext cx="14342" cy="57498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49" extrusionOk="0">
                    <a:moveTo>
                      <a:pt x="1" y="1"/>
                    </a:moveTo>
                    <a:lnTo>
                      <a:pt x="1" y="448"/>
                    </a:lnTo>
                    <a:lnTo>
                      <a:pt x="112" y="448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08" name="Google Shape;208;p5"/>
          <p:cNvGrpSpPr/>
          <p:nvPr/>
        </p:nvGrpSpPr>
        <p:grpSpPr>
          <a:xfrm>
            <a:off x="-2955673" y="3282121"/>
            <a:ext cx="13848078" cy="1717216"/>
            <a:chOff x="3225200" y="1878300"/>
            <a:chExt cx="5251850" cy="651250"/>
          </a:xfrm>
        </p:grpSpPr>
        <p:sp>
          <p:nvSpPr>
            <p:cNvPr id="209" name="Google Shape;209;p5"/>
            <p:cNvSpPr/>
            <p:nvPr/>
          </p:nvSpPr>
          <p:spPr>
            <a:xfrm>
              <a:off x="3225200" y="1878300"/>
              <a:ext cx="5240150" cy="651250"/>
            </a:xfrm>
            <a:custGeom>
              <a:avLst/>
              <a:gdLst/>
              <a:ahLst/>
              <a:cxnLst/>
              <a:rect l="l" t="t" r="r" b="b"/>
              <a:pathLst>
                <a:path w="209606" h="26050" extrusionOk="0">
                  <a:moveTo>
                    <a:pt x="1" y="0"/>
                  </a:moveTo>
                  <a:lnTo>
                    <a:pt x="1" y="6104"/>
                  </a:lnTo>
                  <a:lnTo>
                    <a:pt x="55231" y="6104"/>
                  </a:lnTo>
                  <a:cubicBezTo>
                    <a:pt x="56305" y="6104"/>
                    <a:pt x="57177" y="6976"/>
                    <a:pt x="57177" y="8023"/>
                  </a:cubicBezTo>
                  <a:cubicBezTo>
                    <a:pt x="57177" y="9097"/>
                    <a:pt x="56305" y="9969"/>
                    <a:pt x="55231" y="9969"/>
                  </a:cubicBezTo>
                  <a:lnTo>
                    <a:pt x="36074" y="9969"/>
                  </a:lnTo>
                  <a:cubicBezTo>
                    <a:pt x="31714" y="9969"/>
                    <a:pt x="28170" y="13429"/>
                    <a:pt x="28052" y="17761"/>
                  </a:cubicBezTo>
                  <a:lnTo>
                    <a:pt x="28024" y="17761"/>
                  </a:lnTo>
                  <a:lnTo>
                    <a:pt x="28024" y="18026"/>
                  </a:lnTo>
                  <a:cubicBezTo>
                    <a:pt x="28024" y="22442"/>
                    <a:pt x="31630" y="26049"/>
                    <a:pt x="36074" y="26049"/>
                  </a:cubicBezTo>
                  <a:lnTo>
                    <a:pt x="209606" y="26049"/>
                  </a:lnTo>
                  <a:lnTo>
                    <a:pt x="209606" y="19945"/>
                  </a:lnTo>
                  <a:lnTo>
                    <a:pt x="36074" y="19945"/>
                  </a:lnTo>
                  <a:cubicBezTo>
                    <a:pt x="35091" y="19945"/>
                    <a:pt x="34274" y="19212"/>
                    <a:pt x="34156" y="18257"/>
                  </a:cubicBezTo>
                  <a:cubicBezTo>
                    <a:pt x="34156" y="18166"/>
                    <a:pt x="34128" y="18082"/>
                    <a:pt x="34128" y="17992"/>
                  </a:cubicBezTo>
                  <a:cubicBezTo>
                    <a:pt x="34128" y="16945"/>
                    <a:pt x="35000" y="16073"/>
                    <a:pt x="36074" y="16073"/>
                  </a:cubicBezTo>
                  <a:lnTo>
                    <a:pt x="55231" y="16073"/>
                  </a:lnTo>
                  <a:cubicBezTo>
                    <a:pt x="59682" y="16073"/>
                    <a:pt x="63281" y="12473"/>
                    <a:pt x="63281" y="8023"/>
                  </a:cubicBezTo>
                  <a:cubicBezTo>
                    <a:pt x="63281" y="3607"/>
                    <a:pt x="59682" y="0"/>
                    <a:pt x="5523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dist="57150" dir="6300000" algn="bl" rotWithShape="0">
                <a:schemeClr val="dk1">
                  <a:alpha val="3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5"/>
            <p:cNvSpPr/>
            <p:nvPr/>
          </p:nvSpPr>
          <p:spPr>
            <a:xfrm>
              <a:off x="3468675" y="1951725"/>
              <a:ext cx="24100" cy="5775"/>
            </a:xfrm>
            <a:custGeom>
              <a:avLst/>
              <a:gdLst/>
              <a:ahLst/>
              <a:cxnLst/>
              <a:rect l="l" t="t" r="r" b="b"/>
              <a:pathLst>
                <a:path w="964" h="231" extrusionOk="0">
                  <a:moveTo>
                    <a:pt x="0" y="0"/>
                  </a:moveTo>
                  <a:lnTo>
                    <a:pt x="0" y="230"/>
                  </a:lnTo>
                  <a:lnTo>
                    <a:pt x="963" y="230"/>
                  </a:lnTo>
                  <a:lnTo>
                    <a:pt x="96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5"/>
            <p:cNvSpPr/>
            <p:nvPr/>
          </p:nvSpPr>
          <p:spPr>
            <a:xfrm>
              <a:off x="3422275" y="1951725"/>
              <a:ext cx="23225" cy="5775"/>
            </a:xfrm>
            <a:custGeom>
              <a:avLst/>
              <a:gdLst/>
              <a:ahLst/>
              <a:cxnLst/>
              <a:rect l="l" t="t" r="r" b="b"/>
              <a:pathLst>
                <a:path w="929" h="231" extrusionOk="0">
                  <a:moveTo>
                    <a:pt x="1" y="0"/>
                  </a:moveTo>
                  <a:lnTo>
                    <a:pt x="1" y="230"/>
                  </a:lnTo>
                  <a:lnTo>
                    <a:pt x="928" y="230"/>
                  </a:lnTo>
                  <a:lnTo>
                    <a:pt x="92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5"/>
            <p:cNvSpPr/>
            <p:nvPr/>
          </p:nvSpPr>
          <p:spPr>
            <a:xfrm>
              <a:off x="3515925" y="1951725"/>
              <a:ext cx="23225" cy="5775"/>
            </a:xfrm>
            <a:custGeom>
              <a:avLst/>
              <a:gdLst/>
              <a:ahLst/>
              <a:cxnLst/>
              <a:rect l="l" t="t" r="r" b="b"/>
              <a:pathLst>
                <a:path w="929" h="231" extrusionOk="0">
                  <a:moveTo>
                    <a:pt x="1" y="0"/>
                  </a:moveTo>
                  <a:lnTo>
                    <a:pt x="1" y="230"/>
                  </a:lnTo>
                  <a:lnTo>
                    <a:pt x="929" y="230"/>
                  </a:lnTo>
                  <a:lnTo>
                    <a:pt x="92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5"/>
            <p:cNvSpPr/>
            <p:nvPr/>
          </p:nvSpPr>
          <p:spPr>
            <a:xfrm>
              <a:off x="3375025" y="1951725"/>
              <a:ext cx="23900" cy="5775"/>
            </a:xfrm>
            <a:custGeom>
              <a:avLst/>
              <a:gdLst/>
              <a:ahLst/>
              <a:cxnLst/>
              <a:rect l="l" t="t" r="r" b="b"/>
              <a:pathLst>
                <a:path w="956" h="231" extrusionOk="0">
                  <a:moveTo>
                    <a:pt x="0" y="0"/>
                  </a:moveTo>
                  <a:lnTo>
                    <a:pt x="0" y="230"/>
                  </a:lnTo>
                  <a:lnTo>
                    <a:pt x="956" y="230"/>
                  </a:lnTo>
                  <a:lnTo>
                    <a:pt x="9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5"/>
            <p:cNvSpPr/>
            <p:nvPr/>
          </p:nvSpPr>
          <p:spPr>
            <a:xfrm>
              <a:off x="3845900" y="1951725"/>
              <a:ext cx="23225" cy="5775"/>
            </a:xfrm>
            <a:custGeom>
              <a:avLst/>
              <a:gdLst/>
              <a:ahLst/>
              <a:cxnLst/>
              <a:rect l="l" t="t" r="r" b="b"/>
              <a:pathLst>
                <a:path w="929" h="231" extrusionOk="0">
                  <a:moveTo>
                    <a:pt x="1" y="0"/>
                  </a:moveTo>
                  <a:lnTo>
                    <a:pt x="1" y="230"/>
                  </a:lnTo>
                  <a:lnTo>
                    <a:pt x="929" y="230"/>
                  </a:lnTo>
                  <a:lnTo>
                    <a:pt x="92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5"/>
            <p:cNvSpPr/>
            <p:nvPr/>
          </p:nvSpPr>
          <p:spPr>
            <a:xfrm>
              <a:off x="3798650" y="1951725"/>
              <a:ext cx="23225" cy="5775"/>
            </a:xfrm>
            <a:custGeom>
              <a:avLst/>
              <a:gdLst/>
              <a:ahLst/>
              <a:cxnLst/>
              <a:rect l="l" t="t" r="r" b="b"/>
              <a:pathLst>
                <a:path w="929" h="231" extrusionOk="0">
                  <a:moveTo>
                    <a:pt x="0" y="0"/>
                  </a:moveTo>
                  <a:lnTo>
                    <a:pt x="0" y="230"/>
                  </a:lnTo>
                  <a:lnTo>
                    <a:pt x="928" y="230"/>
                  </a:lnTo>
                  <a:lnTo>
                    <a:pt x="92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5"/>
            <p:cNvSpPr/>
            <p:nvPr/>
          </p:nvSpPr>
          <p:spPr>
            <a:xfrm>
              <a:off x="3939550" y="1951725"/>
              <a:ext cx="23400" cy="5775"/>
            </a:xfrm>
            <a:custGeom>
              <a:avLst/>
              <a:gdLst/>
              <a:ahLst/>
              <a:cxnLst/>
              <a:rect l="l" t="t" r="r" b="b"/>
              <a:pathLst>
                <a:path w="936" h="231" extrusionOk="0">
                  <a:moveTo>
                    <a:pt x="1" y="0"/>
                  </a:moveTo>
                  <a:lnTo>
                    <a:pt x="1" y="230"/>
                  </a:lnTo>
                  <a:lnTo>
                    <a:pt x="936" y="230"/>
                  </a:lnTo>
                  <a:lnTo>
                    <a:pt x="93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5"/>
            <p:cNvSpPr/>
            <p:nvPr/>
          </p:nvSpPr>
          <p:spPr>
            <a:xfrm>
              <a:off x="3892300" y="1951725"/>
              <a:ext cx="24100" cy="5775"/>
            </a:xfrm>
            <a:custGeom>
              <a:avLst/>
              <a:gdLst/>
              <a:ahLst/>
              <a:cxnLst/>
              <a:rect l="l" t="t" r="r" b="b"/>
              <a:pathLst>
                <a:path w="964" h="231" extrusionOk="0">
                  <a:moveTo>
                    <a:pt x="0" y="0"/>
                  </a:moveTo>
                  <a:lnTo>
                    <a:pt x="0" y="230"/>
                  </a:lnTo>
                  <a:lnTo>
                    <a:pt x="963" y="230"/>
                  </a:lnTo>
                  <a:lnTo>
                    <a:pt x="96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5"/>
            <p:cNvSpPr/>
            <p:nvPr/>
          </p:nvSpPr>
          <p:spPr>
            <a:xfrm>
              <a:off x="3752075" y="1951725"/>
              <a:ext cx="23400" cy="5775"/>
            </a:xfrm>
            <a:custGeom>
              <a:avLst/>
              <a:gdLst/>
              <a:ahLst/>
              <a:cxnLst/>
              <a:rect l="l" t="t" r="r" b="b"/>
              <a:pathLst>
                <a:path w="936" h="231" extrusionOk="0">
                  <a:moveTo>
                    <a:pt x="1" y="0"/>
                  </a:moveTo>
                  <a:lnTo>
                    <a:pt x="1" y="230"/>
                  </a:lnTo>
                  <a:lnTo>
                    <a:pt x="935" y="230"/>
                  </a:lnTo>
                  <a:lnTo>
                    <a:pt x="93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5"/>
            <p:cNvSpPr/>
            <p:nvPr/>
          </p:nvSpPr>
          <p:spPr>
            <a:xfrm>
              <a:off x="3704825" y="1951725"/>
              <a:ext cx="23375" cy="5775"/>
            </a:xfrm>
            <a:custGeom>
              <a:avLst/>
              <a:gdLst/>
              <a:ahLst/>
              <a:cxnLst/>
              <a:rect l="l" t="t" r="r" b="b"/>
              <a:pathLst>
                <a:path w="935" h="231" extrusionOk="0">
                  <a:moveTo>
                    <a:pt x="0" y="0"/>
                  </a:moveTo>
                  <a:lnTo>
                    <a:pt x="0" y="230"/>
                  </a:lnTo>
                  <a:lnTo>
                    <a:pt x="935" y="230"/>
                  </a:lnTo>
                  <a:lnTo>
                    <a:pt x="93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5"/>
            <p:cNvSpPr/>
            <p:nvPr/>
          </p:nvSpPr>
          <p:spPr>
            <a:xfrm>
              <a:off x="3657725" y="1951725"/>
              <a:ext cx="23925" cy="5775"/>
            </a:xfrm>
            <a:custGeom>
              <a:avLst/>
              <a:gdLst/>
              <a:ahLst/>
              <a:cxnLst/>
              <a:rect l="l" t="t" r="r" b="b"/>
              <a:pathLst>
                <a:path w="957" h="231" extrusionOk="0">
                  <a:moveTo>
                    <a:pt x="0" y="0"/>
                  </a:moveTo>
                  <a:lnTo>
                    <a:pt x="0" y="230"/>
                  </a:lnTo>
                  <a:lnTo>
                    <a:pt x="956" y="230"/>
                  </a:lnTo>
                  <a:lnTo>
                    <a:pt x="9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5"/>
            <p:cNvSpPr/>
            <p:nvPr/>
          </p:nvSpPr>
          <p:spPr>
            <a:xfrm>
              <a:off x="3563200" y="1951725"/>
              <a:ext cx="24775" cy="5775"/>
            </a:xfrm>
            <a:custGeom>
              <a:avLst/>
              <a:gdLst/>
              <a:ahLst/>
              <a:cxnLst/>
              <a:rect l="l" t="t" r="r" b="b"/>
              <a:pathLst>
                <a:path w="991" h="231" extrusionOk="0">
                  <a:moveTo>
                    <a:pt x="0" y="0"/>
                  </a:moveTo>
                  <a:lnTo>
                    <a:pt x="0" y="230"/>
                  </a:lnTo>
                  <a:lnTo>
                    <a:pt x="991" y="230"/>
                  </a:lnTo>
                  <a:lnTo>
                    <a:pt x="99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5"/>
            <p:cNvSpPr/>
            <p:nvPr/>
          </p:nvSpPr>
          <p:spPr>
            <a:xfrm>
              <a:off x="3611150" y="1951725"/>
              <a:ext cx="23225" cy="5775"/>
            </a:xfrm>
            <a:custGeom>
              <a:avLst/>
              <a:gdLst/>
              <a:ahLst/>
              <a:cxnLst/>
              <a:rect l="l" t="t" r="r" b="b"/>
              <a:pathLst>
                <a:path w="929" h="231" extrusionOk="0">
                  <a:moveTo>
                    <a:pt x="1" y="0"/>
                  </a:moveTo>
                  <a:lnTo>
                    <a:pt x="1" y="230"/>
                  </a:lnTo>
                  <a:lnTo>
                    <a:pt x="929" y="230"/>
                  </a:lnTo>
                  <a:lnTo>
                    <a:pt x="92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5"/>
            <p:cNvSpPr/>
            <p:nvPr/>
          </p:nvSpPr>
          <p:spPr>
            <a:xfrm>
              <a:off x="4715650" y="2028100"/>
              <a:ext cx="13100" cy="23925"/>
            </a:xfrm>
            <a:custGeom>
              <a:avLst/>
              <a:gdLst/>
              <a:ahLst/>
              <a:cxnLst/>
              <a:rect l="l" t="t" r="r" b="b"/>
              <a:pathLst>
                <a:path w="524" h="957" extrusionOk="0">
                  <a:moveTo>
                    <a:pt x="238" y="1"/>
                  </a:moveTo>
                  <a:lnTo>
                    <a:pt x="1" y="84"/>
                  </a:lnTo>
                  <a:cubicBezTo>
                    <a:pt x="147" y="349"/>
                    <a:pt x="238" y="635"/>
                    <a:pt x="294" y="956"/>
                  </a:cubicBezTo>
                  <a:lnTo>
                    <a:pt x="524" y="901"/>
                  </a:lnTo>
                  <a:cubicBezTo>
                    <a:pt x="468" y="580"/>
                    <a:pt x="350" y="287"/>
                    <a:pt x="23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5"/>
            <p:cNvSpPr/>
            <p:nvPr/>
          </p:nvSpPr>
          <p:spPr>
            <a:xfrm>
              <a:off x="4419875" y="1951725"/>
              <a:ext cx="24075" cy="5775"/>
            </a:xfrm>
            <a:custGeom>
              <a:avLst/>
              <a:gdLst/>
              <a:ahLst/>
              <a:cxnLst/>
              <a:rect l="l" t="t" r="r" b="b"/>
              <a:pathLst>
                <a:path w="963" h="231" extrusionOk="0">
                  <a:moveTo>
                    <a:pt x="0" y="0"/>
                  </a:moveTo>
                  <a:lnTo>
                    <a:pt x="0" y="230"/>
                  </a:lnTo>
                  <a:lnTo>
                    <a:pt x="963" y="230"/>
                  </a:lnTo>
                  <a:lnTo>
                    <a:pt x="96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5"/>
            <p:cNvSpPr/>
            <p:nvPr/>
          </p:nvSpPr>
          <p:spPr>
            <a:xfrm>
              <a:off x="4373475" y="1951725"/>
              <a:ext cx="23225" cy="5775"/>
            </a:xfrm>
            <a:custGeom>
              <a:avLst/>
              <a:gdLst/>
              <a:ahLst/>
              <a:cxnLst/>
              <a:rect l="l" t="t" r="r" b="b"/>
              <a:pathLst>
                <a:path w="929" h="231" extrusionOk="0">
                  <a:moveTo>
                    <a:pt x="1" y="0"/>
                  </a:moveTo>
                  <a:lnTo>
                    <a:pt x="1" y="230"/>
                  </a:lnTo>
                  <a:lnTo>
                    <a:pt x="928" y="230"/>
                  </a:lnTo>
                  <a:lnTo>
                    <a:pt x="92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5"/>
            <p:cNvSpPr/>
            <p:nvPr/>
          </p:nvSpPr>
          <p:spPr>
            <a:xfrm>
              <a:off x="4514400" y="1951725"/>
              <a:ext cx="23225" cy="5775"/>
            </a:xfrm>
            <a:custGeom>
              <a:avLst/>
              <a:gdLst/>
              <a:ahLst/>
              <a:cxnLst/>
              <a:rect l="l" t="t" r="r" b="b"/>
              <a:pathLst>
                <a:path w="929" h="231" extrusionOk="0">
                  <a:moveTo>
                    <a:pt x="0" y="0"/>
                  </a:moveTo>
                  <a:lnTo>
                    <a:pt x="0" y="230"/>
                  </a:lnTo>
                  <a:lnTo>
                    <a:pt x="928" y="230"/>
                  </a:lnTo>
                  <a:lnTo>
                    <a:pt x="92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5"/>
            <p:cNvSpPr/>
            <p:nvPr/>
          </p:nvSpPr>
          <p:spPr>
            <a:xfrm>
              <a:off x="4652525" y="1961825"/>
              <a:ext cx="23225" cy="16075"/>
            </a:xfrm>
            <a:custGeom>
              <a:avLst/>
              <a:gdLst/>
              <a:ahLst/>
              <a:cxnLst/>
              <a:rect l="l" t="t" r="r" b="b"/>
              <a:pathLst>
                <a:path w="929" h="643" extrusionOk="0">
                  <a:moveTo>
                    <a:pt x="84" y="1"/>
                  </a:moveTo>
                  <a:lnTo>
                    <a:pt x="0" y="210"/>
                  </a:lnTo>
                  <a:cubicBezTo>
                    <a:pt x="259" y="322"/>
                    <a:pt x="552" y="468"/>
                    <a:pt x="810" y="642"/>
                  </a:cubicBezTo>
                  <a:lnTo>
                    <a:pt x="928" y="468"/>
                  </a:lnTo>
                  <a:cubicBezTo>
                    <a:pt x="670" y="266"/>
                    <a:pt x="377" y="119"/>
                    <a:pt x="8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5"/>
            <p:cNvSpPr/>
            <p:nvPr/>
          </p:nvSpPr>
          <p:spPr>
            <a:xfrm>
              <a:off x="4560950" y="1951725"/>
              <a:ext cx="23225" cy="5775"/>
            </a:xfrm>
            <a:custGeom>
              <a:avLst/>
              <a:gdLst/>
              <a:ahLst/>
              <a:cxnLst/>
              <a:rect l="l" t="t" r="r" b="b"/>
              <a:pathLst>
                <a:path w="929" h="231" extrusionOk="0">
                  <a:moveTo>
                    <a:pt x="1" y="0"/>
                  </a:moveTo>
                  <a:lnTo>
                    <a:pt x="1" y="230"/>
                  </a:lnTo>
                  <a:lnTo>
                    <a:pt x="929" y="230"/>
                  </a:lnTo>
                  <a:lnTo>
                    <a:pt x="92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5"/>
            <p:cNvSpPr/>
            <p:nvPr/>
          </p:nvSpPr>
          <p:spPr>
            <a:xfrm>
              <a:off x="4690200" y="1988000"/>
              <a:ext cx="19725" cy="21825"/>
            </a:xfrm>
            <a:custGeom>
              <a:avLst/>
              <a:gdLst/>
              <a:ahLst/>
              <a:cxnLst/>
              <a:rect l="l" t="t" r="r" b="b"/>
              <a:pathLst>
                <a:path w="789" h="873" extrusionOk="0">
                  <a:moveTo>
                    <a:pt x="175" y="0"/>
                  </a:moveTo>
                  <a:lnTo>
                    <a:pt x="0" y="175"/>
                  </a:lnTo>
                  <a:cubicBezTo>
                    <a:pt x="210" y="412"/>
                    <a:pt x="412" y="642"/>
                    <a:pt x="586" y="872"/>
                  </a:cubicBezTo>
                  <a:lnTo>
                    <a:pt x="789" y="761"/>
                  </a:lnTo>
                  <a:cubicBezTo>
                    <a:pt x="586" y="495"/>
                    <a:pt x="384" y="237"/>
                    <a:pt x="17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5"/>
            <p:cNvSpPr/>
            <p:nvPr/>
          </p:nvSpPr>
          <p:spPr>
            <a:xfrm>
              <a:off x="4608225" y="1951725"/>
              <a:ext cx="23925" cy="8725"/>
            </a:xfrm>
            <a:custGeom>
              <a:avLst/>
              <a:gdLst/>
              <a:ahLst/>
              <a:cxnLst/>
              <a:rect l="l" t="t" r="r" b="b"/>
              <a:pathLst>
                <a:path w="957" h="349" extrusionOk="0">
                  <a:moveTo>
                    <a:pt x="0" y="0"/>
                  </a:moveTo>
                  <a:lnTo>
                    <a:pt x="0" y="230"/>
                  </a:lnTo>
                  <a:cubicBezTo>
                    <a:pt x="286" y="230"/>
                    <a:pt x="607" y="265"/>
                    <a:pt x="900" y="349"/>
                  </a:cubicBezTo>
                  <a:lnTo>
                    <a:pt x="956" y="119"/>
                  </a:lnTo>
                  <a:cubicBezTo>
                    <a:pt x="635" y="28"/>
                    <a:pt x="314" y="0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5"/>
            <p:cNvSpPr/>
            <p:nvPr/>
          </p:nvSpPr>
          <p:spPr>
            <a:xfrm>
              <a:off x="4467125" y="1951725"/>
              <a:ext cx="23400" cy="5775"/>
            </a:xfrm>
            <a:custGeom>
              <a:avLst/>
              <a:gdLst/>
              <a:ahLst/>
              <a:cxnLst/>
              <a:rect l="l" t="t" r="r" b="b"/>
              <a:pathLst>
                <a:path w="936" h="231" extrusionOk="0">
                  <a:moveTo>
                    <a:pt x="1" y="0"/>
                  </a:moveTo>
                  <a:lnTo>
                    <a:pt x="1" y="230"/>
                  </a:lnTo>
                  <a:lnTo>
                    <a:pt x="936" y="230"/>
                  </a:lnTo>
                  <a:lnTo>
                    <a:pt x="93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5"/>
            <p:cNvSpPr/>
            <p:nvPr/>
          </p:nvSpPr>
          <p:spPr>
            <a:xfrm>
              <a:off x="4091475" y="1951725"/>
              <a:ext cx="24075" cy="5775"/>
            </a:xfrm>
            <a:custGeom>
              <a:avLst/>
              <a:gdLst/>
              <a:ahLst/>
              <a:cxnLst/>
              <a:rect l="l" t="t" r="r" b="b"/>
              <a:pathLst>
                <a:path w="963" h="231" extrusionOk="0">
                  <a:moveTo>
                    <a:pt x="0" y="0"/>
                  </a:moveTo>
                  <a:lnTo>
                    <a:pt x="0" y="230"/>
                  </a:lnTo>
                  <a:lnTo>
                    <a:pt x="963" y="230"/>
                  </a:lnTo>
                  <a:lnTo>
                    <a:pt x="96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5"/>
            <p:cNvSpPr/>
            <p:nvPr/>
          </p:nvSpPr>
          <p:spPr>
            <a:xfrm>
              <a:off x="4044900" y="1951725"/>
              <a:ext cx="23400" cy="5775"/>
            </a:xfrm>
            <a:custGeom>
              <a:avLst/>
              <a:gdLst/>
              <a:ahLst/>
              <a:cxnLst/>
              <a:rect l="l" t="t" r="r" b="b"/>
              <a:pathLst>
                <a:path w="936" h="231" extrusionOk="0">
                  <a:moveTo>
                    <a:pt x="1" y="0"/>
                  </a:moveTo>
                  <a:lnTo>
                    <a:pt x="1" y="230"/>
                  </a:lnTo>
                  <a:lnTo>
                    <a:pt x="935" y="230"/>
                  </a:lnTo>
                  <a:lnTo>
                    <a:pt x="93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5"/>
            <p:cNvSpPr/>
            <p:nvPr/>
          </p:nvSpPr>
          <p:spPr>
            <a:xfrm>
              <a:off x="4326225" y="1951725"/>
              <a:ext cx="23900" cy="5775"/>
            </a:xfrm>
            <a:custGeom>
              <a:avLst/>
              <a:gdLst/>
              <a:ahLst/>
              <a:cxnLst/>
              <a:rect l="l" t="t" r="r" b="b"/>
              <a:pathLst>
                <a:path w="956" h="231" extrusionOk="0">
                  <a:moveTo>
                    <a:pt x="0" y="0"/>
                  </a:moveTo>
                  <a:lnTo>
                    <a:pt x="0" y="230"/>
                  </a:lnTo>
                  <a:lnTo>
                    <a:pt x="956" y="230"/>
                  </a:lnTo>
                  <a:lnTo>
                    <a:pt x="9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5"/>
            <p:cNvSpPr/>
            <p:nvPr/>
          </p:nvSpPr>
          <p:spPr>
            <a:xfrm>
              <a:off x="3965725" y="1951725"/>
              <a:ext cx="8750" cy="5775"/>
            </a:xfrm>
            <a:custGeom>
              <a:avLst/>
              <a:gdLst/>
              <a:ahLst/>
              <a:cxnLst/>
              <a:rect l="l" t="t" r="r" b="b"/>
              <a:pathLst>
                <a:path w="350" h="231" extrusionOk="0">
                  <a:moveTo>
                    <a:pt x="0" y="0"/>
                  </a:moveTo>
                  <a:lnTo>
                    <a:pt x="0" y="230"/>
                  </a:lnTo>
                  <a:lnTo>
                    <a:pt x="349" y="230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5"/>
            <p:cNvSpPr/>
            <p:nvPr/>
          </p:nvSpPr>
          <p:spPr>
            <a:xfrm>
              <a:off x="3997800" y="1951725"/>
              <a:ext cx="23225" cy="5775"/>
            </a:xfrm>
            <a:custGeom>
              <a:avLst/>
              <a:gdLst/>
              <a:ahLst/>
              <a:cxnLst/>
              <a:rect l="l" t="t" r="r" b="b"/>
              <a:pathLst>
                <a:path w="929" h="231" extrusionOk="0">
                  <a:moveTo>
                    <a:pt x="1" y="0"/>
                  </a:moveTo>
                  <a:lnTo>
                    <a:pt x="1" y="230"/>
                  </a:lnTo>
                  <a:lnTo>
                    <a:pt x="929" y="230"/>
                  </a:lnTo>
                  <a:lnTo>
                    <a:pt x="92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5"/>
            <p:cNvSpPr/>
            <p:nvPr/>
          </p:nvSpPr>
          <p:spPr>
            <a:xfrm>
              <a:off x="4279650" y="1951725"/>
              <a:ext cx="23400" cy="5775"/>
            </a:xfrm>
            <a:custGeom>
              <a:avLst/>
              <a:gdLst/>
              <a:ahLst/>
              <a:cxnLst/>
              <a:rect l="l" t="t" r="r" b="b"/>
              <a:pathLst>
                <a:path w="936" h="231" extrusionOk="0">
                  <a:moveTo>
                    <a:pt x="0" y="0"/>
                  </a:moveTo>
                  <a:lnTo>
                    <a:pt x="0" y="230"/>
                  </a:lnTo>
                  <a:lnTo>
                    <a:pt x="935" y="230"/>
                  </a:lnTo>
                  <a:lnTo>
                    <a:pt x="93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5"/>
            <p:cNvSpPr/>
            <p:nvPr/>
          </p:nvSpPr>
          <p:spPr>
            <a:xfrm>
              <a:off x="4232375" y="1951725"/>
              <a:ext cx="23400" cy="5775"/>
            </a:xfrm>
            <a:custGeom>
              <a:avLst/>
              <a:gdLst/>
              <a:ahLst/>
              <a:cxnLst/>
              <a:rect l="l" t="t" r="r" b="b"/>
              <a:pathLst>
                <a:path w="936" h="231" extrusionOk="0">
                  <a:moveTo>
                    <a:pt x="1" y="0"/>
                  </a:moveTo>
                  <a:lnTo>
                    <a:pt x="1" y="230"/>
                  </a:lnTo>
                  <a:lnTo>
                    <a:pt x="936" y="230"/>
                  </a:lnTo>
                  <a:lnTo>
                    <a:pt x="93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5"/>
            <p:cNvSpPr/>
            <p:nvPr/>
          </p:nvSpPr>
          <p:spPr>
            <a:xfrm>
              <a:off x="4138725" y="1951725"/>
              <a:ext cx="23225" cy="5775"/>
            </a:xfrm>
            <a:custGeom>
              <a:avLst/>
              <a:gdLst/>
              <a:ahLst/>
              <a:cxnLst/>
              <a:rect l="l" t="t" r="r" b="b"/>
              <a:pathLst>
                <a:path w="929" h="231" extrusionOk="0">
                  <a:moveTo>
                    <a:pt x="1" y="0"/>
                  </a:moveTo>
                  <a:lnTo>
                    <a:pt x="1" y="230"/>
                  </a:lnTo>
                  <a:lnTo>
                    <a:pt x="929" y="230"/>
                  </a:lnTo>
                  <a:lnTo>
                    <a:pt x="92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5"/>
            <p:cNvSpPr/>
            <p:nvPr/>
          </p:nvSpPr>
          <p:spPr>
            <a:xfrm>
              <a:off x="4186000" y="1951725"/>
              <a:ext cx="23225" cy="5775"/>
            </a:xfrm>
            <a:custGeom>
              <a:avLst/>
              <a:gdLst/>
              <a:ahLst/>
              <a:cxnLst/>
              <a:rect l="l" t="t" r="r" b="b"/>
              <a:pathLst>
                <a:path w="929" h="231" extrusionOk="0">
                  <a:moveTo>
                    <a:pt x="0" y="0"/>
                  </a:moveTo>
                  <a:lnTo>
                    <a:pt x="0" y="230"/>
                  </a:lnTo>
                  <a:lnTo>
                    <a:pt x="928" y="230"/>
                  </a:lnTo>
                  <a:lnTo>
                    <a:pt x="92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5"/>
            <p:cNvSpPr/>
            <p:nvPr/>
          </p:nvSpPr>
          <p:spPr>
            <a:xfrm>
              <a:off x="4312425" y="2200925"/>
              <a:ext cx="23225" cy="5975"/>
            </a:xfrm>
            <a:custGeom>
              <a:avLst/>
              <a:gdLst/>
              <a:ahLst/>
              <a:cxnLst/>
              <a:rect l="l" t="t" r="r" b="b"/>
              <a:pathLst>
                <a:path w="929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29" y="238"/>
                  </a:lnTo>
                  <a:lnTo>
                    <a:pt x="92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5"/>
            <p:cNvSpPr/>
            <p:nvPr/>
          </p:nvSpPr>
          <p:spPr>
            <a:xfrm>
              <a:off x="4547175" y="2200925"/>
              <a:ext cx="23225" cy="5975"/>
            </a:xfrm>
            <a:custGeom>
              <a:avLst/>
              <a:gdLst/>
              <a:ahLst/>
              <a:cxnLst/>
              <a:rect l="l" t="t" r="r" b="b"/>
              <a:pathLst>
                <a:path w="929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29" y="238"/>
                  </a:lnTo>
                  <a:lnTo>
                    <a:pt x="92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5"/>
            <p:cNvSpPr/>
            <p:nvPr/>
          </p:nvSpPr>
          <p:spPr>
            <a:xfrm>
              <a:off x="4500625" y="2200925"/>
              <a:ext cx="23225" cy="5975"/>
            </a:xfrm>
            <a:custGeom>
              <a:avLst/>
              <a:gdLst/>
              <a:ahLst/>
              <a:cxnLst/>
              <a:rect l="l" t="t" r="r" b="b"/>
              <a:pathLst>
                <a:path w="929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5"/>
            <p:cNvSpPr/>
            <p:nvPr/>
          </p:nvSpPr>
          <p:spPr>
            <a:xfrm>
              <a:off x="4453350" y="2200925"/>
              <a:ext cx="23225" cy="5975"/>
            </a:xfrm>
            <a:custGeom>
              <a:avLst/>
              <a:gdLst/>
              <a:ahLst/>
              <a:cxnLst/>
              <a:rect l="l" t="t" r="r" b="b"/>
              <a:pathLst>
                <a:path w="929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5"/>
            <p:cNvSpPr/>
            <p:nvPr/>
          </p:nvSpPr>
          <p:spPr>
            <a:xfrm>
              <a:off x="4124950" y="2200925"/>
              <a:ext cx="23225" cy="5975"/>
            </a:xfrm>
            <a:custGeom>
              <a:avLst/>
              <a:gdLst/>
              <a:ahLst/>
              <a:cxnLst/>
              <a:rect l="l" t="t" r="r" b="b"/>
              <a:pathLst>
                <a:path w="929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5"/>
            <p:cNvSpPr/>
            <p:nvPr/>
          </p:nvSpPr>
          <p:spPr>
            <a:xfrm>
              <a:off x="3998500" y="2296850"/>
              <a:ext cx="8750" cy="24100"/>
            </a:xfrm>
            <a:custGeom>
              <a:avLst/>
              <a:gdLst/>
              <a:ahLst/>
              <a:cxnLst/>
              <a:rect l="l" t="t" r="r" b="b"/>
              <a:pathLst>
                <a:path w="350" h="964" extrusionOk="0">
                  <a:moveTo>
                    <a:pt x="147" y="1"/>
                  </a:moveTo>
                  <a:cubicBezTo>
                    <a:pt x="57" y="322"/>
                    <a:pt x="1" y="643"/>
                    <a:pt x="1" y="964"/>
                  </a:cubicBezTo>
                  <a:lnTo>
                    <a:pt x="231" y="964"/>
                  </a:lnTo>
                  <a:cubicBezTo>
                    <a:pt x="231" y="671"/>
                    <a:pt x="287" y="350"/>
                    <a:pt x="350" y="64"/>
                  </a:cubicBezTo>
                  <a:lnTo>
                    <a:pt x="14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5"/>
            <p:cNvSpPr/>
            <p:nvPr/>
          </p:nvSpPr>
          <p:spPr>
            <a:xfrm>
              <a:off x="4406100" y="2200925"/>
              <a:ext cx="24075" cy="5975"/>
            </a:xfrm>
            <a:custGeom>
              <a:avLst/>
              <a:gdLst/>
              <a:ahLst/>
              <a:cxnLst/>
              <a:rect l="l" t="t" r="r" b="b"/>
              <a:pathLst>
                <a:path w="963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63" y="238"/>
                  </a:lnTo>
                  <a:lnTo>
                    <a:pt x="96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5"/>
            <p:cNvSpPr/>
            <p:nvPr/>
          </p:nvSpPr>
          <p:spPr>
            <a:xfrm>
              <a:off x="4077700" y="2203200"/>
              <a:ext cx="24775" cy="12400"/>
            </a:xfrm>
            <a:custGeom>
              <a:avLst/>
              <a:gdLst/>
              <a:ahLst/>
              <a:cxnLst/>
              <a:rect l="l" t="t" r="r" b="b"/>
              <a:pathLst>
                <a:path w="991" h="496" extrusionOk="0">
                  <a:moveTo>
                    <a:pt x="928" y="1"/>
                  </a:moveTo>
                  <a:cubicBezTo>
                    <a:pt x="607" y="56"/>
                    <a:pt x="321" y="147"/>
                    <a:pt x="0" y="259"/>
                  </a:cubicBezTo>
                  <a:lnTo>
                    <a:pt x="84" y="496"/>
                  </a:lnTo>
                  <a:cubicBezTo>
                    <a:pt x="377" y="377"/>
                    <a:pt x="670" y="287"/>
                    <a:pt x="991" y="231"/>
                  </a:cubicBez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5"/>
            <p:cNvSpPr/>
            <p:nvPr/>
          </p:nvSpPr>
          <p:spPr>
            <a:xfrm>
              <a:off x="4010025" y="2253950"/>
              <a:ext cx="16750" cy="23400"/>
            </a:xfrm>
            <a:custGeom>
              <a:avLst/>
              <a:gdLst/>
              <a:ahLst/>
              <a:cxnLst/>
              <a:rect l="l" t="t" r="r" b="b"/>
              <a:pathLst>
                <a:path w="670" h="936" extrusionOk="0">
                  <a:moveTo>
                    <a:pt x="468" y="1"/>
                  </a:moveTo>
                  <a:cubicBezTo>
                    <a:pt x="293" y="266"/>
                    <a:pt x="119" y="524"/>
                    <a:pt x="0" y="817"/>
                  </a:cubicBezTo>
                  <a:lnTo>
                    <a:pt x="210" y="936"/>
                  </a:lnTo>
                  <a:cubicBezTo>
                    <a:pt x="321" y="643"/>
                    <a:pt x="496" y="384"/>
                    <a:pt x="670" y="119"/>
                  </a:cubicBezTo>
                  <a:lnTo>
                    <a:pt x="46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5"/>
            <p:cNvSpPr/>
            <p:nvPr/>
          </p:nvSpPr>
          <p:spPr>
            <a:xfrm>
              <a:off x="4037750" y="2221350"/>
              <a:ext cx="21825" cy="18850"/>
            </a:xfrm>
            <a:custGeom>
              <a:avLst/>
              <a:gdLst/>
              <a:ahLst/>
              <a:cxnLst/>
              <a:rect l="l" t="t" r="r" b="b"/>
              <a:pathLst>
                <a:path w="873" h="754" extrusionOk="0">
                  <a:moveTo>
                    <a:pt x="754" y="0"/>
                  </a:moveTo>
                  <a:cubicBezTo>
                    <a:pt x="496" y="147"/>
                    <a:pt x="231" y="349"/>
                    <a:pt x="0" y="579"/>
                  </a:cubicBezTo>
                  <a:lnTo>
                    <a:pt x="175" y="754"/>
                  </a:lnTo>
                  <a:cubicBezTo>
                    <a:pt x="377" y="551"/>
                    <a:pt x="635" y="349"/>
                    <a:pt x="873" y="175"/>
                  </a:cubicBezTo>
                  <a:lnTo>
                    <a:pt x="75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5"/>
            <p:cNvSpPr/>
            <p:nvPr/>
          </p:nvSpPr>
          <p:spPr>
            <a:xfrm>
              <a:off x="4725075" y="2074500"/>
              <a:ext cx="7350" cy="24075"/>
            </a:xfrm>
            <a:custGeom>
              <a:avLst/>
              <a:gdLst/>
              <a:ahLst/>
              <a:cxnLst/>
              <a:rect l="l" t="t" r="r" b="b"/>
              <a:pathLst>
                <a:path w="294" h="963" extrusionOk="0">
                  <a:moveTo>
                    <a:pt x="35" y="0"/>
                  </a:moveTo>
                  <a:cubicBezTo>
                    <a:pt x="63" y="63"/>
                    <a:pt x="63" y="119"/>
                    <a:pt x="63" y="175"/>
                  </a:cubicBezTo>
                  <a:cubicBezTo>
                    <a:pt x="63" y="440"/>
                    <a:pt x="35" y="670"/>
                    <a:pt x="0" y="900"/>
                  </a:cubicBezTo>
                  <a:lnTo>
                    <a:pt x="238" y="963"/>
                  </a:lnTo>
                  <a:cubicBezTo>
                    <a:pt x="266" y="698"/>
                    <a:pt x="293" y="440"/>
                    <a:pt x="293" y="175"/>
                  </a:cubicBezTo>
                  <a:lnTo>
                    <a:pt x="29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5"/>
            <p:cNvSpPr/>
            <p:nvPr/>
          </p:nvSpPr>
          <p:spPr>
            <a:xfrm>
              <a:off x="4594275" y="2200250"/>
              <a:ext cx="23400" cy="6650"/>
            </a:xfrm>
            <a:custGeom>
              <a:avLst/>
              <a:gdLst/>
              <a:ahLst/>
              <a:cxnLst/>
              <a:rect l="l" t="t" r="r" b="b"/>
              <a:pathLst>
                <a:path w="936" h="266" extrusionOk="0">
                  <a:moveTo>
                    <a:pt x="935" y="0"/>
                  </a:moveTo>
                  <a:cubicBezTo>
                    <a:pt x="761" y="28"/>
                    <a:pt x="586" y="28"/>
                    <a:pt x="412" y="28"/>
                  </a:cubicBezTo>
                  <a:lnTo>
                    <a:pt x="0" y="28"/>
                  </a:lnTo>
                  <a:lnTo>
                    <a:pt x="0" y="265"/>
                  </a:lnTo>
                  <a:lnTo>
                    <a:pt x="412" y="265"/>
                  </a:lnTo>
                  <a:cubicBezTo>
                    <a:pt x="586" y="265"/>
                    <a:pt x="761" y="265"/>
                    <a:pt x="935" y="230"/>
                  </a:cubicBezTo>
                  <a:lnTo>
                    <a:pt x="93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5"/>
            <p:cNvSpPr/>
            <p:nvPr/>
          </p:nvSpPr>
          <p:spPr>
            <a:xfrm>
              <a:off x="4639450" y="2187150"/>
              <a:ext cx="23900" cy="14500"/>
            </a:xfrm>
            <a:custGeom>
              <a:avLst/>
              <a:gdLst/>
              <a:ahLst/>
              <a:cxnLst/>
              <a:rect l="l" t="t" r="r" b="b"/>
              <a:pathLst>
                <a:path w="956" h="580" extrusionOk="0">
                  <a:moveTo>
                    <a:pt x="872" y="1"/>
                  </a:moveTo>
                  <a:cubicBezTo>
                    <a:pt x="579" y="147"/>
                    <a:pt x="286" y="266"/>
                    <a:pt x="0" y="350"/>
                  </a:cubicBezTo>
                  <a:lnTo>
                    <a:pt x="84" y="580"/>
                  </a:lnTo>
                  <a:cubicBezTo>
                    <a:pt x="377" y="468"/>
                    <a:pt x="698" y="350"/>
                    <a:pt x="956" y="203"/>
                  </a:cubicBezTo>
                  <a:lnTo>
                    <a:pt x="87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5"/>
            <p:cNvSpPr/>
            <p:nvPr/>
          </p:nvSpPr>
          <p:spPr>
            <a:xfrm>
              <a:off x="4680075" y="2158900"/>
              <a:ext cx="21125" cy="20250"/>
            </a:xfrm>
            <a:custGeom>
              <a:avLst/>
              <a:gdLst/>
              <a:ahLst/>
              <a:cxnLst/>
              <a:rect l="l" t="t" r="r" b="b"/>
              <a:pathLst>
                <a:path w="845" h="810" extrusionOk="0">
                  <a:moveTo>
                    <a:pt x="670" y="1"/>
                  </a:moveTo>
                  <a:cubicBezTo>
                    <a:pt x="468" y="231"/>
                    <a:pt x="231" y="433"/>
                    <a:pt x="1" y="636"/>
                  </a:cubicBezTo>
                  <a:lnTo>
                    <a:pt x="147" y="810"/>
                  </a:lnTo>
                  <a:cubicBezTo>
                    <a:pt x="405" y="608"/>
                    <a:pt x="642" y="405"/>
                    <a:pt x="845" y="140"/>
                  </a:cubicBezTo>
                  <a:lnTo>
                    <a:pt x="67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5"/>
            <p:cNvSpPr/>
            <p:nvPr/>
          </p:nvSpPr>
          <p:spPr>
            <a:xfrm>
              <a:off x="4709900" y="2119675"/>
              <a:ext cx="15200" cy="23200"/>
            </a:xfrm>
            <a:custGeom>
              <a:avLst/>
              <a:gdLst/>
              <a:ahLst/>
              <a:cxnLst/>
              <a:rect l="l" t="t" r="r" b="b"/>
              <a:pathLst>
                <a:path w="608" h="928" extrusionOk="0">
                  <a:moveTo>
                    <a:pt x="377" y="0"/>
                  </a:moveTo>
                  <a:cubicBezTo>
                    <a:pt x="294" y="286"/>
                    <a:pt x="147" y="551"/>
                    <a:pt x="1" y="809"/>
                  </a:cubicBezTo>
                  <a:lnTo>
                    <a:pt x="203" y="928"/>
                  </a:lnTo>
                  <a:cubicBezTo>
                    <a:pt x="377" y="663"/>
                    <a:pt x="496" y="377"/>
                    <a:pt x="607" y="84"/>
                  </a:cubicBezTo>
                  <a:lnTo>
                    <a:pt x="37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5"/>
            <p:cNvSpPr/>
            <p:nvPr/>
          </p:nvSpPr>
          <p:spPr>
            <a:xfrm>
              <a:off x="4171350" y="2200925"/>
              <a:ext cx="24075" cy="5975"/>
            </a:xfrm>
            <a:custGeom>
              <a:avLst/>
              <a:gdLst/>
              <a:ahLst/>
              <a:cxnLst/>
              <a:rect l="l" t="t" r="r" b="b"/>
              <a:pathLst>
                <a:path w="963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63" y="238"/>
                  </a:lnTo>
                  <a:lnTo>
                    <a:pt x="96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5"/>
            <p:cNvSpPr/>
            <p:nvPr/>
          </p:nvSpPr>
          <p:spPr>
            <a:xfrm>
              <a:off x="4265875" y="2200925"/>
              <a:ext cx="23225" cy="5975"/>
            </a:xfrm>
            <a:custGeom>
              <a:avLst/>
              <a:gdLst/>
              <a:ahLst/>
              <a:cxnLst/>
              <a:rect l="l" t="t" r="r" b="b"/>
              <a:pathLst>
                <a:path w="929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5"/>
            <p:cNvSpPr/>
            <p:nvPr/>
          </p:nvSpPr>
          <p:spPr>
            <a:xfrm>
              <a:off x="4359700" y="2200925"/>
              <a:ext cx="23225" cy="5975"/>
            </a:xfrm>
            <a:custGeom>
              <a:avLst/>
              <a:gdLst/>
              <a:ahLst/>
              <a:cxnLst/>
              <a:rect l="l" t="t" r="r" b="b"/>
              <a:pathLst>
                <a:path w="929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5"/>
            <p:cNvSpPr/>
            <p:nvPr/>
          </p:nvSpPr>
          <p:spPr>
            <a:xfrm>
              <a:off x="4218600" y="2200925"/>
              <a:ext cx="23400" cy="5975"/>
            </a:xfrm>
            <a:custGeom>
              <a:avLst/>
              <a:gdLst/>
              <a:ahLst/>
              <a:cxnLst/>
              <a:rect l="l" t="t" r="r" b="b"/>
              <a:pathLst>
                <a:path w="936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36" y="238"/>
                  </a:lnTo>
                  <a:lnTo>
                    <a:pt x="93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5"/>
            <p:cNvSpPr/>
            <p:nvPr/>
          </p:nvSpPr>
          <p:spPr>
            <a:xfrm>
              <a:off x="5017200" y="2450150"/>
              <a:ext cx="23400" cy="5975"/>
            </a:xfrm>
            <a:custGeom>
              <a:avLst/>
              <a:gdLst/>
              <a:ahLst/>
              <a:cxnLst/>
              <a:rect l="l" t="t" r="r" b="b"/>
              <a:pathLst>
                <a:path w="936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35" y="238"/>
                  </a:lnTo>
                  <a:lnTo>
                    <a:pt x="93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5"/>
            <p:cNvSpPr/>
            <p:nvPr/>
          </p:nvSpPr>
          <p:spPr>
            <a:xfrm>
              <a:off x="4970100" y="2450150"/>
              <a:ext cx="23225" cy="5975"/>
            </a:xfrm>
            <a:custGeom>
              <a:avLst/>
              <a:gdLst/>
              <a:ahLst/>
              <a:cxnLst/>
              <a:rect l="l" t="t" r="r" b="b"/>
              <a:pathLst>
                <a:path w="929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29" y="238"/>
                  </a:lnTo>
                  <a:lnTo>
                    <a:pt x="92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5"/>
            <p:cNvSpPr/>
            <p:nvPr/>
          </p:nvSpPr>
          <p:spPr>
            <a:xfrm>
              <a:off x="5111025" y="2450150"/>
              <a:ext cx="24800" cy="5975"/>
            </a:xfrm>
            <a:custGeom>
              <a:avLst/>
              <a:gdLst/>
              <a:ahLst/>
              <a:cxnLst/>
              <a:rect l="l" t="t" r="r" b="b"/>
              <a:pathLst>
                <a:path w="992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91" y="238"/>
                  </a:lnTo>
                  <a:lnTo>
                    <a:pt x="99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5"/>
            <p:cNvSpPr/>
            <p:nvPr/>
          </p:nvSpPr>
          <p:spPr>
            <a:xfrm>
              <a:off x="5063775" y="2450150"/>
              <a:ext cx="23200" cy="5975"/>
            </a:xfrm>
            <a:custGeom>
              <a:avLst/>
              <a:gdLst/>
              <a:ahLst/>
              <a:cxnLst/>
              <a:rect l="l" t="t" r="r" b="b"/>
              <a:pathLst>
                <a:path w="928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5"/>
            <p:cNvSpPr/>
            <p:nvPr/>
          </p:nvSpPr>
          <p:spPr>
            <a:xfrm>
              <a:off x="4688100" y="2450150"/>
              <a:ext cx="23925" cy="5975"/>
            </a:xfrm>
            <a:custGeom>
              <a:avLst/>
              <a:gdLst/>
              <a:ahLst/>
              <a:cxnLst/>
              <a:rect l="l" t="t" r="r" b="b"/>
              <a:pathLst>
                <a:path w="957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56" y="238"/>
                  </a:lnTo>
                  <a:lnTo>
                    <a:pt x="9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5"/>
            <p:cNvSpPr/>
            <p:nvPr/>
          </p:nvSpPr>
          <p:spPr>
            <a:xfrm>
              <a:off x="4641525" y="2450150"/>
              <a:ext cx="23400" cy="5975"/>
            </a:xfrm>
            <a:custGeom>
              <a:avLst/>
              <a:gdLst/>
              <a:ahLst/>
              <a:cxnLst/>
              <a:rect l="l" t="t" r="r" b="b"/>
              <a:pathLst>
                <a:path w="936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36" y="238"/>
                  </a:lnTo>
                  <a:lnTo>
                    <a:pt x="93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5"/>
            <p:cNvSpPr/>
            <p:nvPr/>
          </p:nvSpPr>
          <p:spPr>
            <a:xfrm>
              <a:off x="4922850" y="2450150"/>
              <a:ext cx="23925" cy="5975"/>
            </a:xfrm>
            <a:custGeom>
              <a:avLst/>
              <a:gdLst/>
              <a:ahLst/>
              <a:cxnLst/>
              <a:rect l="l" t="t" r="r" b="b"/>
              <a:pathLst>
                <a:path w="957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56" y="238"/>
                  </a:lnTo>
                  <a:lnTo>
                    <a:pt x="9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5"/>
            <p:cNvSpPr/>
            <p:nvPr/>
          </p:nvSpPr>
          <p:spPr>
            <a:xfrm>
              <a:off x="4594275" y="2450150"/>
              <a:ext cx="24100" cy="5975"/>
            </a:xfrm>
            <a:custGeom>
              <a:avLst/>
              <a:gdLst/>
              <a:ahLst/>
              <a:cxnLst/>
              <a:rect l="l" t="t" r="r" b="b"/>
              <a:pathLst>
                <a:path w="964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63" y="238"/>
                  </a:lnTo>
                  <a:lnTo>
                    <a:pt x="96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5"/>
            <p:cNvSpPr/>
            <p:nvPr/>
          </p:nvSpPr>
          <p:spPr>
            <a:xfrm>
              <a:off x="4876275" y="2450150"/>
              <a:ext cx="23225" cy="5975"/>
            </a:xfrm>
            <a:custGeom>
              <a:avLst/>
              <a:gdLst/>
              <a:ahLst/>
              <a:cxnLst/>
              <a:rect l="l" t="t" r="r" b="b"/>
              <a:pathLst>
                <a:path w="929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29" y="238"/>
                  </a:lnTo>
                  <a:lnTo>
                    <a:pt x="92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5"/>
            <p:cNvSpPr/>
            <p:nvPr/>
          </p:nvSpPr>
          <p:spPr>
            <a:xfrm>
              <a:off x="4829025" y="2450150"/>
              <a:ext cx="24075" cy="5975"/>
            </a:xfrm>
            <a:custGeom>
              <a:avLst/>
              <a:gdLst/>
              <a:ahLst/>
              <a:cxnLst/>
              <a:rect l="l" t="t" r="r" b="b"/>
              <a:pathLst>
                <a:path w="963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63" y="238"/>
                  </a:lnTo>
                  <a:lnTo>
                    <a:pt x="96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5"/>
            <p:cNvSpPr/>
            <p:nvPr/>
          </p:nvSpPr>
          <p:spPr>
            <a:xfrm>
              <a:off x="4735375" y="2450150"/>
              <a:ext cx="23200" cy="5975"/>
            </a:xfrm>
            <a:custGeom>
              <a:avLst/>
              <a:gdLst/>
              <a:ahLst/>
              <a:cxnLst/>
              <a:rect l="l" t="t" r="r" b="b"/>
              <a:pathLst>
                <a:path w="928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5"/>
            <p:cNvSpPr/>
            <p:nvPr/>
          </p:nvSpPr>
          <p:spPr>
            <a:xfrm>
              <a:off x="4782625" y="2450150"/>
              <a:ext cx="23225" cy="5975"/>
            </a:xfrm>
            <a:custGeom>
              <a:avLst/>
              <a:gdLst/>
              <a:ahLst/>
              <a:cxnLst/>
              <a:rect l="l" t="t" r="r" b="b"/>
              <a:pathLst>
                <a:path w="929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5"/>
            <p:cNvSpPr/>
            <p:nvPr/>
          </p:nvSpPr>
          <p:spPr>
            <a:xfrm>
              <a:off x="5393750" y="2450150"/>
              <a:ext cx="23200" cy="5975"/>
            </a:xfrm>
            <a:custGeom>
              <a:avLst/>
              <a:gdLst/>
              <a:ahLst/>
              <a:cxnLst/>
              <a:rect l="l" t="t" r="r" b="b"/>
              <a:pathLst>
                <a:path w="928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5"/>
            <p:cNvSpPr/>
            <p:nvPr/>
          </p:nvSpPr>
          <p:spPr>
            <a:xfrm>
              <a:off x="5346475" y="2450150"/>
              <a:ext cx="23925" cy="5975"/>
            </a:xfrm>
            <a:custGeom>
              <a:avLst/>
              <a:gdLst/>
              <a:ahLst/>
              <a:cxnLst/>
              <a:rect l="l" t="t" r="r" b="b"/>
              <a:pathLst>
                <a:path w="957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56" y="238"/>
                  </a:lnTo>
                  <a:lnTo>
                    <a:pt x="9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5"/>
            <p:cNvSpPr/>
            <p:nvPr/>
          </p:nvSpPr>
          <p:spPr>
            <a:xfrm>
              <a:off x="5487400" y="2450150"/>
              <a:ext cx="23400" cy="5975"/>
            </a:xfrm>
            <a:custGeom>
              <a:avLst/>
              <a:gdLst/>
              <a:ahLst/>
              <a:cxnLst/>
              <a:rect l="l" t="t" r="r" b="b"/>
              <a:pathLst>
                <a:path w="936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35" y="238"/>
                  </a:lnTo>
                  <a:lnTo>
                    <a:pt x="93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5"/>
            <p:cNvSpPr/>
            <p:nvPr/>
          </p:nvSpPr>
          <p:spPr>
            <a:xfrm>
              <a:off x="5440125" y="2450150"/>
              <a:ext cx="24100" cy="5975"/>
            </a:xfrm>
            <a:custGeom>
              <a:avLst/>
              <a:gdLst/>
              <a:ahLst/>
              <a:cxnLst/>
              <a:rect l="l" t="t" r="r" b="b"/>
              <a:pathLst>
                <a:path w="964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63" y="238"/>
                  </a:lnTo>
                  <a:lnTo>
                    <a:pt x="96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5"/>
            <p:cNvSpPr/>
            <p:nvPr/>
          </p:nvSpPr>
          <p:spPr>
            <a:xfrm>
              <a:off x="5299900" y="2450150"/>
              <a:ext cx="23400" cy="5975"/>
            </a:xfrm>
            <a:custGeom>
              <a:avLst/>
              <a:gdLst/>
              <a:ahLst/>
              <a:cxnLst/>
              <a:rect l="l" t="t" r="r" b="b"/>
              <a:pathLst>
                <a:path w="936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36" y="238"/>
                  </a:lnTo>
                  <a:lnTo>
                    <a:pt x="93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5"/>
            <p:cNvSpPr/>
            <p:nvPr/>
          </p:nvSpPr>
          <p:spPr>
            <a:xfrm>
              <a:off x="5252650" y="2450150"/>
              <a:ext cx="23400" cy="5975"/>
            </a:xfrm>
            <a:custGeom>
              <a:avLst/>
              <a:gdLst/>
              <a:ahLst/>
              <a:cxnLst/>
              <a:rect l="l" t="t" r="r" b="b"/>
              <a:pathLst>
                <a:path w="936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35" y="238"/>
                  </a:lnTo>
                  <a:lnTo>
                    <a:pt x="93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5"/>
            <p:cNvSpPr/>
            <p:nvPr/>
          </p:nvSpPr>
          <p:spPr>
            <a:xfrm>
              <a:off x="5206250" y="2450150"/>
              <a:ext cx="23225" cy="5975"/>
            </a:xfrm>
            <a:custGeom>
              <a:avLst/>
              <a:gdLst/>
              <a:ahLst/>
              <a:cxnLst/>
              <a:rect l="l" t="t" r="r" b="b"/>
              <a:pathLst>
                <a:path w="929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29" y="238"/>
                  </a:lnTo>
                  <a:lnTo>
                    <a:pt x="92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5"/>
            <p:cNvSpPr/>
            <p:nvPr/>
          </p:nvSpPr>
          <p:spPr>
            <a:xfrm>
              <a:off x="5159000" y="2450150"/>
              <a:ext cx="23200" cy="5975"/>
            </a:xfrm>
            <a:custGeom>
              <a:avLst/>
              <a:gdLst/>
              <a:ahLst/>
              <a:cxnLst/>
              <a:rect l="l" t="t" r="r" b="b"/>
              <a:pathLst>
                <a:path w="928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5"/>
            <p:cNvSpPr/>
            <p:nvPr/>
          </p:nvSpPr>
          <p:spPr>
            <a:xfrm>
              <a:off x="4313125" y="2450150"/>
              <a:ext cx="23225" cy="5975"/>
            </a:xfrm>
            <a:custGeom>
              <a:avLst/>
              <a:gdLst/>
              <a:ahLst/>
              <a:cxnLst/>
              <a:rect l="l" t="t" r="r" b="b"/>
              <a:pathLst>
                <a:path w="929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29" y="238"/>
                  </a:lnTo>
                  <a:lnTo>
                    <a:pt x="92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5"/>
            <p:cNvSpPr/>
            <p:nvPr/>
          </p:nvSpPr>
          <p:spPr>
            <a:xfrm>
              <a:off x="4547875" y="2450150"/>
              <a:ext cx="23225" cy="5975"/>
            </a:xfrm>
            <a:custGeom>
              <a:avLst/>
              <a:gdLst/>
              <a:ahLst/>
              <a:cxnLst/>
              <a:rect l="l" t="t" r="r" b="b"/>
              <a:pathLst>
                <a:path w="929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29" y="238"/>
                  </a:lnTo>
                  <a:lnTo>
                    <a:pt x="92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5"/>
            <p:cNvSpPr/>
            <p:nvPr/>
          </p:nvSpPr>
          <p:spPr>
            <a:xfrm>
              <a:off x="4500625" y="2450150"/>
              <a:ext cx="23225" cy="5975"/>
            </a:xfrm>
            <a:custGeom>
              <a:avLst/>
              <a:gdLst/>
              <a:ahLst/>
              <a:cxnLst/>
              <a:rect l="l" t="t" r="r" b="b"/>
              <a:pathLst>
                <a:path w="929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5"/>
            <p:cNvSpPr/>
            <p:nvPr/>
          </p:nvSpPr>
          <p:spPr>
            <a:xfrm>
              <a:off x="4453350" y="2450150"/>
              <a:ext cx="24100" cy="5975"/>
            </a:xfrm>
            <a:custGeom>
              <a:avLst/>
              <a:gdLst/>
              <a:ahLst/>
              <a:cxnLst/>
              <a:rect l="l" t="t" r="r" b="b"/>
              <a:pathLst>
                <a:path w="964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63" y="238"/>
                  </a:lnTo>
                  <a:lnTo>
                    <a:pt x="96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5"/>
            <p:cNvSpPr/>
            <p:nvPr/>
          </p:nvSpPr>
          <p:spPr>
            <a:xfrm>
              <a:off x="4126350" y="2450150"/>
              <a:ext cx="24100" cy="5975"/>
            </a:xfrm>
            <a:custGeom>
              <a:avLst/>
              <a:gdLst/>
              <a:ahLst/>
              <a:cxnLst/>
              <a:rect l="l" t="t" r="r" b="b"/>
              <a:pathLst>
                <a:path w="964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63" y="238"/>
                  </a:lnTo>
                  <a:lnTo>
                    <a:pt x="96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5"/>
            <p:cNvSpPr/>
            <p:nvPr/>
          </p:nvSpPr>
          <p:spPr>
            <a:xfrm>
              <a:off x="3998500" y="2336100"/>
              <a:ext cx="9450" cy="24100"/>
            </a:xfrm>
            <a:custGeom>
              <a:avLst/>
              <a:gdLst/>
              <a:ahLst/>
              <a:cxnLst/>
              <a:rect l="l" t="t" r="r" b="b"/>
              <a:pathLst>
                <a:path w="378" h="964" extrusionOk="0">
                  <a:moveTo>
                    <a:pt x="1" y="0"/>
                  </a:moveTo>
                  <a:cubicBezTo>
                    <a:pt x="29" y="321"/>
                    <a:pt x="57" y="642"/>
                    <a:pt x="147" y="963"/>
                  </a:cubicBezTo>
                  <a:lnTo>
                    <a:pt x="378" y="900"/>
                  </a:lnTo>
                  <a:cubicBezTo>
                    <a:pt x="287" y="614"/>
                    <a:pt x="259" y="293"/>
                    <a:pt x="2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5"/>
            <p:cNvSpPr/>
            <p:nvPr/>
          </p:nvSpPr>
          <p:spPr>
            <a:xfrm>
              <a:off x="4406800" y="2450150"/>
              <a:ext cx="23375" cy="5975"/>
            </a:xfrm>
            <a:custGeom>
              <a:avLst/>
              <a:gdLst/>
              <a:ahLst/>
              <a:cxnLst/>
              <a:rect l="l" t="t" r="r" b="b"/>
              <a:pathLst>
                <a:path w="935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35" y="238"/>
                  </a:lnTo>
                  <a:lnTo>
                    <a:pt x="93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5"/>
            <p:cNvSpPr/>
            <p:nvPr/>
          </p:nvSpPr>
          <p:spPr>
            <a:xfrm>
              <a:off x="4079775" y="2441450"/>
              <a:ext cx="24100" cy="12400"/>
            </a:xfrm>
            <a:custGeom>
              <a:avLst/>
              <a:gdLst/>
              <a:ahLst/>
              <a:cxnLst/>
              <a:rect l="l" t="t" r="r" b="b"/>
              <a:pathLst>
                <a:path w="964" h="496" extrusionOk="0">
                  <a:moveTo>
                    <a:pt x="91" y="0"/>
                  </a:moveTo>
                  <a:lnTo>
                    <a:pt x="1" y="237"/>
                  </a:lnTo>
                  <a:cubicBezTo>
                    <a:pt x="294" y="349"/>
                    <a:pt x="615" y="440"/>
                    <a:pt x="908" y="495"/>
                  </a:cubicBezTo>
                  <a:lnTo>
                    <a:pt x="963" y="265"/>
                  </a:lnTo>
                  <a:cubicBezTo>
                    <a:pt x="670" y="209"/>
                    <a:pt x="384" y="119"/>
                    <a:pt x="9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5"/>
            <p:cNvSpPr/>
            <p:nvPr/>
          </p:nvSpPr>
          <p:spPr>
            <a:xfrm>
              <a:off x="4010025" y="2380400"/>
              <a:ext cx="16750" cy="22700"/>
            </a:xfrm>
            <a:custGeom>
              <a:avLst/>
              <a:gdLst/>
              <a:ahLst/>
              <a:cxnLst/>
              <a:rect l="l" t="t" r="r" b="b"/>
              <a:pathLst>
                <a:path w="670" h="908" extrusionOk="0">
                  <a:moveTo>
                    <a:pt x="210" y="0"/>
                  </a:moveTo>
                  <a:lnTo>
                    <a:pt x="0" y="91"/>
                  </a:lnTo>
                  <a:cubicBezTo>
                    <a:pt x="147" y="384"/>
                    <a:pt x="293" y="642"/>
                    <a:pt x="496" y="907"/>
                  </a:cubicBezTo>
                  <a:lnTo>
                    <a:pt x="670" y="789"/>
                  </a:lnTo>
                  <a:cubicBezTo>
                    <a:pt x="496" y="524"/>
                    <a:pt x="349" y="266"/>
                    <a:pt x="2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5"/>
            <p:cNvSpPr/>
            <p:nvPr/>
          </p:nvSpPr>
          <p:spPr>
            <a:xfrm>
              <a:off x="4039850" y="2416850"/>
              <a:ext cx="21825" cy="19550"/>
            </a:xfrm>
            <a:custGeom>
              <a:avLst/>
              <a:gdLst/>
              <a:ahLst/>
              <a:cxnLst/>
              <a:rect l="l" t="t" r="r" b="b"/>
              <a:pathLst>
                <a:path w="873" h="782" extrusionOk="0">
                  <a:moveTo>
                    <a:pt x="147" y="0"/>
                  </a:moveTo>
                  <a:lnTo>
                    <a:pt x="0" y="175"/>
                  </a:lnTo>
                  <a:cubicBezTo>
                    <a:pt x="237" y="405"/>
                    <a:pt x="468" y="607"/>
                    <a:pt x="761" y="782"/>
                  </a:cubicBezTo>
                  <a:lnTo>
                    <a:pt x="872" y="579"/>
                  </a:lnTo>
                  <a:cubicBezTo>
                    <a:pt x="614" y="405"/>
                    <a:pt x="377" y="231"/>
                    <a:pt x="14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5"/>
            <p:cNvSpPr/>
            <p:nvPr/>
          </p:nvSpPr>
          <p:spPr>
            <a:xfrm>
              <a:off x="4171350" y="2450150"/>
              <a:ext cx="24075" cy="5975"/>
            </a:xfrm>
            <a:custGeom>
              <a:avLst/>
              <a:gdLst/>
              <a:ahLst/>
              <a:cxnLst/>
              <a:rect l="l" t="t" r="r" b="b"/>
              <a:pathLst>
                <a:path w="963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63" y="238"/>
                  </a:lnTo>
                  <a:lnTo>
                    <a:pt x="96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5"/>
            <p:cNvSpPr/>
            <p:nvPr/>
          </p:nvSpPr>
          <p:spPr>
            <a:xfrm>
              <a:off x="4265875" y="2450150"/>
              <a:ext cx="23225" cy="5975"/>
            </a:xfrm>
            <a:custGeom>
              <a:avLst/>
              <a:gdLst/>
              <a:ahLst/>
              <a:cxnLst/>
              <a:rect l="l" t="t" r="r" b="b"/>
              <a:pathLst>
                <a:path w="929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5"/>
            <p:cNvSpPr/>
            <p:nvPr/>
          </p:nvSpPr>
          <p:spPr>
            <a:xfrm>
              <a:off x="4359700" y="2450150"/>
              <a:ext cx="23925" cy="5975"/>
            </a:xfrm>
            <a:custGeom>
              <a:avLst/>
              <a:gdLst/>
              <a:ahLst/>
              <a:cxnLst/>
              <a:rect l="l" t="t" r="r" b="b"/>
              <a:pathLst>
                <a:path w="957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56" y="238"/>
                  </a:lnTo>
                  <a:lnTo>
                    <a:pt x="9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5"/>
            <p:cNvSpPr/>
            <p:nvPr/>
          </p:nvSpPr>
          <p:spPr>
            <a:xfrm>
              <a:off x="4218600" y="2450150"/>
              <a:ext cx="23400" cy="5975"/>
            </a:xfrm>
            <a:custGeom>
              <a:avLst/>
              <a:gdLst/>
              <a:ahLst/>
              <a:cxnLst/>
              <a:rect l="l" t="t" r="r" b="b"/>
              <a:pathLst>
                <a:path w="936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36" y="238"/>
                  </a:lnTo>
                  <a:lnTo>
                    <a:pt x="93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5"/>
            <p:cNvSpPr/>
            <p:nvPr/>
          </p:nvSpPr>
          <p:spPr>
            <a:xfrm>
              <a:off x="6381200" y="2450150"/>
              <a:ext cx="24100" cy="5975"/>
            </a:xfrm>
            <a:custGeom>
              <a:avLst/>
              <a:gdLst/>
              <a:ahLst/>
              <a:cxnLst/>
              <a:rect l="l" t="t" r="r" b="b"/>
              <a:pathLst>
                <a:path w="964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64" y="238"/>
                  </a:lnTo>
                  <a:lnTo>
                    <a:pt x="96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5"/>
            <p:cNvSpPr/>
            <p:nvPr/>
          </p:nvSpPr>
          <p:spPr>
            <a:xfrm>
              <a:off x="6334825" y="2450150"/>
              <a:ext cx="23225" cy="5975"/>
            </a:xfrm>
            <a:custGeom>
              <a:avLst/>
              <a:gdLst/>
              <a:ahLst/>
              <a:cxnLst/>
              <a:rect l="l" t="t" r="r" b="b"/>
              <a:pathLst>
                <a:path w="929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5"/>
            <p:cNvSpPr/>
            <p:nvPr/>
          </p:nvSpPr>
          <p:spPr>
            <a:xfrm>
              <a:off x="6475050" y="2450150"/>
              <a:ext cx="24600" cy="5975"/>
            </a:xfrm>
            <a:custGeom>
              <a:avLst/>
              <a:gdLst/>
              <a:ahLst/>
              <a:cxnLst/>
              <a:rect l="l" t="t" r="r" b="b"/>
              <a:pathLst>
                <a:path w="984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84" y="238"/>
                  </a:lnTo>
                  <a:lnTo>
                    <a:pt x="98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5"/>
            <p:cNvSpPr/>
            <p:nvPr/>
          </p:nvSpPr>
          <p:spPr>
            <a:xfrm>
              <a:off x="6428475" y="2450150"/>
              <a:ext cx="23225" cy="5975"/>
            </a:xfrm>
            <a:custGeom>
              <a:avLst/>
              <a:gdLst/>
              <a:ahLst/>
              <a:cxnLst/>
              <a:rect l="l" t="t" r="r" b="b"/>
              <a:pathLst>
                <a:path w="929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5"/>
            <p:cNvSpPr/>
            <p:nvPr/>
          </p:nvSpPr>
          <p:spPr>
            <a:xfrm>
              <a:off x="6052800" y="2450150"/>
              <a:ext cx="23225" cy="5975"/>
            </a:xfrm>
            <a:custGeom>
              <a:avLst/>
              <a:gdLst/>
              <a:ahLst/>
              <a:cxnLst/>
              <a:rect l="l" t="t" r="r" b="b"/>
              <a:pathLst>
                <a:path w="929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29" y="238"/>
                  </a:lnTo>
                  <a:lnTo>
                    <a:pt x="92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5"/>
            <p:cNvSpPr/>
            <p:nvPr/>
          </p:nvSpPr>
          <p:spPr>
            <a:xfrm>
              <a:off x="6006250" y="2450150"/>
              <a:ext cx="23400" cy="5975"/>
            </a:xfrm>
            <a:custGeom>
              <a:avLst/>
              <a:gdLst/>
              <a:ahLst/>
              <a:cxnLst/>
              <a:rect l="l" t="t" r="r" b="b"/>
              <a:pathLst>
                <a:path w="936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35" y="238"/>
                  </a:lnTo>
                  <a:lnTo>
                    <a:pt x="93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5"/>
            <p:cNvSpPr/>
            <p:nvPr/>
          </p:nvSpPr>
          <p:spPr>
            <a:xfrm>
              <a:off x="6287550" y="2450150"/>
              <a:ext cx="23225" cy="5975"/>
            </a:xfrm>
            <a:custGeom>
              <a:avLst/>
              <a:gdLst/>
              <a:ahLst/>
              <a:cxnLst/>
              <a:rect l="l" t="t" r="r" b="b"/>
              <a:pathLst>
                <a:path w="929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29" y="238"/>
                  </a:lnTo>
                  <a:lnTo>
                    <a:pt x="92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5"/>
            <p:cNvSpPr/>
            <p:nvPr/>
          </p:nvSpPr>
          <p:spPr>
            <a:xfrm>
              <a:off x="5958975" y="2450150"/>
              <a:ext cx="23400" cy="5975"/>
            </a:xfrm>
            <a:custGeom>
              <a:avLst/>
              <a:gdLst/>
              <a:ahLst/>
              <a:cxnLst/>
              <a:rect l="l" t="t" r="r" b="b"/>
              <a:pathLst>
                <a:path w="936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36" y="238"/>
                  </a:lnTo>
                  <a:lnTo>
                    <a:pt x="93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5"/>
            <p:cNvSpPr/>
            <p:nvPr/>
          </p:nvSpPr>
          <p:spPr>
            <a:xfrm>
              <a:off x="6240300" y="2450150"/>
              <a:ext cx="23900" cy="5975"/>
            </a:xfrm>
            <a:custGeom>
              <a:avLst/>
              <a:gdLst/>
              <a:ahLst/>
              <a:cxnLst/>
              <a:rect l="l" t="t" r="r" b="b"/>
              <a:pathLst>
                <a:path w="956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56" y="238"/>
                  </a:lnTo>
                  <a:lnTo>
                    <a:pt x="9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5"/>
            <p:cNvSpPr/>
            <p:nvPr/>
          </p:nvSpPr>
          <p:spPr>
            <a:xfrm>
              <a:off x="6193725" y="2450150"/>
              <a:ext cx="23400" cy="5975"/>
            </a:xfrm>
            <a:custGeom>
              <a:avLst/>
              <a:gdLst/>
              <a:ahLst/>
              <a:cxnLst/>
              <a:rect l="l" t="t" r="r" b="b"/>
              <a:pathLst>
                <a:path w="936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35" y="238"/>
                  </a:lnTo>
                  <a:lnTo>
                    <a:pt x="93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5"/>
            <p:cNvSpPr/>
            <p:nvPr/>
          </p:nvSpPr>
          <p:spPr>
            <a:xfrm>
              <a:off x="6100075" y="2450150"/>
              <a:ext cx="23225" cy="5975"/>
            </a:xfrm>
            <a:custGeom>
              <a:avLst/>
              <a:gdLst/>
              <a:ahLst/>
              <a:cxnLst/>
              <a:rect l="l" t="t" r="r" b="b"/>
              <a:pathLst>
                <a:path w="929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5"/>
            <p:cNvSpPr/>
            <p:nvPr/>
          </p:nvSpPr>
          <p:spPr>
            <a:xfrm>
              <a:off x="6146475" y="2450150"/>
              <a:ext cx="24075" cy="5975"/>
            </a:xfrm>
            <a:custGeom>
              <a:avLst/>
              <a:gdLst/>
              <a:ahLst/>
              <a:cxnLst/>
              <a:rect l="l" t="t" r="r" b="b"/>
              <a:pathLst>
                <a:path w="963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63" y="238"/>
                  </a:lnTo>
                  <a:lnTo>
                    <a:pt x="96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5"/>
            <p:cNvSpPr/>
            <p:nvPr/>
          </p:nvSpPr>
          <p:spPr>
            <a:xfrm>
              <a:off x="6758450" y="2450150"/>
              <a:ext cx="23225" cy="5975"/>
            </a:xfrm>
            <a:custGeom>
              <a:avLst/>
              <a:gdLst/>
              <a:ahLst/>
              <a:cxnLst/>
              <a:rect l="l" t="t" r="r" b="b"/>
              <a:pathLst>
                <a:path w="929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5"/>
            <p:cNvSpPr/>
            <p:nvPr/>
          </p:nvSpPr>
          <p:spPr>
            <a:xfrm>
              <a:off x="6711175" y="2450150"/>
              <a:ext cx="23225" cy="5975"/>
            </a:xfrm>
            <a:custGeom>
              <a:avLst/>
              <a:gdLst/>
              <a:ahLst/>
              <a:cxnLst/>
              <a:rect l="l" t="t" r="r" b="b"/>
              <a:pathLst>
                <a:path w="929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29" y="238"/>
                  </a:lnTo>
                  <a:lnTo>
                    <a:pt x="92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5"/>
            <p:cNvSpPr/>
            <p:nvPr/>
          </p:nvSpPr>
          <p:spPr>
            <a:xfrm>
              <a:off x="6852100" y="2450150"/>
              <a:ext cx="23400" cy="5975"/>
            </a:xfrm>
            <a:custGeom>
              <a:avLst/>
              <a:gdLst/>
              <a:ahLst/>
              <a:cxnLst/>
              <a:rect l="l" t="t" r="r" b="b"/>
              <a:pathLst>
                <a:path w="936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35" y="238"/>
                  </a:lnTo>
                  <a:lnTo>
                    <a:pt x="93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5"/>
            <p:cNvSpPr/>
            <p:nvPr/>
          </p:nvSpPr>
          <p:spPr>
            <a:xfrm>
              <a:off x="6804850" y="2450150"/>
              <a:ext cx="23375" cy="5975"/>
            </a:xfrm>
            <a:custGeom>
              <a:avLst/>
              <a:gdLst/>
              <a:ahLst/>
              <a:cxnLst/>
              <a:rect l="l" t="t" r="r" b="b"/>
              <a:pathLst>
                <a:path w="935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35" y="238"/>
                  </a:lnTo>
                  <a:lnTo>
                    <a:pt x="93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5"/>
            <p:cNvSpPr/>
            <p:nvPr/>
          </p:nvSpPr>
          <p:spPr>
            <a:xfrm>
              <a:off x="6663925" y="2450150"/>
              <a:ext cx="24100" cy="5975"/>
            </a:xfrm>
            <a:custGeom>
              <a:avLst/>
              <a:gdLst/>
              <a:ahLst/>
              <a:cxnLst/>
              <a:rect l="l" t="t" r="r" b="b"/>
              <a:pathLst>
                <a:path w="964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63" y="238"/>
                  </a:lnTo>
                  <a:lnTo>
                    <a:pt x="96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5"/>
            <p:cNvSpPr/>
            <p:nvPr/>
          </p:nvSpPr>
          <p:spPr>
            <a:xfrm>
              <a:off x="6617350" y="2450150"/>
              <a:ext cx="23400" cy="5975"/>
            </a:xfrm>
            <a:custGeom>
              <a:avLst/>
              <a:gdLst/>
              <a:ahLst/>
              <a:cxnLst/>
              <a:rect l="l" t="t" r="r" b="b"/>
              <a:pathLst>
                <a:path w="936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36" y="238"/>
                  </a:lnTo>
                  <a:lnTo>
                    <a:pt x="93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5"/>
            <p:cNvSpPr/>
            <p:nvPr/>
          </p:nvSpPr>
          <p:spPr>
            <a:xfrm>
              <a:off x="6570275" y="2450150"/>
              <a:ext cx="23200" cy="5975"/>
            </a:xfrm>
            <a:custGeom>
              <a:avLst/>
              <a:gdLst/>
              <a:ahLst/>
              <a:cxnLst/>
              <a:rect l="l" t="t" r="r" b="b"/>
              <a:pathLst>
                <a:path w="928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5"/>
            <p:cNvSpPr/>
            <p:nvPr/>
          </p:nvSpPr>
          <p:spPr>
            <a:xfrm>
              <a:off x="6523700" y="2450150"/>
              <a:ext cx="23225" cy="5975"/>
            </a:xfrm>
            <a:custGeom>
              <a:avLst/>
              <a:gdLst/>
              <a:ahLst/>
              <a:cxnLst/>
              <a:rect l="l" t="t" r="r" b="b"/>
              <a:pathLst>
                <a:path w="929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5"/>
            <p:cNvSpPr/>
            <p:nvPr/>
          </p:nvSpPr>
          <p:spPr>
            <a:xfrm>
              <a:off x="5677150" y="2450150"/>
              <a:ext cx="23925" cy="5975"/>
            </a:xfrm>
            <a:custGeom>
              <a:avLst/>
              <a:gdLst/>
              <a:ahLst/>
              <a:cxnLst/>
              <a:rect l="l" t="t" r="r" b="b"/>
              <a:pathLst>
                <a:path w="957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56" y="238"/>
                  </a:lnTo>
                  <a:lnTo>
                    <a:pt x="9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5"/>
            <p:cNvSpPr/>
            <p:nvPr/>
          </p:nvSpPr>
          <p:spPr>
            <a:xfrm>
              <a:off x="5911900" y="2450150"/>
              <a:ext cx="23900" cy="5975"/>
            </a:xfrm>
            <a:custGeom>
              <a:avLst/>
              <a:gdLst/>
              <a:ahLst/>
              <a:cxnLst/>
              <a:rect l="l" t="t" r="r" b="b"/>
              <a:pathLst>
                <a:path w="956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56" y="238"/>
                  </a:lnTo>
                  <a:lnTo>
                    <a:pt x="9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5"/>
            <p:cNvSpPr/>
            <p:nvPr/>
          </p:nvSpPr>
          <p:spPr>
            <a:xfrm>
              <a:off x="5865325" y="2450150"/>
              <a:ext cx="23225" cy="5975"/>
            </a:xfrm>
            <a:custGeom>
              <a:avLst/>
              <a:gdLst/>
              <a:ahLst/>
              <a:cxnLst/>
              <a:rect l="l" t="t" r="r" b="b"/>
              <a:pathLst>
                <a:path w="929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5"/>
            <p:cNvSpPr/>
            <p:nvPr/>
          </p:nvSpPr>
          <p:spPr>
            <a:xfrm>
              <a:off x="5818075" y="2450150"/>
              <a:ext cx="23200" cy="5975"/>
            </a:xfrm>
            <a:custGeom>
              <a:avLst/>
              <a:gdLst/>
              <a:ahLst/>
              <a:cxnLst/>
              <a:rect l="l" t="t" r="r" b="b"/>
              <a:pathLst>
                <a:path w="928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5"/>
            <p:cNvSpPr/>
            <p:nvPr/>
          </p:nvSpPr>
          <p:spPr>
            <a:xfrm>
              <a:off x="5771500" y="2450150"/>
              <a:ext cx="23400" cy="5975"/>
            </a:xfrm>
            <a:custGeom>
              <a:avLst/>
              <a:gdLst/>
              <a:ahLst/>
              <a:cxnLst/>
              <a:rect l="l" t="t" r="r" b="b"/>
              <a:pathLst>
                <a:path w="936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35" y="238"/>
                  </a:lnTo>
                  <a:lnTo>
                    <a:pt x="93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5"/>
            <p:cNvSpPr/>
            <p:nvPr/>
          </p:nvSpPr>
          <p:spPr>
            <a:xfrm>
              <a:off x="5536050" y="2450150"/>
              <a:ext cx="23400" cy="5975"/>
            </a:xfrm>
            <a:custGeom>
              <a:avLst/>
              <a:gdLst/>
              <a:ahLst/>
              <a:cxnLst/>
              <a:rect l="l" t="t" r="r" b="b"/>
              <a:pathLst>
                <a:path w="936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35" y="238"/>
                  </a:lnTo>
                  <a:lnTo>
                    <a:pt x="93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5"/>
            <p:cNvSpPr/>
            <p:nvPr/>
          </p:nvSpPr>
          <p:spPr>
            <a:xfrm>
              <a:off x="5629875" y="2450150"/>
              <a:ext cx="23925" cy="5975"/>
            </a:xfrm>
            <a:custGeom>
              <a:avLst/>
              <a:gdLst/>
              <a:ahLst/>
              <a:cxnLst/>
              <a:rect l="l" t="t" r="r" b="b"/>
              <a:pathLst>
                <a:path w="957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56" y="238"/>
                  </a:lnTo>
                  <a:lnTo>
                    <a:pt x="9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5"/>
            <p:cNvSpPr/>
            <p:nvPr/>
          </p:nvSpPr>
          <p:spPr>
            <a:xfrm>
              <a:off x="5724400" y="2450150"/>
              <a:ext cx="23225" cy="5975"/>
            </a:xfrm>
            <a:custGeom>
              <a:avLst/>
              <a:gdLst/>
              <a:ahLst/>
              <a:cxnLst/>
              <a:rect l="l" t="t" r="r" b="b"/>
              <a:pathLst>
                <a:path w="929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29" y="238"/>
                  </a:lnTo>
                  <a:lnTo>
                    <a:pt x="92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5"/>
            <p:cNvSpPr/>
            <p:nvPr/>
          </p:nvSpPr>
          <p:spPr>
            <a:xfrm>
              <a:off x="5583325" y="2450150"/>
              <a:ext cx="23375" cy="5975"/>
            </a:xfrm>
            <a:custGeom>
              <a:avLst/>
              <a:gdLst/>
              <a:ahLst/>
              <a:cxnLst/>
              <a:rect l="l" t="t" r="r" b="b"/>
              <a:pathLst>
                <a:path w="935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35" y="238"/>
                  </a:lnTo>
                  <a:lnTo>
                    <a:pt x="93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5"/>
            <p:cNvSpPr/>
            <p:nvPr/>
          </p:nvSpPr>
          <p:spPr>
            <a:xfrm>
              <a:off x="6993900" y="2450150"/>
              <a:ext cx="23225" cy="5975"/>
            </a:xfrm>
            <a:custGeom>
              <a:avLst/>
              <a:gdLst/>
              <a:ahLst/>
              <a:cxnLst/>
              <a:rect l="l" t="t" r="r" b="b"/>
              <a:pathLst>
                <a:path w="929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5"/>
            <p:cNvSpPr/>
            <p:nvPr/>
          </p:nvSpPr>
          <p:spPr>
            <a:xfrm>
              <a:off x="6947325" y="2450150"/>
              <a:ext cx="23225" cy="5975"/>
            </a:xfrm>
            <a:custGeom>
              <a:avLst/>
              <a:gdLst/>
              <a:ahLst/>
              <a:cxnLst/>
              <a:rect l="l" t="t" r="r" b="b"/>
              <a:pathLst>
                <a:path w="929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5"/>
            <p:cNvSpPr/>
            <p:nvPr/>
          </p:nvSpPr>
          <p:spPr>
            <a:xfrm>
              <a:off x="7087550" y="2450150"/>
              <a:ext cx="24775" cy="5975"/>
            </a:xfrm>
            <a:custGeom>
              <a:avLst/>
              <a:gdLst/>
              <a:ahLst/>
              <a:cxnLst/>
              <a:rect l="l" t="t" r="r" b="b"/>
              <a:pathLst>
                <a:path w="991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91" y="238"/>
                  </a:lnTo>
                  <a:lnTo>
                    <a:pt x="99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5"/>
            <p:cNvSpPr/>
            <p:nvPr/>
          </p:nvSpPr>
          <p:spPr>
            <a:xfrm>
              <a:off x="7041150" y="2450150"/>
              <a:ext cx="23225" cy="5975"/>
            </a:xfrm>
            <a:custGeom>
              <a:avLst/>
              <a:gdLst/>
              <a:ahLst/>
              <a:cxnLst/>
              <a:rect l="l" t="t" r="r" b="b"/>
              <a:pathLst>
                <a:path w="929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29" y="238"/>
                  </a:lnTo>
                  <a:lnTo>
                    <a:pt x="92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5"/>
            <p:cNvSpPr/>
            <p:nvPr/>
          </p:nvSpPr>
          <p:spPr>
            <a:xfrm>
              <a:off x="6900075" y="2450150"/>
              <a:ext cx="23375" cy="5975"/>
            </a:xfrm>
            <a:custGeom>
              <a:avLst/>
              <a:gdLst/>
              <a:ahLst/>
              <a:cxnLst/>
              <a:rect l="l" t="t" r="r" b="b"/>
              <a:pathLst>
                <a:path w="935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35" y="238"/>
                  </a:lnTo>
                  <a:lnTo>
                    <a:pt x="93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5"/>
            <p:cNvSpPr/>
            <p:nvPr/>
          </p:nvSpPr>
          <p:spPr>
            <a:xfrm>
              <a:off x="7370250" y="2450150"/>
              <a:ext cx="24100" cy="5975"/>
            </a:xfrm>
            <a:custGeom>
              <a:avLst/>
              <a:gdLst/>
              <a:ahLst/>
              <a:cxnLst/>
              <a:rect l="l" t="t" r="r" b="b"/>
              <a:pathLst>
                <a:path w="964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63" y="238"/>
                  </a:lnTo>
                  <a:lnTo>
                    <a:pt x="96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5"/>
            <p:cNvSpPr/>
            <p:nvPr/>
          </p:nvSpPr>
          <p:spPr>
            <a:xfrm>
              <a:off x="7323700" y="2450150"/>
              <a:ext cx="23375" cy="5975"/>
            </a:xfrm>
            <a:custGeom>
              <a:avLst/>
              <a:gdLst/>
              <a:ahLst/>
              <a:cxnLst/>
              <a:rect l="l" t="t" r="r" b="b"/>
              <a:pathLst>
                <a:path w="935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35" y="238"/>
                  </a:lnTo>
                  <a:lnTo>
                    <a:pt x="93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5"/>
            <p:cNvSpPr/>
            <p:nvPr/>
          </p:nvSpPr>
          <p:spPr>
            <a:xfrm>
              <a:off x="7464775" y="2450150"/>
              <a:ext cx="23225" cy="5975"/>
            </a:xfrm>
            <a:custGeom>
              <a:avLst/>
              <a:gdLst/>
              <a:ahLst/>
              <a:cxnLst/>
              <a:rect l="l" t="t" r="r" b="b"/>
              <a:pathLst>
                <a:path w="929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29" y="238"/>
                  </a:lnTo>
                  <a:lnTo>
                    <a:pt x="92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5"/>
            <p:cNvSpPr/>
            <p:nvPr/>
          </p:nvSpPr>
          <p:spPr>
            <a:xfrm>
              <a:off x="7417525" y="2450150"/>
              <a:ext cx="23225" cy="5975"/>
            </a:xfrm>
            <a:custGeom>
              <a:avLst/>
              <a:gdLst/>
              <a:ahLst/>
              <a:cxnLst/>
              <a:rect l="l" t="t" r="r" b="b"/>
              <a:pathLst>
                <a:path w="929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5"/>
            <p:cNvSpPr/>
            <p:nvPr/>
          </p:nvSpPr>
          <p:spPr>
            <a:xfrm>
              <a:off x="7276600" y="2450150"/>
              <a:ext cx="23925" cy="5975"/>
            </a:xfrm>
            <a:custGeom>
              <a:avLst/>
              <a:gdLst/>
              <a:ahLst/>
              <a:cxnLst/>
              <a:rect l="l" t="t" r="r" b="b"/>
              <a:pathLst>
                <a:path w="957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56" y="238"/>
                  </a:lnTo>
                  <a:lnTo>
                    <a:pt x="9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5"/>
            <p:cNvSpPr/>
            <p:nvPr/>
          </p:nvSpPr>
          <p:spPr>
            <a:xfrm>
              <a:off x="7230025" y="2450150"/>
              <a:ext cx="23225" cy="5975"/>
            </a:xfrm>
            <a:custGeom>
              <a:avLst/>
              <a:gdLst/>
              <a:ahLst/>
              <a:cxnLst/>
              <a:rect l="l" t="t" r="r" b="b"/>
              <a:pathLst>
                <a:path w="929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29" y="238"/>
                  </a:lnTo>
                  <a:lnTo>
                    <a:pt x="92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5"/>
            <p:cNvSpPr/>
            <p:nvPr/>
          </p:nvSpPr>
          <p:spPr>
            <a:xfrm>
              <a:off x="7182775" y="2450150"/>
              <a:ext cx="23225" cy="5975"/>
            </a:xfrm>
            <a:custGeom>
              <a:avLst/>
              <a:gdLst/>
              <a:ahLst/>
              <a:cxnLst/>
              <a:rect l="l" t="t" r="r" b="b"/>
              <a:pathLst>
                <a:path w="929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5"/>
            <p:cNvSpPr/>
            <p:nvPr/>
          </p:nvSpPr>
          <p:spPr>
            <a:xfrm>
              <a:off x="7136200" y="2450150"/>
              <a:ext cx="23400" cy="5975"/>
            </a:xfrm>
            <a:custGeom>
              <a:avLst/>
              <a:gdLst/>
              <a:ahLst/>
              <a:cxnLst/>
              <a:rect l="l" t="t" r="r" b="b"/>
              <a:pathLst>
                <a:path w="936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36" y="238"/>
                  </a:lnTo>
                  <a:lnTo>
                    <a:pt x="93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5"/>
            <p:cNvSpPr/>
            <p:nvPr/>
          </p:nvSpPr>
          <p:spPr>
            <a:xfrm>
              <a:off x="8358600" y="2450150"/>
              <a:ext cx="23225" cy="5975"/>
            </a:xfrm>
            <a:custGeom>
              <a:avLst/>
              <a:gdLst/>
              <a:ahLst/>
              <a:cxnLst/>
              <a:rect l="l" t="t" r="r" b="b"/>
              <a:pathLst>
                <a:path w="929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5"/>
            <p:cNvSpPr/>
            <p:nvPr/>
          </p:nvSpPr>
          <p:spPr>
            <a:xfrm>
              <a:off x="8311350" y="2450150"/>
              <a:ext cx="23900" cy="5975"/>
            </a:xfrm>
            <a:custGeom>
              <a:avLst/>
              <a:gdLst/>
              <a:ahLst/>
              <a:cxnLst/>
              <a:rect l="l" t="t" r="r" b="b"/>
              <a:pathLst>
                <a:path w="956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56" y="238"/>
                  </a:lnTo>
                  <a:lnTo>
                    <a:pt x="9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5"/>
            <p:cNvSpPr/>
            <p:nvPr/>
          </p:nvSpPr>
          <p:spPr>
            <a:xfrm>
              <a:off x="8452250" y="2450150"/>
              <a:ext cx="24800" cy="5975"/>
            </a:xfrm>
            <a:custGeom>
              <a:avLst/>
              <a:gdLst/>
              <a:ahLst/>
              <a:cxnLst/>
              <a:rect l="l" t="t" r="r" b="b"/>
              <a:pathLst>
                <a:path w="992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91" y="238"/>
                  </a:lnTo>
                  <a:lnTo>
                    <a:pt x="99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5"/>
            <p:cNvSpPr/>
            <p:nvPr/>
          </p:nvSpPr>
          <p:spPr>
            <a:xfrm>
              <a:off x="8405000" y="2450150"/>
              <a:ext cx="24075" cy="5975"/>
            </a:xfrm>
            <a:custGeom>
              <a:avLst/>
              <a:gdLst/>
              <a:ahLst/>
              <a:cxnLst/>
              <a:rect l="l" t="t" r="r" b="b"/>
              <a:pathLst>
                <a:path w="963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63" y="238"/>
                  </a:lnTo>
                  <a:lnTo>
                    <a:pt x="96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5"/>
            <p:cNvSpPr/>
            <p:nvPr/>
          </p:nvSpPr>
          <p:spPr>
            <a:xfrm>
              <a:off x="8030025" y="2450150"/>
              <a:ext cx="23400" cy="5975"/>
            </a:xfrm>
            <a:custGeom>
              <a:avLst/>
              <a:gdLst/>
              <a:ahLst/>
              <a:cxnLst/>
              <a:rect l="l" t="t" r="r" b="b"/>
              <a:pathLst>
                <a:path w="936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35" y="238"/>
                  </a:lnTo>
                  <a:lnTo>
                    <a:pt x="93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5"/>
            <p:cNvSpPr/>
            <p:nvPr/>
          </p:nvSpPr>
          <p:spPr>
            <a:xfrm>
              <a:off x="7982925" y="2450150"/>
              <a:ext cx="23925" cy="5975"/>
            </a:xfrm>
            <a:custGeom>
              <a:avLst/>
              <a:gdLst/>
              <a:ahLst/>
              <a:cxnLst/>
              <a:rect l="l" t="t" r="r" b="b"/>
              <a:pathLst>
                <a:path w="957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57" y="238"/>
                  </a:lnTo>
                  <a:lnTo>
                    <a:pt x="95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5"/>
            <p:cNvSpPr/>
            <p:nvPr/>
          </p:nvSpPr>
          <p:spPr>
            <a:xfrm>
              <a:off x="8264775" y="2450150"/>
              <a:ext cx="23400" cy="5975"/>
            </a:xfrm>
            <a:custGeom>
              <a:avLst/>
              <a:gdLst/>
              <a:ahLst/>
              <a:cxnLst/>
              <a:rect l="l" t="t" r="r" b="b"/>
              <a:pathLst>
                <a:path w="936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35" y="238"/>
                  </a:lnTo>
                  <a:lnTo>
                    <a:pt x="93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5"/>
            <p:cNvSpPr/>
            <p:nvPr/>
          </p:nvSpPr>
          <p:spPr>
            <a:xfrm>
              <a:off x="7936375" y="2450150"/>
              <a:ext cx="23225" cy="5975"/>
            </a:xfrm>
            <a:custGeom>
              <a:avLst/>
              <a:gdLst/>
              <a:ahLst/>
              <a:cxnLst/>
              <a:rect l="l" t="t" r="r" b="b"/>
              <a:pathLst>
                <a:path w="929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5"/>
            <p:cNvSpPr/>
            <p:nvPr/>
          </p:nvSpPr>
          <p:spPr>
            <a:xfrm>
              <a:off x="8217500" y="2450150"/>
              <a:ext cx="23400" cy="5975"/>
            </a:xfrm>
            <a:custGeom>
              <a:avLst/>
              <a:gdLst/>
              <a:ahLst/>
              <a:cxnLst/>
              <a:rect l="l" t="t" r="r" b="b"/>
              <a:pathLst>
                <a:path w="936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36" y="238"/>
                  </a:lnTo>
                  <a:lnTo>
                    <a:pt x="93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5"/>
            <p:cNvSpPr/>
            <p:nvPr/>
          </p:nvSpPr>
          <p:spPr>
            <a:xfrm>
              <a:off x="8171125" y="2450150"/>
              <a:ext cx="23225" cy="5975"/>
            </a:xfrm>
            <a:custGeom>
              <a:avLst/>
              <a:gdLst/>
              <a:ahLst/>
              <a:cxnLst/>
              <a:rect l="l" t="t" r="r" b="b"/>
              <a:pathLst>
                <a:path w="929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5"/>
            <p:cNvSpPr/>
            <p:nvPr/>
          </p:nvSpPr>
          <p:spPr>
            <a:xfrm>
              <a:off x="8076600" y="2450150"/>
              <a:ext cx="24075" cy="5975"/>
            </a:xfrm>
            <a:custGeom>
              <a:avLst/>
              <a:gdLst/>
              <a:ahLst/>
              <a:cxnLst/>
              <a:rect l="l" t="t" r="r" b="b"/>
              <a:pathLst>
                <a:path w="963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63" y="238"/>
                  </a:lnTo>
                  <a:lnTo>
                    <a:pt x="96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5"/>
            <p:cNvSpPr/>
            <p:nvPr/>
          </p:nvSpPr>
          <p:spPr>
            <a:xfrm>
              <a:off x="8123850" y="2450150"/>
              <a:ext cx="23225" cy="5975"/>
            </a:xfrm>
            <a:custGeom>
              <a:avLst/>
              <a:gdLst/>
              <a:ahLst/>
              <a:cxnLst/>
              <a:rect l="l" t="t" r="r" b="b"/>
              <a:pathLst>
                <a:path w="929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29" y="238"/>
                  </a:lnTo>
                  <a:lnTo>
                    <a:pt x="92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5"/>
            <p:cNvSpPr/>
            <p:nvPr/>
          </p:nvSpPr>
          <p:spPr>
            <a:xfrm>
              <a:off x="7654350" y="2450150"/>
              <a:ext cx="23400" cy="5975"/>
            </a:xfrm>
            <a:custGeom>
              <a:avLst/>
              <a:gdLst/>
              <a:ahLst/>
              <a:cxnLst/>
              <a:rect l="l" t="t" r="r" b="b"/>
              <a:pathLst>
                <a:path w="936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36" y="238"/>
                  </a:lnTo>
                  <a:lnTo>
                    <a:pt x="93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5"/>
            <p:cNvSpPr/>
            <p:nvPr/>
          </p:nvSpPr>
          <p:spPr>
            <a:xfrm>
              <a:off x="7889100" y="2450150"/>
              <a:ext cx="23225" cy="5975"/>
            </a:xfrm>
            <a:custGeom>
              <a:avLst/>
              <a:gdLst/>
              <a:ahLst/>
              <a:cxnLst/>
              <a:rect l="l" t="t" r="r" b="b"/>
              <a:pathLst>
                <a:path w="929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29" y="238"/>
                  </a:lnTo>
                  <a:lnTo>
                    <a:pt x="92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5"/>
            <p:cNvSpPr/>
            <p:nvPr/>
          </p:nvSpPr>
          <p:spPr>
            <a:xfrm>
              <a:off x="7841850" y="2450150"/>
              <a:ext cx="24075" cy="5975"/>
            </a:xfrm>
            <a:custGeom>
              <a:avLst/>
              <a:gdLst/>
              <a:ahLst/>
              <a:cxnLst/>
              <a:rect l="l" t="t" r="r" b="b"/>
              <a:pathLst>
                <a:path w="963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63" y="238"/>
                  </a:lnTo>
                  <a:lnTo>
                    <a:pt x="96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5"/>
            <p:cNvSpPr/>
            <p:nvPr/>
          </p:nvSpPr>
          <p:spPr>
            <a:xfrm>
              <a:off x="7795450" y="2450150"/>
              <a:ext cx="23225" cy="5975"/>
            </a:xfrm>
            <a:custGeom>
              <a:avLst/>
              <a:gdLst/>
              <a:ahLst/>
              <a:cxnLst/>
              <a:rect l="l" t="t" r="r" b="b"/>
              <a:pathLst>
                <a:path w="929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5"/>
            <p:cNvSpPr/>
            <p:nvPr/>
          </p:nvSpPr>
          <p:spPr>
            <a:xfrm>
              <a:off x="7748200" y="2450150"/>
              <a:ext cx="23200" cy="5975"/>
            </a:xfrm>
            <a:custGeom>
              <a:avLst/>
              <a:gdLst/>
              <a:ahLst/>
              <a:cxnLst/>
              <a:rect l="l" t="t" r="r" b="b"/>
              <a:pathLst>
                <a:path w="928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5"/>
            <p:cNvSpPr/>
            <p:nvPr/>
          </p:nvSpPr>
          <p:spPr>
            <a:xfrm>
              <a:off x="7513450" y="2450150"/>
              <a:ext cx="23200" cy="5975"/>
            </a:xfrm>
            <a:custGeom>
              <a:avLst/>
              <a:gdLst/>
              <a:ahLst/>
              <a:cxnLst/>
              <a:rect l="l" t="t" r="r" b="b"/>
              <a:pathLst>
                <a:path w="928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5"/>
            <p:cNvSpPr/>
            <p:nvPr/>
          </p:nvSpPr>
          <p:spPr>
            <a:xfrm>
              <a:off x="7607100" y="2450150"/>
              <a:ext cx="23400" cy="5975"/>
            </a:xfrm>
            <a:custGeom>
              <a:avLst/>
              <a:gdLst/>
              <a:ahLst/>
              <a:cxnLst/>
              <a:rect l="l" t="t" r="r" b="b"/>
              <a:pathLst>
                <a:path w="936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35" y="238"/>
                  </a:lnTo>
                  <a:lnTo>
                    <a:pt x="93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5"/>
            <p:cNvSpPr/>
            <p:nvPr/>
          </p:nvSpPr>
          <p:spPr>
            <a:xfrm>
              <a:off x="7701625" y="2450150"/>
              <a:ext cx="23225" cy="5975"/>
            </a:xfrm>
            <a:custGeom>
              <a:avLst/>
              <a:gdLst/>
              <a:ahLst/>
              <a:cxnLst/>
              <a:rect l="l" t="t" r="r" b="b"/>
              <a:pathLst>
                <a:path w="929" h="239" extrusionOk="0">
                  <a:moveTo>
                    <a:pt x="0" y="1"/>
                  </a:moveTo>
                  <a:lnTo>
                    <a:pt x="0" y="238"/>
                  </a:lnTo>
                  <a:lnTo>
                    <a:pt x="928" y="238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5"/>
            <p:cNvSpPr/>
            <p:nvPr/>
          </p:nvSpPr>
          <p:spPr>
            <a:xfrm>
              <a:off x="7560000" y="2450150"/>
              <a:ext cx="23925" cy="5975"/>
            </a:xfrm>
            <a:custGeom>
              <a:avLst/>
              <a:gdLst/>
              <a:ahLst/>
              <a:cxnLst/>
              <a:rect l="l" t="t" r="r" b="b"/>
              <a:pathLst>
                <a:path w="957" h="239" extrusionOk="0">
                  <a:moveTo>
                    <a:pt x="1" y="1"/>
                  </a:moveTo>
                  <a:lnTo>
                    <a:pt x="1" y="238"/>
                  </a:lnTo>
                  <a:lnTo>
                    <a:pt x="957" y="238"/>
                  </a:lnTo>
                  <a:lnTo>
                    <a:pt x="95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7" name="Google Shape;357;p5"/>
          <p:cNvGrpSpPr/>
          <p:nvPr/>
        </p:nvGrpSpPr>
        <p:grpSpPr>
          <a:xfrm flipH="1">
            <a:off x="632493" y="4513137"/>
            <a:ext cx="514249" cy="630515"/>
            <a:chOff x="1551613" y="4513162"/>
            <a:chExt cx="514249" cy="630515"/>
          </a:xfrm>
        </p:grpSpPr>
        <p:grpSp>
          <p:nvGrpSpPr>
            <p:cNvPr id="358" name="Google Shape;358;p5"/>
            <p:cNvGrpSpPr/>
            <p:nvPr/>
          </p:nvGrpSpPr>
          <p:grpSpPr>
            <a:xfrm>
              <a:off x="1551613" y="4513162"/>
              <a:ext cx="347653" cy="630515"/>
              <a:chOff x="3816307" y="2352225"/>
              <a:chExt cx="1213027" cy="2199981"/>
            </a:xfrm>
          </p:grpSpPr>
          <p:sp>
            <p:nvSpPr>
              <p:cNvPr id="359" name="Google Shape;359;p5"/>
              <p:cNvSpPr/>
              <p:nvPr/>
            </p:nvSpPr>
            <p:spPr>
              <a:xfrm>
                <a:off x="3816307" y="2353110"/>
                <a:ext cx="1213027" cy="1210194"/>
              </a:xfrm>
              <a:custGeom>
                <a:avLst/>
                <a:gdLst/>
                <a:ahLst/>
                <a:cxnLst/>
                <a:rect l="l" t="t" r="r" b="b"/>
                <a:pathLst>
                  <a:path w="6852" h="6836" extrusionOk="0">
                    <a:moveTo>
                      <a:pt x="3422" y="1"/>
                    </a:moveTo>
                    <a:cubicBezTo>
                      <a:pt x="1540" y="1"/>
                      <a:pt x="14" y="1519"/>
                      <a:pt x="1" y="3404"/>
                    </a:cubicBezTo>
                    <a:cubicBezTo>
                      <a:pt x="1" y="5299"/>
                      <a:pt x="1524" y="6836"/>
                      <a:pt x="3420" y="6836"/>
                    </a:cubicBezTo>
                    <a:cubicBezTo>
                      <a:pt x="3430" y="6836"/>
                      <a:pt x="3440" y="6836"/>
                      <a:pt x="3450" y="6836"/>
                    </a:cubicBezTo>
                    <a:cubicBezTo>
                      <a:pt x="5316" y="6836"/>
                      <a:pt x="6836" y="5315"/>
                      <a:pt x="6852" y="3433"/>
                    </a:cubicBezTo>
                    <a:cubicBezTo>
                      <a:pt x="6852" y="1540"/>
                      <a:pt x="5326" y="1"/>
                      <a:pt x="3446" y="1"/>
                    </a:cubicBezTo>
                    <a:cubicBezTo>
                      <a:pt x="3438" y="1"/>
                      <a:pt x="3430" y="1"/>
                      <a:pt x="342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" name="Google Shape;360;p5"/>
              <p:cNvSpPr/>
              <p:nvPr/>
            </p:nvSpPr>
            <p:spPr>
              <a:xfrm>
                <a:off x="4199402" y="2832867"/>
                <a:ext cx="361854" cy="1719340"/>
              </a:xfrm>
              <a:custGeom>
                <a:avLst/>
                <a:gdLst/>
                <a:ahLst/>
                <a:cxnLst/>
                <a:rect l="l" t="t" r="r" b="b"/>
                <a:pathLst>
                  <a:path w="2044" h="9712" extrusionOk="0">
                    <a:moveTo>
                      <a:pt x="1187" y="1"/>
                    </a:moveTo>
                    <a:lnTo>
                      <a:pt x="929" y="3420"/>
                    </a:lnTo>
                    <a:lnTo>
                      <a:pt x="14" y="2262"/>
                    </a:lnTo>
                    <a:lnTo>
                      <a:pt x="1" y="2276"/>
                    </a:lnTo>
                    <a:lnTo>
                      <a:pt x="900" y="3815"/>
                    </a:lnTo>
                    <a:lnTo>
                      <a:pt x="736" y="9712"/>
                    </a:lnTo>
                    <a:lnTo>
                      <a:pt x="1635" y="9712"/>
                    </a:lnTo>
                    <a:lnTo>
                      <a:pt x="1364" y="1854"/>
                    </a:lnTo>
                    <a:lnTo>
                      <a:pt x="2044" y="1020"/>
                    </a:lnTo>
                    <a:lnTo>
                      <a:pt x="2031" y="1007"/>
                    </a:lnTo>
                    <a:lnTo>
                      <a:pt x="1351" y="1648"/>
                    </a:lnTo>
                    <a:lnTo>
                      <a:pt x="1240" y="14"/>
                    </a:lnTo>
                    <a:lnTo>
                      <a:pt x="11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" name="Google Shape;361;p5"/>
              <p:cNvSpPr/>
              <p:nvPr/>
            </p:nvSpPr>
            <p:spPr>
              <a:xfrm>
                <a:off x="4331999" y="2352225"/>
                <a:ext cx="697331" cy="1211079"/>
              </a:xfrm>
              <a:custGeom>
                <a:avLst/>
                <a:gdLst/>
                <a:ahLst/>
                <a:cxnLst/>
                <a:rect l="l" t="t" r="r" b="b"/>
                <a:pathLst>
                  <a:path w="3939" h="6841" extrusionOk="0">
                    <a:moveTo>
                      <a:pt x="383" y="1"/>
                    </a:moveTo>
                    <a:cubicBezTo>
                      <a:pt x="248" y="1"/>
                      <a:pt x="120" y="13"/>
                      <a:pt x="0" y="32"/>
                    </a:cubicBezTo>
                    <a:cubicBezTo>
                      <a:pt x="1651" y="290"/>
                      <a:pt x="2903" y="1722"/>
                      <a:pt x="2903" y="3438"/>
                    </a:cubicBezTo>
                    <a:cubicBezTo>
                      <a:pt x="2890" y="5141"/>
                      <a:pt x="1635" y="6556"/>
                      <a:pt x="0" y="6801"/>
                    </a:cubicBezTo>
                    <a:cubicBezTo>
                      <a:pt x="164" y="6828"/>
                      <a:pt x="327" y="6841"/>
                      <a:pt x="507" y="6841"/>
                    </a:cubicBezTo>
                    <a:cubicBezTo>
                      <a:pt x="517" y="6841"/>
                      <a:pt x="527" y="6841"/>
                      <a:pt x="537" y="6841"/>
                    </a:cubicBezTo>
                    <a:cubicBezTo>
                      <a:pt x="2403" y="6841"/>
                      <a:pt x="3923" y="5320"/>
                      <a:pt x="3939" y="3438"/>
                    </a:cubicBezTo>
                    <a:cubicBezTo>
                      <a:pt x="3939" y="1545"/>
                      <a:pt x="2413" y="6"/>
                      <a:pt x="533" y="6"/>
                    </a:cubicBezTo>
                    <a:cubicBezTo>
                      <a:pt x="482" y="2"/>
                      <a:pt x="432" y="1"/>
                      <a:pt x="383" y="1"/>
                    </a:cubicBezTo>
                    <a:close/>
                  </a:path>
                </a:pathLst>
              </a:custGeom>
              <a:solidFill>
                <a:srgbClr val="473A50">
                  <a:alpha val="434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62" name="Google Shape;362;p5"/>
            <p:cNvGrpSpPr/>
            <p:nvPr/>
          </p:nvGrpSpPr>
          <p:grpSpPr>
            <a:xfrm>
              <a:off x="1899071" y="4839761"/>
              <a:ext cx="166791" cy="302717"/>
              <a:chOff x="3816307" y="2352225"/>
              <a:chExt cx="1213027" cy="2199981"/>
            </a:xfrm>
          </p:grpSpPr>
          <p:sp>
            <p:nvSpPr>
              <p:cNvPr id="363" name="Google Shape;363;p5"/>
              <p:cNvSpPr/>
              <p:nvPr/>
            </p:nvSpPr>
            <p:spPr>
              <a:xfrm>
                <a:off x="3816307" y="2353110"/>
                <a:ext cx="1213027" cy="1210194"/>
              </a:xfrm>
              <a:custGeom>
                <a:avLst/>
                <a:gdLst/>
                <a:ahLst/>
                <a:cxnLst/>
                <a:rect l="l" t="t" r="r" b="b"/>
                <a:pathLst>
                  <a:path w="6852" h="6836" extrusionOk="0">
                    <a:moveTo>
                      <a:pt x="3422" y="1"/>
                    </a:moveTo>
                    <a:cubicBezTo>
                      <a:pt x="1540" y="1"/>
                      <a:pt x="14" y="1519"/>
                      <a:pt x="1" y="3404"/>
                    </a:cubicBezTo>
                    <a:cubicBezTo>
                      <a:pt x="1" y="5299"/>
                      <a:pt x="1524" y="6836"/>
                      <a:pt x="3420" y="6836"/>
                    </a:cubicBezTo>
                    <a:cubicBezTo>
                      <a:pt x="3430" y="6836"/>
                      <a:pt x="3440" y="6836"/>
                      <a:pt x="3450" y="6836"/>
                    </a:cubicBezTo>
                    <a:cubicBezTo>
                      <a:pt x="5316" y="6836"/>
                      <a:pt x="6836" y="5315"/>
                      <a:pt x="6852" y="3433"/>
                    </a:cubicBezTo>
                    <a:cubicBezTo>
                      <a:pt x="6852" y="1540"/>
                      <a:pt x="5326" y="1"/>
                      <a:pt x="3446" y="1"/>
                    </a:cubicBezTo>
                    <a:cubicBezTo>
                      <a:pt x="3438" y="1"/>
                      <a:pt x="3430" y="1"/>
                      <a:pt x="342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" name="Google Shape;364;p5"/>
              <p:cNvSpPr/>
              <p:nvPr/>
            </p:nvSpPr>
            <p:spPr>
              <a:xfrm>
                <a:off x="4199402" y="2832867"/>
                <a:ext cx="361854" cy="1719340"/>
              </a:xfrm>
              <a:custGeom>
                <a:avLst/>
                <a:gdLst/>
                <a:ahLst/>
                <a:cxnLst/>
                <a:rect l="l" t="t" r="r" b="b"/>
                <a:pathLst>
                  <a:path w="2044" h="9712" extrusionOk="0">
                    <a:moveTo>
                      <a:pt x="1187" y="1"/>
                    </a:moveTo>
                    <a:lnTo>
                      <a:pt x="929" y="3420"/>
                    </a:lnTo>
                    <a:lnTo>
                      <a:pt x="14" y="2262"/>
                    </a:lnTo>
                    <a:lnTo>
                      <a:pt x="1" y="2276"/>
                    </a:lnTo>
                    <a:lnTo>
                      <a:pt x="900" y="3815"/>
                    </a:lnTo>
                    <a:lnTo>
                      <a:pt x="736" y="9712"/>
                    </a:lnTo>
                    <a:lnTo>
                      <a:pt x="1635" y="9712"/>
                    </a:lnTo>
                    <a:lnTo>
                      <a:pt x="1364" y="1854"/>
                    </a:lnTo>
                    <a:lnTo>
                      <a:pt x="2044" y="1020"/>
                    </a:lnTo>
                    <a:lnTo>
                      <a:pt x="2031" y="1007"/>
                    </a:lnTo>
                    <a:lnTo>
                      <a:pt x="1351" y="1648"/>
                    </a:lnTo>
                    <a:lnTo>
                      <a:pt x="1240" y="14"/>
                    </a:lnTo>
                    <a:lnTo>
                      <a:pt x="11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" name="Google Shape;365;p5"/>
              <p:cNvSpPr/>
              <p:nvPr/>
            </p:nvSpPr>
            <p:spPr>
              <a:xfrm>
                <a:off x="4331999" y="2352225"/>
                <a:ext cx="697331" cy="1211079"/>
              </a:xfrm>
              <a:custGeom>
                <a:avLst/>
                <a:gdLst/>
                <a:ahLst/>
                <a:cxnLst/>
                <a:rect l="l" t="t" r="r" b="b"/>
                <a:pathLst>
                  <a:path w="3939" h="6841" extrusionOk="0">
                    <a:moveTo>
                      <a:pt x="383" y="1"/>
                    </a:moveTo>
                    <a:cubicBezTo>
                      <a:pt x="248" y="1"/>
                      <a:pt x="120" y="13"/>
                      <a:pt x="0" y="32"/>
                    </a:cubicBezTo>
                    <a:cubicBezTo>
                      <a:pt x="1651" y="290"/>
                      <a:pt x="2903" y="1722"/>
                      <a:pt x="2903" y="3438"/>
                    </a:cubicBezTo>
                    <a:cubicBezTo>
                      <a:pt x="2890" y="5141"/>
                      <a:pt x="1635" y="6556"/>
                      <a:pt x="0" y="6801"/>
                    </a:cubicBezTo>
                    <a:cubicBezTo>
                      <a:pt x="164" y="6828"/>
                      <a:pt x="327" y="6841"/>
                      <a:pt x="507" y="6841"/>
                    </a:cubicBezTo>
                    <a:cubicBezTo>
                      <a:pt x="517" y="6841"/>
                      <a:pt x="527" y="6841"/>
                      <a:pt x="537" y="6841"/>
                    </a:cubicBezTo>
                    <a:cubicBezTo>
                      <a:pt x="2403" y="6841"/>
                      <a:pt x="3923" y="5320"/>
                      <a:pt x="3939" y="3438"/>
                    </a:cubicBezTo>
                    <a:cubicBezTo>
                      <a:pt x="3939" y="1545"/>
                      <a:pt x="2413" y="6"/>
                      <a:pt x="533" y="6"/>
                    </a:cubicBezTo>
                    <a:cubicBezTo>
                      <a:pt x="482" y="2"/>
                      <a:pt x="432" y="1"/>
                      <a:pt x="383" y="1"/>
                    </a:cubicBezTo>
                    <a:close/>
                  </a:path>
                </a:pathLst>
              </a:custGeom>
              <a:solidFill>
                <a:srgbClr val="473A50">
                  <a:alpha val="434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66" name="Google Shape;366;p5"/>
          <p:cNvGrpSpPr/>
          <p:nvPr/>
        </p:nvGrpSpPr>
        <p:grpSpPr>
          <a:xfrm>
            <a:off x="7515019" y="3763859"/>
            <a:ext cx="1185128" cy="1127605"/>
            <a:chOff x="7900788" y="3763745"/>
            <a:chExt cx="1185128" cy="1127605"/>
          </a:xfrm>
        </p:grpSpPr>
        <p:grpSp>
          <p:nvGrpSpPr>
            <p:cNvPr id="367" name="Google Shape;367;p5"/>
            <p:cNvGrpSpPr/>
            <p:nvPr/>
          </p:nvGrpSpPr>
          <p:grpSpPr>
            <a:xfrm>
              <a:off x="7900788" y="4339435"/>
              <a:ext cx="1185128" cy="551915"/>
              <a:chOff x="7728113" y="4430335"/>
              <a:chExt cx="1185128" cy="551915"/>
            </a:xfrm>
          </p:grpSpPr>
          <p:sp>
            <p:nvSpPr>
              <p:cNvPr id="368" name="Google Shape;368;p5"/>
              <p:cNvSpPr/>
              <p:nvPr/>
            </p:nvSpPr>
            <p:spPr>
              <a:xfrm>
                <a:off x="7728113" y="4848450"/>
                <a:ext cx="993600" cy="133800"/>
              </a:xfrm>
              <a:prstGeom prst="ellipse">
                <a:avLst/>
              </a:prstGeom>
              <a:solidFill>
                <a:srgbClr val="897FBB">
                  <a:alpha val="291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69" name="Google Shape;369;p5"/>
              <p:cNvGrpSpPr/>
              <p:nvPr/>
            </p:nvGrpSpPr>
            <p:grpSpPr>
              <a:xfrm>
                <a:off x="7740297" y="4430335"/>
                <a:ext cx="1172944" cy="463143"/>
                <a:chOff x="2434350" y="2965420"/>
                <a:chExt cx="3877500" cy="1531050"/>
              </a:xfrm>
            </p:grpSpPr>
            <p:sp>
              <p:nvSpPr>
                <p:cNvPr id="370" name="Google Shape;370;p5"/>
                <p:cNvSpPr/>
                <p:nvPr/>
              </p:nvSpPr>
              <p:spPr>
                <a:xfrm>
                  <a:off x="3554346" y="3159217"/>
                  <a:ext cx="2687909" cy="73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34" h="3717" extrusionOk="0">
                      <a:moveTo>
                        <a:pt x="13509" y="0"/>
                      </a:moveTo>
                      <a:lnTo>
                        <a:pt x="0" y="938"/>
                      </a:lnTo>
                      <a:lnTo>
                        <a:pt x="572" y="3717"/>
                      </a:lnTo>
                      <a:lnTo>
                        <a:pt x="9695" y="3118"/>
                      </a:lnTo>
                      <a:lnTo>
                        <a:pt x="13634" y="1687"/>
                      </a:lnTo>
                      <a:lnTo>
                        <a:pt x="13509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1" name="Google Shape;371;p5"/>
                <p:cNvSpPr/>
                <p:nvPr/>
              </p:nvSpPr>
              <p:spPr>
                <a:xfrm>
                  <a:off x="3554346" y="3166604"/>
                  <a:ext cx="2687909" cy="732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34" h="3717" extrusionOk="0">
                      <a:moveTo>
                        <a:pt x="13509" y="0"/>
                      </a:moveTo>
                      <a:lnTo>
                        <a:pt x="0" y="938"/>
                      </a:lnTo>
                      <a:lnTo>
                        <a:pt x="572" y="3717"/>
                      </a:lnTo>
                      <a:lnTo>
                        <a:pt x="9695" y="3118"/>
                      </a:lnTo>
                      <a:lnTo>
                        <a:pt x="13634" y="1687"/>
                      </a:lnTo>
                      <a:lnTo>
                        <a:pt x="13509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2" name="Google Shape;372;p5"/>
                <p:cNvSpPr/>
                <p:nvPr/>
              </p:nvSpPr>
              <p:spPr>
                <a:xfrm>
                  <a:off x="3731582" y="3088440"/>
                  <a:ext cx="458959" cy="4763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8" h="2416" extrusionOk="0">
                      <a:moveTo>
                        <a:pt x="1142" y="1"/>
                      </a:moveTo>
                      <a:cubicBezTo>
                        <a:pt x="1120" y="1"/>
                        <a:pt x="1098" y="1"/>
                        <a:pt x="1075" y="3"/>
                      </a:cubicBezTo>
                      <a:lnTo>
                        <a:pt x="843" y="16"/>
                      </a:lnTo>
                      <a:lnTo>
                        <a:pt x="856" y="45"/>
                      </a:lnTo>
                      <a:cubicBezTo>
                        <a:pt x="353" y="196"/>
                        <a:pt x="0" y="699"/>
                        <a:pt x="39" y="1284"/>
                      </a:cubicBezTo>
                      <a:cubicBezTo>
                        <a:pt x="82" y="1856"/>
                        <a:pt x="503" y="2320"/>
                        <a:pt x="1007" y="2402"/>
                      </a:cubicBezTo>
                      <a:lnTo>
                        <a:pt x="1020" y="2415"/>
                      </a:lnTo>
                      <a:lnTo>
                        <a:pt x="1239" y="2402"/>
                      </a:lnTo>
                      <a:cubicBezTo>
                        <a:pt x="1866" y="2360"/>
                        <a:pt x="2327" y="1788"/>
                        <a:pt x="2275" y="1134"/>
                      </a:cubicBezTo>
                      <a:cubicBezTo>
                        <a:pt x="2234" y="491"/>
                        <a:pt x="1726" y="1"/>
                        <a:pt x="114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3" name="Google Shape;373;p5"/>
                <p:cNvSpPr/>
                <p:nvPr/>
              </p:nvSpPr>
              <p:spPr>
                <a:xfrm>
                  <a:off x="3717978" y="3091200"/>
                  <a:ext cx="394492" cy="4739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1" h="2404" extrusionOk="0">
                      <a:moveTo>
                        <a:pt x="952" y="1"/>
                      </a:moveTo>
                      <a:cubicBezTo>
                        <a:pt x="939" y="1"/>
                        <a:pt x="926" y="1"/>
                        <a:pt x="912" y="2"/>
                      </a:cubicBezTo>
                      <a:cubicBezTo>
                        <a:pt x="396" y="44"/>
                        <a:pt x="0" y="616"/>
                        <a:pt x="40" y="1270"/>
                      </a:cubicBezTo>
                      <a:cubicBezTo>
                        <a:pt x="81" y="1913"/>
                        <a:pt x="525" y="2403"/>
                        <a:pt x="1031" y="2403"/>
                      </a:cubicBezTo>
                      <a:cubicBezTo>
                        <a:pt x="1050" y="2403"/>
                        <a:pt x="1070" y="2403"/>
                        <a:pt x="1089" y="2401"/>
                      </a:cubicBezTo>
                      <a:cubicBezTo>
                        <a:pt x="1609" y="2372"/>
                        <a:pt x="2001" y="1800"/>
                        <a:pt x="1962" y="1146"/>
                      </a:cubicBezTo>
                      <a:cubicBezTo>
                        <a:pt x="1920" y="496"/>
                        <a:pt x="1469" y="1"/>
                        <a:pt x="95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4" name="Google Shape;374;p5"/>
                <p:cNvSpPr/>
                <p:nvPr/>
              </p:nvSpPr>
              <p:spPr>
                <a:xfrm>
                  <a:off x="5541003" y="2965420"/>
                  <a:ext cx="459551" cy="4755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31" h="2412" extrusionOk="0">
                      <a:moveTo>
                        <a:pt x="1150" y="0"/>
                      </a:moveTo>
                      <a:cubicBezTo>
                        <a:pt x="1125" y="0"/>
                        <a:pt x="1101" y="1"/>
                        <a:pt x="1076" y="3"/>
                      </a:cubicBezTo>
                      <a:lnTo>
                        <a:pt x="844" y="16"/>
                      </a:lnTo>
                      <a:lnTo>
                        <a:pt x="860" y="42"/>
                      </a:lnTo>
                      <a:cubicBezTo>
                        <a:pt x="353" y="192"/>
                        <a:pt x="0" y="695"/>
                        <a:pt x="43" y="1281"/>
                      </a:cubicBezTo>
                      <a:cubicBezTo>
                        <a:pt x="82" y="1853"/>
                        <a:pt x="504" y="2317"/>
                        <a:pt x="1007" y="2385"/>
                      </a:cubicBezTo>
                      <a:lnTo>
                        <a:pt x="1023" y="2412"/>
                      </a:lnTo>
                      <a:lnTo>
                        <a:pt x="1239" y="2398"/>
                      </a:lnTo>
                      <a:cubicBezTo>
                        <a:pt x="1867" y="2356"/>
                        <a:pt x="2331" y="1784"/>
                        <a:pt x="2275" y="1117"/>
                      </a:cubicBezTo>
                      <a:cubicBezTo>
                        <a:pt x="2235" y="489"/>
                        <a:pt x="1744" y="0"/>
                        <a:pt x="115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5" name="Google Shape;375;p5"/>
                <p:cNvSpPr/>
                <p:nvPr/>
              </p:nvSpPr>
              <p:spPr>
                <a:xfrm>
                  <a:off x="5527399" y="2967983"/>
                  <a:ext cx="395281" cy="4735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5" h="2402" extrusionOk="0">
                      <a:moveTo>
                        <a:pt x="974" y="0"/>
                      </a:moveTo>
                      <a:cubicBezTo>
                        <a:pt x="953" y="0"/>
                        <a:pt x="933" y="1"/>
                        <a:pt x="913" y="3"/>
                      </a:cubicBezTo>
                      <a:cubicBezTo>
                        <a:pt x="396" y="42"/>
                        <a:pt x="1" y="601"/>
                        <a:pt x="43" y="1268"/>
                      </a:cubicBezTo>
                      <a:cubicBezTo>
                        <a:pt x="81" y="1908"/>
                        <a:pt x="523" y="2401"/>
                        <a:pt x="1030" y="2401"/>
                      </a:cubicBezTo>
                      <a:cubicBezTo>
                        <a:pt x="1051" y="2401"/>
                        <a:pt x="1072" y="2400"/>
                        <a:pt x="1092" y="2399"/>
                      </a:cubicBezTo>
                      <a:cubicBezTo>
                        <a:pt x="1609" y="2359"/>
                        <a:pt x="2004" y="1800"/>
                        <a:pt x="1962" y="1134"/>
                      </a:cubicBezTo>
                      <a:cubicBezTo>
                        <a:pt x="1924" y="505"/>
                        <a:pt x="1481" y="0"/>
                        <a:pt x="97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6" name="Google Shape;376;p5"/>
                <p:cNvSpPr/>
                <p:nvPr/>
              </p:nvSpPr>
              <p:spPr>
                <a:xfrm>
                  <a:off x="3554346" y="3159217"/>
                  <a:ext cx="2671743" cy="286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552" h="1455" extrusionOk="0">
                      <a:moveTo>
                        <a:pt x="13509" y="0"/>
                      </a:moveTo>
                      <a:lnTo>
                        <a:pt x="0" y="938"/>
                      </a:lnTo>
                      <a:lnTo>
                        <a:pt x="108" y="1455"/>
                      </a:lnTo>
                      <a:lnTo>
                        <a:pt x="13552" y="530"/>
                      </a:lnTo>
                      <a:lnTo>
                        <a:pt x="13509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7" name="Google Shape;377;p5"/>
                <p:cNvSpPr/>
                <p:nvPr/>
              </p:nvSpPr>
              <p:spPr>
                <a:xfrm>
                  <a:off x="3777320" y="3773926"/>
                  <a:ext cx="1688371" cy="6657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64" h="3377" extrusionOk="0">
                      <a:moveTo>
                        <a:pt x="8564" y="0"/>
                      </a:moveTo>
                      <a:lnTo>
                        <a:pt x="0" y="559"/>
                      </a:lnTo>
                      <a:lnTo>
                        <a:pt x="1046" y="3377"/>
                      </a:lnTo>
                      <a:lnTo>
                        <a:pt x="5050" y="3093"/>
                      </a:lnTo>
                      <a:lnTo>
                        <a:pt x="8564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8" name="Google Shape;378;p5"/>
                <p:cNvSpPr/>
                <p:nvPr/>
              </p:nvSpPr>
              <p:spPr>
                <a:xfrm>
                  <a:off x="2488368" y="3233936"/>
                  <a:ext cx="2687515" cy="7387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32" h="3747" extrusionOk="0">
                      <a:moveTo>
                        <a:pt x="13510" y="0"/>
                      </a:moveTo>
                      <a:lnTo>
                        <a:pt x="1" y="929"/>
                      </a:lnTo>
                      <a:lnTo>
                        <a:pt x="573" y="3746"/>
                      </a:lnTo>
                      <a:lnTo>
                        <a:pt x="9696" y="3106"/>
                      </a:lnTo>
                      <a:lnTo>
                        <a:pt x="13631" y="1690"/>
                      </a:lnTo>
                      <a:lnTo>
                        <a:pt x="13510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9" name="Google Shape;379;p5"/>
                <p:cNvSpPr/>
                <p:nvPr/>
              </p:nvSpPr>
              <p:spPr>
                <a:xfrm>
                  <a:off x="2751363" y="3548388"/>
                  <a:ext cx="1860678" cy="9480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38" h="4809" extrusionOk="0">
                      <a:moveTo>
                        <a:pt x="9437" y="0"/>
                      </a:moveTo>
                      <a:lnTo>
                        <a:pt x="1" y="1850"/>
                      </a:lnTo>
                      <a:lnTo>
                        <a:pt x="1962" y="4809"/>
                      </a:lnTo>
                      <a:lnTo>
                        <a:pt x="6250" y="4521"/>
                      </a:lnTo>
                      <a:lnTo>
                        <a:pt x="9437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0" name="Google Shape;380;p5"/>
                <p:cNvSpPr/>
                <p:nvPr/>
              </p:nvSpPr>
              <p:spPr>
                <a:xfrm>
                  <a:off x="2875172" y="3891821"/>
                  <a:ext cx="826837" cy="550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94" h="2793" extrusionOk="0">
                      <a:moveTo>
                        <a:pt x="4017" y="1"/>
                      </a:moveTo>
                      <a:lnTo>
                        <a:pt x="0" y="288"/>
                      </a:lnTo>
                      <a:lnTo>
                        <a:pt x="1661" y="2792"/>
                      </a:lnTo>
                      <a:lnTo>
                        <a:pt x="4194" y="2616"/>
                      </a:lnTo>
                      <a:lnTo>
                        <a:pt x="4017" y="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1" name="Google Shape;381;p5"/>
                <p:cNvSpPr/>
                <p:nvPr/>
              </p:nvSpPr>
              <p:spPr>
                <a:xfrm>
                  <a:off x="3084543" y="3891821"/>
                  <a:ext cx="604060" cy="3680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64" h="1867" extrusionOk="0">
                      <a:moveTo>
                        <a:pt x="2955" y="1"/>
                      </a:moveTo>
                      <a:lnTo>
                        <a:pt x="504" y="177"/>
                      </a:lnTo>
                      <a:cubicBezTo>
                        <a:pt x="327" y="272"/>
                        <a:pt x="0" y="504"/>
                        <a:pt x="0" y="504"/>
                      </a:cubicBezTo>
                      <a:lnTo>
                        <a:pt x="1347" y="533"/>
                      </a:lnTo>
                      <a:lnTo>
                        <a:pt x="327" y="1171"/>
                      </a:lnTo>
                      <a:lnTo>
                        <a:pt x="1537" y="1089"/>
                      </a:lnTo>
                      <a:lnTo>
                        <a:pt x="1076" y="1867"/>
                      </a:lnTo>
                      <a:lnTo>
                        <a:pt x="2014" y="1403"/>
                      </a:lnTo>
                      <a:lnTo>
                        <a:pt x="2246" y="1824"/>
                      </a:lnTo>
                      <a:lnTo>
                        <a:pt x="2615" y="1269"/>
                      </a:lnTo>
                      <a:lnTo>
                        <a:pt x="2955" y="1743"/>
                      </a:lnTo>
                      <a:cubicBezTo>
                        <a:pt x="2955" y="1743"/>
                        <a:pt x="3024" y="1622"/>
                        <a:pt x="3063" y="1553"/>
                      </a:cubicBezTo>
                      <a:lnTo>
                        <a:pt x="2955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2" name="Google Shape;382;p5"/>
                <p:cNvSpPr/>
                <p:nvPr/>
              </p:nvSpPr>
              <p:spPr>
                <a:xfrm>
                  <a:off x="3747551" y="3846082"/>
                  <a:ext cx="577642" cy="55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0" h="2822" extrusionOk="0">
                      <a:moveTo>
                        <a:pt x="2929" y="1"/>
                      </a:moveTo>
                      <a:lnTo>
                        <a:pt x="1" y="206"/>
                      </a:lnTo>
                      <a:lnTo>
                        <a:pt x="177" y="2821"/>
                      </a:lnTo>
                      <a:lnTo>
                        <a:pt x="981" y="2766"/>
                      </a:lnTo>
                      <a:lnTo>
                        <a:pt x="2929" y="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3" name="Google Shape;383;p5"/>
                <p:cNvSpPr/>
                <p:nvPr/>
              </p:nvSpPr>
              <p:spPr>
                <a:xfrm>
                  <a:off x="4026712" y="3773926"/>
                  <a:ext cx="1438980" cy="6066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99" h="3077" extrusionOk="0">
                      <a:moveTo>
                        <a:pt x="7299" y="0"/>
                      </a:moveTo>
                      <a:lnTo>
                        <a:pt x="1893" y="367"/>
                      </a:lnTo>
                      <a:lnTo>
                        <a:pt x="0" y="3076"/>
                      </a:lnTo>
                      <a:lnTo>
                        <a:pt x="4141" y="2792"/>
                      </a:lnTo>
                      <a:lnTo>
                        <a:pt x="7299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4" name="Google Shape;384;p5"/>
                <p:cNvSpPr/>
                <p:nvPr/>
              </p:nvSpPr>
              <p:spPr>
                <a:xfrm>
                  <a:off x="4029658" y="3828493"/>
                  <a:ext cx="1162579" cy="5259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7" h="2668" extrusionOk="0">
                      <a:moveTo>
                        <a:pt x="5462" y="0"/>
                      </a:moveTo>
                      <a:lnTo>
                        <a:pt x="4468" y="1265"/>
                      </a:lnTo>
                      <a:lnTo>
                        <a:pt x="4305" y="530"/>
                      </a:lnTo>
                      <a:lnTo>
                        <a:pt x="3759" y="994"/>
                      </a:lnTo>
                      <a:lnTo>
                        <a:pt x="3488" y="435"/>
                      </a:lnTo>
                      <a:lnTo>
                        <a:pt x="2641" y="1376"/>
                      </a:lnTo>
                      <a:lnTo>
                        <a:pt x="2167" y="722"/>
                      </a:lnTo>
                      <a:lnTo>
                        <a:pt x="1935" y="1415"/>
                      </a:lnTo>
                      <a:lnTo>
                        <a:pt x="1402" y="1131"/>
                      </a:lnTo>
                      <a:lnTo>
                        <a:pt x="1170" y="2151"/>
                      </a:lnTo>
                      <a:cubicBezTo>
                        <a:pt x="1170" y="2151"/>
                        <a:pt x="722" y="2056"/>
                        <a:pt x="517" y="1919"/>
                      </a:cubicBezTo>
                      <a:lnTo>
                        <a:pt x="0" y="2667"/>
                      </a:lnTo>
                      <a:lnTo>
                        <a:pt x="0" y="2667"/>
                      </a:lnTo>
                      <a:lnTo>
                        <a:pt x="4141" y="2383"/>
                      </a:lnTo>
                      <a:lnTo>
                        <a:pt x="5897" y="830"/>
                      </a:lnTo>
                      <a:cubicBezTo>
                        <a:pt x="5884" y="830"/>
                        <a:pt x="5884" y="817"/>
                        <a:pt x="5871" y="804"/>
                      </a:cubicBezTo>
                      <a:cubicBezTo>
                        <a:pt x="5681" y="559"/>
                        <a:pt x="5462" y="0"/>
                        <a:pt x="5462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5" name="Google Shape;385;p5"/>
                <p:cNvSpPr/>
                <p:nvPr/>
              </p:nvSpPr>
              <p:spPr>
                <a:xfrm>
                  <a:off x="6010806" y="3282237"/>
                  <a:ext cx="301044" cy="2282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7" h="1158" extrusionOk="0">
                      <a:moveTo>
                        <a:pt x="1295" y="0"/>
                      </a:moveTo>
                      <a:lnTo>
                        <a:pt x="0" y="396"/>
                      </a:lnTo>
                      <a:lnTo>
                        <a:pt x="219" y="1158"/>
                      </a:lnTo>
                      <a:lnTo>
                        <a:pt x="1527" y="765"/>
                      </a:lnTo>
                      <a:lnTo>
                        <a:pt x="1295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6" name="Google Shape;386;p5"/>
                <p:cNvSpPr/>
                <p:nvPr/>
              </p:nvSpPr>
              <p:spPr>
                <a:xfrm>
                  <a:off x="6099719" y="3282237"/>
                  <a:ext cx="212131" cy="1774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6" h="900" extrusionOk="0">
                      <a:moveTo>
                        <a:pt x="844" y="0"/>
                      </a:moveTo>
                      <a:lnTo>
                        <a:pt x="435" y="125"/>
                      </a:lnTo>
                      <a:cubicBezTo>
                        <a:pt x="530" y="177"/>
                        <a:pt x="693" y="288"/>
                        <a:pt x="693" y="288"/>
                      </a:cubicBezTo>
                      <a:lnTo>
                        <a:pt x="177" y="327"/>
                      </a:lnTo>
                      <a:lnTo>
                        <a:pt x="477" y="615"/>
                      </a:lnTo>
                      <a:lnTo>
                        <a:pt x="0" y="667"/>
                      </a:lnTo>
                      <a:cubicBezTo>
                        <a:pt x="0" y="667"/>
                        <a:pt x="396" y="860"/>
                        <a:pt x="612" y="899"/>
                      </a:cubicBezTo>
                      <a:lnTo>
                        <a:pt x="1076" y="765"/>
                      </a:lnTo>
                      <a:lnTo>
                        <a:pt x="844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7" name="Google Shape;387;p5"/>
                <p:cNvSpPr/>
                <p:nvPr/>
              </p:nvSpPr>
              <p:spPr>
                <a:xfrm>
                  <a:off x="5156959" y="3339016"/>
                  <a:ext cx="292764" cy="2036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5" h="1033" extrusionOk="0">
                      <a:moveTo>
                        <a:pt x="151" y="0"/>
                      </a:moveTo>
                      <a:lnTo>
                        <a:pt x="0" y="788"/>
                      </a:lnTo>
                      <a:lnTo>
                        <a:pt x="1337" y="1033"/>
                      </a:lnTo>
                      <a:lnTo>
                        <a:pt x="1484" y="258"/>
                      </a:lnTo>
                      <a:lnTo>
                        <a:pt x="15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8" name="Google Shape;388;p5"/>
                <p:cNvSpPr/>
                <p:nvPr/>
              </p:nvSpPr>
              <p:spPr>
                <a:xfrm>
                  <a:off x="5078889" y="3110718"/>
                  <a:ext cx="1074454" cy="4565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50" h="2316" extrusionOk="0">
                      <a:moveTo>
                        <a:pt x="5273" y="1"/>
                      </a:moveTo>
                      <a:lnTo>
                        <a:pt x="1" y="1812"/>
                      </a:lnTo>
                      <a:lnTo>
                        <a:pt x="181" y="2315"/>
                      </a:lnTo>
                      <a:lnTo>
                        <a:pt x="5450" y="504"/>
                      </a:lnTo>
                      <a:lnTo>
                        <a:pt x="527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9" name="Google Shape;389;p5"/>
                <p:cNvSpPr/>
                <p:nvPr/>
              </p:nvSpPr>
              <p:spPr>
                <a:xfrm>
                  <a:off x="2434350" y="3378840"/>
                  <a:ext cx="201879" cy="1188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4" h="603" extrusionOk="0">
                      <a:moveTo>
                        <a:pt x="994" y="1"/>
                      </a:moveTo>
                      <a:lnTo>
                        <a:pt x="0" y="69"/>
                      </a:lnTo>
                      <a:lnTo>
                        <a:pt x="30" y="602"/>
                      </a:lnTo>
                      <a:lnTo>
                        <a:pt x="1023" y="534"/>
                      </a:lnTo>
                      <a:lnTo>
                        <a:pt x="994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0" name="Google Shape;390;p5"/>
                <p:cNvSpPr/>
                <p:nvPr/>
              </p:nvSpPr>
              <p:spPr>
                <a:xfrm>
                  <a:off x="5167802" y="3081146"/>
                  <a:ext cx="1074454" cy="4563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50" h="2315" extrusionOk="0">
                      <a:moveTo>
                        <a:pt x="5270" y="1"/>
                      </a:moveTo>
                      <a:lnTo>
                        <a:pt x="1" y="1811"/>
                      </a:lnTo>
                      <a:lnTo>
                        <a:pt x="177" y="2315"/>
                      </a:lnTo>
                      <a:lnTo>
                        <a:pt x="5450" y="504"/>
                      </a:lnTo>
                      <a:lnTo>
                        <a:pt x="5270" y="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1" name="Google Shape;391;p5"/>
                <p:cNvSpPr/>
                <p:nvPr/>
              </p:nvSpPr>
              <p:spPr>
                <a:xfrm>
                  <a:off x="4327559" y="3304121"/>
                  <a:ext cx="601497" cy="3327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51" h="1688" extrusionOk="0">
                      <a:moveTo>
                        <a:pt x="2995" y="1"/>
                      </a:moveTo>
                      <a:lnTo>
                        <a:pt x="2779" y="14"/>
                      </a:lnTo>
                      <a:cubicBezTo>
                        <a:pt x="2831" y="775"/>
                        <a:pt x="2302" y="1429"/>
                        <a:pt x="1592" y="1471"/>
                      </a:cubicBezTo>
                      <a:cubicBezTo>
                        <a:pt x="1563" y="1474"/>
                        <a:pt x="1533" y="1475"/>
                        <a:pt x="1503" y="1475"/>
                      </a:cubicBezTo>
                      <a:cubicBezTo>
                        <a:pt x="1193" y="1475"/>
                        <a:pt x="890" y="1352"/>
                        <a:pt x="654" y="1128"/>
                      </a:cubicBezTo>
                      <a:cubicBezTo>
                        <a:pt x="396" y="899"/>
                        <a:pt x="233" y="556"/>
                        <a:pt x="203" y="190"/>
                      </a:cubicBezTo>
                      <a:lnTo>
                        <a:pt x="1" y="203"/>
                      </a:lnTo>
                      <a:cubicBezTo>
                        <a:pt x="27" y="625"/>
                        <a:pt x="203" y="1007"/>
                        <a:pt x="504" y="1292"/>
                      </a:cubicBezTo>
                      <a:cubicBezTo>
                        <a:pt x="788" y="1553"/>
                        <a:pt x="1145" y="1687"/>
                        <a:pt x="1498" y="1687"/>
                      </a:cubicBezTo>
                      <a:lnTo>
                        <a:pt x="1605" y="1687"/>
                      </a:lnTo>
                      <a:cubicBezTo>
                        <a:pt x="2423" y="1635"/>
                        <a:pt x="3050" y="870"/>
                        <a:pt x="2995" y="1"/>
                      </a:cubicBezTo>
                      <a:close/>
                    </a:path>
                  </a:pathLst>
                </a:custGeom>
                <a:solidFill>
                  <a:srgbClr val="473A50">
                    <a:alpha val="4348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2" name="Google Shape;392;p5"/>
                <p:cNvSpPr/>
                <p:nvPr/>
              </p:nvSpPr>
              <p:spPr>
                <a:xfrm>
                  <a:off x="2636032" y="3411173"/>
                  <a:ext cx="604060" cy="3333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64" h="1691" extrusionOk="0">
                      <a:moveTo>
                        <a:pt x="2995" y="0"/>
                      </a:moveTo>
                      <a:lnTo>
                        <a:pt x="2779" y="13"/>
                      </a:lnTo>
                      <a:cubicBezTo>
                        <a:pt x="2831" y="765"/>
                        <a:pt x="2302" y="1432"/>
                        <a:pt x="1592" y="1471"/>
                      </a:cubicBezTo>
                      <a:cubicBezTo>
                        <a:pt x="1559" y="1474"/>
                        <a:pt x="1526" y="1475"/>
                        <a:pt x="1494" y="1475"/>
                      </a:cubicBezTo>
                      <a:cubicBezTo>
                        <a:pt x="1187" y="1475"/>
                        <a:pt x="887" y="1353"/>
                        <a:pt x="654" y="1131"/>
                      </a:cubicBezTo>
                      <a:cubicBezTo>
                        <a:pt x="396" y="886"/>
                        <a:pt x="233" y="559"/>
                        <a:pt x="216" y="193"/>
                      </a:cubicBezTo>
                      <a:lnTo>
                        <a:pt x="0" y="206"/>
                      </a:lnTo>
                      <a:cubicBezTo>
                        <a:pt x="27" y="628"/>
                        <a:pt x="203" y="1010"/>
                        <a:pt x="517" y="1295"/>
                      </a:cubicBezTo>
                      <a:cubicBezTo>
                        <a:pt x="788" y="1553"/>
                        <a:pt x="1144" y="1690"/>
                        <a:pt x="1511" y="1690"/>
                      </a:cubicBezTo>
                      <a:lnTo>
                        <a:pt x="1605" y="1690"/>
                      </a:lnTo>
                      <a:cubicBezTo>
                        <a:pt x="2439" y="1635"/>
                        <a:pt x="3063" y="873"/>
                        <a:pt x="2995" y="0"/>
                      </a:cubicBezTo>
                      <a:close/>
                    </a:path>
                  </a:pathLst>
                </a:custGeom>
                <a:solidFill>
                  <a:srgbClr val="473A50">
                    <a:alpha val="4348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3" name="Google Shape;393;p5"/>
                <p:cNvSpPr/>
                <p:nvPr/>
              </p:nvSpPr>
              <p:spPr>
                <a:xfrm>
                  <a:off x="4394589" y="3076414"/>
                  <a:ext cx="504698" cy="4678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60" h="2373" extrusionOk="0">
                      <a:moveTo>
                        <a:pt x="1326" y="0"/>
                      </a:moveTo>
                      <a:cubicBezTo>
                        <a:pt x="907" y="0"/>
                        <a:pt x="496" y="241"/>
                        <a:pt x="272" y="665"/>
                      </a:cubicBezTo>
                      <a:cubicBezTo>
                        <a:pt x="1" y="1169"/>
                        <a:pt x="108" y="1780"/>
                        <a:pt x="504" y="2120"/>
                      </a:cubicBezTo>
                      <a:lnTo>
                        <a:pt x="491" y="2136"/>
                      </a:lnTo>
                      <a:lnTo>
                        <a:pt x="693" y="2244"/>
                      </a:lnTo>
                      <a:cubicBezTo>
                        <a:pt x="852" y="2332"/>
                        <a:pt x="1024" y="2373"/>
                        <a:pt x="1195" y="2373"/>
                      </a:cubicBezTo>
                      <a:cubicBezTo>
                        <a:pt x="1612" y="2373"/>
                        <a:pt x="2026" y="2128"/>
                        <a:pt x="2246" y="1711"/>
                      </a:cubicBezTo>
                      <a:cubicBezTo>
                        <a:pt x="2560" y="1126"/>
                        <a:pt x="2370" y="420"/>
                        <a:pt x="1824" y="132"/>
                      </a:cubicBezTo>
                      <a:lnTo>
                        <a:pt x="1622" y="25"/>
                      </a:lnTo>
                      <a:lnTo>
                        <a:pt x="1609" y="38"/>
                      </a:lnTo>
                      <a:cubicBezTo>
                        <a:pt x="1515" y="12"/>
                        <a:pt x="1420" y="0"/>
                        <a:pt x="132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4" name="Google Shape;394;p5"/>
                <p:cNvSpPr/>
                <p:nvPr/>
              </p:nvSpPr>
              <p:spPr>
                <a:xfrm>
                  <a:off x="4373297" y="3061825"/>
                  <a:ext cx="456396" cy="4550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15" h="2308" extrusionOk="0">
                      <a:moveTo>
                        <a:pt x="1339" y="1"/>
                      </a:moveTo>
                      <a:cubicBezTo>
                        <a:pt x="950" y="1"/>
                        <a:pt x="544" y="262"/>
                        <a:pt x="311" y="697"/>
                      </a:cubicBezTo>
                      <a:cubicBezTo>
                        <a:pt x="1" y="1282"/>
                        <a:pt x="122" y="1965"/>
                        <a:pt x="599" y="2210"/>
                      </a:cubicBezTo>
                      <a:cubicBezTo>
                        <a:pt x="718" y="2276"/>
                        <a:pt x="848" y="2307"/>
                        <a:pt x="981" y="2307"/>
                      </a:cubicBezTo>
                      <a:cubicBezTo>
                        <a:pt x="1368" y="2307"/>
                        <a:pt x="1781" y="2044"/>
                        <a:pt x="2014" y="1609"/>
                      </a:cubicBezTo>
                      <a:cubicBezTo>
                        <a:pt x="2315" y="1024"/>
                        <a:pt x="2191" y="344"/>
                        <a:pt x="1730" y="99"/>
                      </a:cubicBezTo>
                      <a:cubicBezTo>
                        <a:pt x="1607" y="32"/>
                        <a:pt x="1474" y="1"/>
                        <a:pt x="133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5" name="Google Shape;395;p5"/>
                <p:cNvSpPr/>
                <p:nvPr/>
              </p:nvSpPr>
              <p:spPr>
                <a:xfrm>
                  <a:off x="4453931" y="3142459"/>
                  <a:ext cx="295327" cy="2943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98" h="1493" extrusionOk="0">
                      <a:moveTo>
                        <a:pt x="877" y="0"/>
                      </a:moveTo>
                      <a:cubicBezTo>
                        <a:pt x="627" y="0"/>
                        <a:pt x="358" y="164"/>
                        <a:pt x="203" y="451"/>
                      </a:cubicBezTo>
                      <a:cubicBezTo>
                        <a:pt x="0" y="834"/>
                        <a:pt x="82" y="1268"/>
                        <a:pt x="379" y="1432"/>
                      </a:cubicBezTo>
                      <a:cubicBezTo>
                        <a:pt x="459" y="1473"/>
                        <a:pt x="544" y="1493"/>
                        <a:pt x="631" y="1493"/>
                      </a:cubicBezTo>
                      <a:cubicBezTo>
                        <a:pt x="886" y="1493"/>
                        <a:pt x="1150" y="1322"/>
                        <a:pt x="1291" y="1036"/>
                      </a:cubicBezTo>
                      <a:cubicBezTo>
                        <a:pt x="1497" y="657"/>
                        <a:pt x="1416" y="219"/>
                        <a:pt x="1115" y="56"/>
                      </a:cubicBezTo>
                      <a:cubicBezTo>
                        <a:pt x="1041" y="18"/>
                        <a:pt x="960" y="0"/>
                        <a:pt x="877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6" name="Google Shape;396;p5"/>
                <p:cNvSpPr/>
                <p:nvPr/>
              </p:nvSpPr>
              <p:spPr>
                <a:xfrm>
                  <a:off x="4536930" y="3223881"/>
                  <a:ext cx="131695" cy="1307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8" h="663" extrusionOk="0">
                      <a:moveTo>
                        <a:pt x="387" y="1"/>
                      </a:moveTo>
                      <a:cubicBezTo>
                        <a:pt x="273" y="1"/>
                        <a:pt x="154" y="78"/>
                        <a:pt x="83" y="202"/>
                      </a:cubicBezTo>
                      <a:cubicBezTo>
                        <a:pt x="1" y="365"/>
                        <a:pt x="27" y="571"/>
                        <a:pt x="164" y="636"/>
                      </a:cubicBezTo>
                      <a:cubicBezTo>
                        <a:pt x="199" y="654"/>
                        <a:pt x="237" y="663"/>
                        <a:pt x="276" y="663"/>
                      </a:cubicBezTo>
                      <a:cubicBezTo>
                        <a:pt x="390" y="663"/>
                        <a:pt x="512" y="591"/>
                        <a:pt x="573" y="460"/>
                      </a:cubicBezTo>
                      <a:cubicBezTo>
                        <a:pt x="668" y="296"/>
                        <a:pt x="625" y="94"/>
                        <a:pt x="491" y="25"/>
                      </a:cubicBezTo>
                      <a:cubicBezTo>
                        <a:pt x="458" y="9"/>
                        <a:pt x="423" y="1"/>
                        <a:pt x="387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7" name="Google Shape;397;p5"/>
                <p:cNvSpPr/>
                <p:nvPr/>
              </p:nvSpPr>
              <p:spPr>
                <a:xfrm>
                  <a:off x="2684333" y="3155274"/>
                  <a:ext cx="502135" cy="4711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7" h="2390" extrusionOk="0">
                      <a:moveTo>
                        <a:pt x="1204" y="0"/>
                      </a:moveTo>
                      <a:cubicBezTo>
                        <a:pt x="1064" y="0"/>
                        <a:pt x="924" y="28"/>
                        <a:pt x="788" y="86"/>
                      </a:cubicBezTo>
                      <a:lnTo>
                        <a:pt x="573" y="167"/>
                      </a:lnTo>
                      <a:lnTo>
                        <a:pt x="586" y="197"/>
                      </a:lnTo>
                      <a:cubicBezTo>
                        <a:pt x="164" y="494"/>
                        <a:pt x="1" y="1096"/>
                        <a:pt x="216" y="1625"/>
                      </a:cubicBezTo>
                      <a:cubicBezTo>
                        <a:pt x="420" y="2092"/>
                        <a:pt x="854" y="2378"/>
                        <a:pt x="1306" y="2378"/>
                      </a:cubicBezTo>
                      <a:cubicBezTo>
                        <a:pt x="1369" y="2378"/>
                        <a:pt x="1434" y="2372"/>
                        <a:pt x="1498" y="2360"/>
                      </a:cubicBezTo>
                      <a:lnTo>
                        <a:pt x="1511" y="2390"/>
                      </a:lnTo>
                      <a:lnTo>
                        <a:pt x="1717" y="2292"/>
                      </a:lnTo>
                      <a:cubicBezTo>
                        <a:pt x="2289" y="2063"/>
                        <a:pt x="2547" y="1367"/>
                        <a:pt x="2289" y="756"/>
                      </a:cubicBezTo>
                      <a:cubicBezTo>
                        <a:pt x="2091" y="286"/>
                        <a:pt x="1654" y="0"/>
                        <a:pt x="120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8" name="Google Shape;398;p5"/>
                <p:cNvSpPr/>
                <p:nvPr/>
              </p:nvSpPr>
              <p:spPr>
                <a:xfrm>
                  <a:off x="2665604" y="3176369"/>
                  <a:ext cx="451271" cy="4619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9" h="2343" extrusionOk="0">
                      <a:moveTo>
                        <a:pt x="974" y="0"/>
                      </a:moveTo>
                      <a:cubicBezTo>
                        <a:pt x="869" y="0"/>
                        <a:pt x="766" y="20"/>
                        <a:pt x="668" y="60"/>
                      </a:cubicBezTo>
                      <a:cubicBezTo>
                        <a:pt x="190" y="266"/>
                        <a:pt x="1" y="933"/>
                        <a:pt x="259" y="1547"/>
                      </a:cubicBezTo>
                      <a:cubicBezTo>
                        <a:pt x="465" y="2036"/>
                        <a:pt x="889" y="2343"/>
                        <a:pt x="1301" y="2343"/>
                      </a:cubicBezTo>
                      <a:cubicBezTo>
                        <a:pt x="1405" y="2343"/>
                        <a:pt x="1507" y="2324"/>
                        <a:pt x="1606" y="2283"/>
                      </a:cubicBezTo>
                      <a:cubicBezTo>
                        <a:pt x="2096" y="2077"/>
                        <a:pt x="2289" y="1410"/>
                        <a:pt x="2027" y="796"/>
                      </a:cubicBezTo>
                      <a:cubicBezTo>
                        <a:pt x="1821" y="307"/>
                        <a:pt x="1389" y="0"/>
                        <a:pt x="97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9" name="Google Shape;399;p5"/>
                <p:cNvSpPr/>
                <p:nvPr/>
              </p:nvSpPr>
              <p:spPr>
                <a:xfrm>
                  <a:off x="2746238" y="3258185"/>
                  <a:ext cx="290201" cy="2982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72" h="1513" extrusionOk="0">
                      <a:moveTo>
                        <a:pt x="631" y="1"/>
                      </a:moveTo>
                      <a:cubicBezTo>
                        <a:pt x="564" y="1"/>
                        <a:pt x="498" y="14"/>
                        <a:pt x="435" y="41"/>
                      </a:cubicBezTo>
                      <a:cubicBezTo>
                        <a:pt x="108" y="178"/>
                        <a:pt x="0" y="600"/>
                        <a:pt x="164" y="995"/>
                      </a:cubicBezTo>
                      <a:cubicBezTo>
                        <a:pt x="294" y="1311"/>
                        <a:pt x="571" y="1512"/>
                        <a:pt x="837" y="1512"/>
                      </a:cubicBezTo>
                      <a:cubicBezTo>
                        <a:pt x="904" y="1512"/>
                        <a:pt x="970" y="1499"/>
                        <a:pt x="1033" y="1472"/>
                      </a:cubicBezTo>
                      <a:cubicBezTo>
                        <a:pt x="1347" y="1335"/>
                        <a:pt x="1471" y="913"/>
                        <a:pt x="1308" y="518"/>
                      </a:cubicBezTo>
                      <a:cubicBezTo>
                        <a:pt x="1164" y="202"/>
                        <a:pt x="894" y="1"/>
                        <a:pt x="63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0" name="Google Shape;400;p5"/>
                <p:cNvSpPr/>
                <p:nvPr/>
              </p:nvSpPr>
              <p:spPr>
                <a:xfrm>
                  <a:off x="2823519" y="3340988"/>
                  <a:ext cx="132286" cy="1326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1" h="673" extrusionOk="0">
                      <a:moveTo>
                        <a:pt x="288" y="1"/>
                      </a:moveTo>
                      <a:cubicBezTo>
                        <a:pt x="260" y="1"/>
                        <a:pt x="233" y="6"/>
                        <a:pt x="207" y="16"/>
                      </a:cubicBezTo>
                      <a:cubicBezTo>
                        <a:pt x="56" y="72"/>
                        <a:pt x="1" y="261"/>
                        <a:pt x="82" y="438"/>
                      </a:cubicBezTo>
                      <a:cubicBezTo>
                        <a:pt x="138" y="581"/>
                        <a:pt x="264" y="672"/>
                        <a:pt x="390" y="672"/>
                      </a:cubicBezTo>
                      <a:cubicBezTo>
                        <a:pt x="420" y="672"/>
                        <a:pt x="449" y="667"/>
                        <a:pt x="478" y="657"/>
                      </a:cubicBezTo>
                      <a:cubicBezTo>
                        <a:pt x="615" y="601"/>
                        <a:pt x="671" y="412"/>
                        <a:pt x="589" y="235"/>
                      </a:cubicBezTo>
                      <a:cubicBezTo>
                        <a:pt x="533" y="92"/>
                        <a:pt x="407" y="1"/>
                        <a:pt x="288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1" name="Google Shape;401;p5"/>
                <p:cNvSpPr/>
                <p:nvPr/>
              </p:nvSpPr>
              <p:spPr>
                <a:xfrm>
                  <a:off x="5457806" y="3325413"/>
                  <a:ext cx="488729" cy="2308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79" h="1171" extrusionOk="0">
                      <a:moveTo>
                        <a:pt x="2328" y="0"/>
                      </a:moveTo>
                      <a:lnTo>
                        <a:pt x="1" y="504"/>
                      </a:lnTo>
                      <a:lnTo>
                        <a:pt x="138" y="1171"/>
                      </a:lnTo>
                      <a:lnTo>
                        <a:pt x="2478" y="667"/>
                      </a:lnTo>
                      <a:lnTo>
                        <a:pt x="2328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2" name="Google Shape;402;p5"/>
                <p:cNvSpPr/>
                <p:nvPr/>
              </p:nvSpPr>
              <p:spPr>
                <a:xfrm>
                  <a:off x="3830747" y="3884132"/>
                  <a:ext cx="271472" cy="2765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7" h="1403" extrusionOk="0">
                      <a:moveTo>
                        <a:pt x="873" y="0"/>
                      </a:moveTo>
                      <a:lnTo>
                        <a:pt x="628" y="340"/>
                      </a:lnTo>
                      <a:lnTo>
                        <a:pt x="259" y="147"/>
                      </a:lnTo>
                      <a:lnTo>
                        <a:pt x="383" y="543"/>
                      </a:lnTo>
                      <a:lnTo>
                        <a:pt x="0" y="719"/>
                      </a:lnTo>
                      <a:lnTo>
                        <a:pt x="383" y="870"/>
                      </a:lnTo>
                      <a:lnTo>
                        <a:pt x="285" y="1278"/>
                      </a:lnTo>
                      <a:lnTo>
                        <a:pt x="641" y="1076"/>
                      </a:lnTo>
                      <a:lnTo>
                        <a:pt x="899" y="1403"/>
                      </a:lnTo>
                      <a:lnTo>
                        <a:pt x="968" y="994"/>
                      </a:lnTo>
                      <a:lnTo>
                        <a:pt x="1377" y="1007"/>
                      </a:lnTo>
                      <a:lnTo>
                        <a:pt x="1102" y="693"/>
                      </a:lnTo>
                      <a:lnTo>
                        <a:pt x="1363" y="380"/>
                      </a:lnTo>
                      <a:lnTo>
                        <a:pt x="955" y="409"/>
                      </a:lnTo>
                      <a:lnTo>
                        <a:pt x="87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3" name="Google Shape;403;p5"/>
                <p:cNvSpPr/>
                <p:nvPr/>
              </p:nvSpPr>
              <p:spPr>
                <a:xfrm>
                  <a:off x="5876745" y="4058017"/>
                  <a:ext cx="193402" cy="969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1" h="492" extrusionOk="0">
                      <a:moveTo>
                        <a:pt x="546" y="1"/>
                      </a:moveTo>
                      <a:cubicBezTo>
                        <a:pt x="530" y="1"/>
                        <a:pt x="0" y="370"/>
                        <a:pt x="0" y="370"/>
                      </a:cubicBezTo>
                      <a:cubicBezTo>
                        <a:pt x="0" y="370"/>
                        <a:pt x="82" y="491"/>
                        <a:pt x="272" y="491"/>
                      </a:cubicBezTo>
                      <a:lnTo>
                        <a:pt x="981" y="491"/>
                      </a:lnTo>
                      <a:lnTo>
                        <a:pt x="546" y="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4" name="Google Shape;404;p5"/>
                <p:cNvSpPr/>
                <p:nvPr/>
              </p:nvSpPr>
              <p:spPr>
                <a:xfrm>
                  <a:off x="5616313" y="4302875"/>
                  <a:ext cx="120851" cy="936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3" h="475" extrusionOk="0">
                      <a:moveTo>
                        <a:pt x="27" y="1"/>
                      </a:moveTo>
                      <a:lnTo>
                        <a:pt x="1" y="285"/>
                      </a:lnTo>
                      <a:lnTo>
                        <a:pt x="122" y="475"/>
                      </a:lnTo>
                      <a:lnTo>
                        <a:pt x="449" y="328"/>
                      </a:lnTo>
                      <a:lnTo>
                        <a:pt x="612" y="164"/>
                      </a:lnTo>
                      <a:lnTo>
                        <a:pt x="315" y="66"/>
                      </a:lnTo>
                      <a:cubicBezTo>
                        <a:pt x="298" y="66"/>
                        <a:pt x="27" y="1"/>
                        <a:pt x="2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5" name="Google Shape;405;p5"/>
                <p:cNvSpPr/>
                <p:nvPr/>
              </p:nvSpPr>
              <p:spPr>
                <a:xfrm>
                  <a:off x="6118448" y="3993746"/>
                  <a:ext cx="75507" cy="593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3" h="301" extrusionOk="0">
                      <a:moveTo>
                        <a:pt x="190" y="0"/>
                      </a:moveTo>
                      <a:cubicBezTo>
                        <a:pt x="190" y="0"/>
                        <a:pt x="13" y="111"/>
                        <a:pt x="0" y="137"/>
                      </a:cubicBezTo>
                      <a:lnTo>
                        <a:pt x="39" y="232"/>
                      </a:lnTo>
                      <a:lnTo>
                        <a:pt x="163" y="301"/>
                      </a:lnTo>
                      <a:lnTo>
                        <a:pt x="382" y="262"/>
                      </a:lnTo>
                      <a:lnTo>
                        <a:pt x="353" y="111"/>
                      </a:lnTo>
                      <a:lnTo>
                        <a:pt x="19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6" name="Google Shape;406;p5"/>
                <p:cNvSpPr/>
                <p:nvPr/>
              </p:nvSpPr>
              <p:spPr>
                <a:xfrm>
                  <a:off x="6019086" y="4280992"/>
                  <a:ext cx="96799" cy="484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1" h="246" extrusionOk="0">
                      <a:moveTo>
                        <a:pt x="1" y="1"/>
                      </a:moveTo>
                      <a:lnTo>
                        <a:pt x="95" y="246"/>
                      </a:lnTo>
                      <a:lnTo>
                        <a:pt x="380" y="177"/>
                      </a:lnTo>
                      <a:lnTo>
                        <a:pt x="491" y="1"/>
                      </a:lnTo>
                      <a:lnTo>
                        <a:pt x="233" y="3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7" name="Google Shape;407;p5"/>
                <p:cNvSpPr/>
                <p:nvPr/>
              </p:nvSpPr>
              <p:spPr>
                <a:xfrm>
                  <a:off x="5372244" y="4186952"/>
                  <a:ext cx="120654" cy="1129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2" h="573" extrusionOk="0">
                      <a:moveTo>
                        <a:pt x="543" y="1"/>
                      </a:moveTo>
                      <a:cubicBezTo>
                        <a:pt x="530" y="1"/>
                        <a:pt x="379" y="125"/>
                        <a:pt x="379" y="125"/>
                      </a:cubicBezTo>
                      <a:lnTo>
                        <a:pt x="0" y="69"/>
                      </a:lnTo>
                      <a:lnTo>
                        <a:pt x="258" y="288"/>
                      </a:lnTo>
                      <a:lnTo>
                        <a:pt x="271" y="573"/>
                      </a:lnTo>
                      <a:lnTo>
                        <a:pt x="611" y="327"/>
                      </a:lnTo>
                      <a:lnTo>
                        <a:pt x="543" y="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8" name="Google Shape;408;p5"/>
                <p:cNvSpPr/>
                <p:nvPr/>
              </p:nvSpPr>
              <p:spPr>
                <a:xfrm>
                  <a:off x="6188041" y="4029036"/>
                  <a:ext cx="107643" cy="969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6" h="492" extrusionOk="0">
                      <a:moveTo>
                        <a:pt x="546" y="1"/>
                      </a:moveTo>
                      <a:cubicBezTo>
                        <a:pt x="533" y="1"/>
                        <a:pt x="383" y="96"/>
                        <a:pt x="383" y="96"/>
                      </a:cubicBezTo>
                      <a:lnTo>
                        <a:pt x="124" y="164"/>
                      </a:lnTo>
                      <a:lnTo>
                        <a:pt x="0" y="380"/>
                      </a:lnTo>
                      <a:lnTo>
                        <a:pt x="275" y="491"/>
                      </a:lnTo>
                      <a:lnTo>
                        <a:pt x="520" y="409"/>
                      </a:lnTo>
                      <a:lnTo>
                        <a:pt x="546" y="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9" name="Google Shape;409;p5"/>
                <p:cNvSpPr/>
                <p:nvPr/>
              </p:nvSpPr>
              <p:spPr>
                <a:xfrm>
                  <a:off x="6155709" y="4251222"/>
                  <a:ext cx="85168" cy="705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2" h="358" extrusionOk="0">
                      <a:moveTo>
                        <a:pt x="197" y="1"/>
                      </a:moveTo>
                      <a:cubicBezTo>
                        <a:pt x="196" y="1"/>
                        <a:pt x="195" y="1"/>
                        <a:pt x="193" y="1"/>
                      </a:cubicBezTo>
                      <a:cubicBezTo>
                        <a:pt x="177" y="31"/>
                        <a:pt x="14" y="139"/>
                        <a:pt x="1" y="165"/>
                      </a:cubicBezTo>
                      <a:lnTo>
                        <a:pt x="138" y="165"/>
                      </a:lnTo>
                      <a:lnTo>
                        <a:pt x="151" y="358"/>
                      </a:lnTo>
                      <a:cubicBezTo>
                        <a:pt x="151" y="358"/>
                        <a:pt x="328" y="302"/>
                        <a:pt x="383" y="302"/>
                      </a:cubicBezTo>
                      <a:cubicBezTo>
                        <a:pt x="385" y="303"/>
                        <a:pt x="387" y="303"/>
                        <a:pt x="389" y="303"/>
                      </a:cubicBezTo>
                      <a:cubicBezTo>
                        <a:pt x="431" y="303"/>
                        <a:pt x="339" y="151"/>
                        <a:pt x="301" y="139"/>
                      </a:cubicBezTo>
                      <a:cubicBezTo>
                        <a:pt x="261" y="126"/>
                        <a:pt x="223" y="1"/>
                        <a:pt x="19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0" name="Google Shape;410;p5"/>
                <p:cNvSpPr/>
                <p:nvPr/>
              </p:nvSpPr>
              <p:spPr>
                <a:xfrm>
                  <a:off x="5533314" y="4163097"/>
                  <a:ext cx="96799" cy="563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1" h="286" extrusionOk="0">
                      <a:moveTo>
                        <a:pt x="0" y="1"/>
                      </a:moveTo>
                      <a:lnTo>
                        <a:pt x="95" y="285"/>
                      </a:lnTo>
                      <a:lnTo>
                        <a:pt x="379" y="220"/>
                      </a:lnTo>
                      <a:lnTo>
                        <a:pt x="490" y="1"/>
                      </a:lnTo>
                      <a:lnTo>
                        <a:pt x="229" y="27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411" name="Google Shape;411;p5"/>
            <p:cNvGrpSpPr/>
            <p:nvPr/>
          </p:nvGrpSpPr>
          <p:grpSpPr>
            <a:xfrm>
              <a:off x="8213439" y="3763745"/>
              <a:ext cx="374657" cy="463150"/>
              <a:chOff x="8243489" y="4050570"/>
              <a:chExt cx="374657" cy="463150"/>
            </a:xfrm>
          </p:grpSpPr>
          <p:sp>
            <p:nvSpPr>
              <p:cNvPr id="412" name="Google Shape;412;p5"/>
              <p:cNvSpPr/>
              <p:nvPr/>
            </p:nvSpPr>
            <p:spPr>
              <a:xfrm>
                <a:off x="8243489" y="4051225"/>
                <a:ext cx="374657" cy="461828"/>
              </a:xfrm>
              <a:custGeom>
                <a:avLst/>
                <a:gdLst/>
                <a:ahLst/>
                <a:cxnLst/>
                <a:rect l="l" t="t" r="r" b="b"/>
                <a:pathLst>
                  <a:path w="107815" h="132900" extrusionOk="0">
                    <a:moveTo>
                      <a:pt x="53908" y="30499"/>
                    </a:moveTo>
                    <a:cubicBezTo>
                      <a:pt x="65243" y="30499"/>
                      <a:pt x="74444" y="39725"/>
                      <a:pt x="74444" y="51162"/>
                    </a:cubicBezTo>
                    <a:cubicBezTo>
                      <a:pt x="74444" y="62472"/>
                      <a:pt x="65243" y="71698"/>
                      <a:pt x="53908" y="71698"/>
                    </a:cubicBezTo>
                    <a:cubicBezTo>
                      <a:pt x="42572" y="71698"/>
                      <a:pt x="33372" y="62472"/>
                      <a:pt x="33372" y="51162"/>
                    </a:cubicBezTo>
                    <a:cubicBezTo>
                      <a:pt x="33372" y="39725"/>
                      <a:pt x="42572" y="30499"/>
                      <a:pt x="53908" y="30499"/>
                    </a:cubicBezTo>
                    <a:close/>
                    <a:moveTo>
                      <a:pt x="53908" y="0"/>
                    </a:moveTo>
                    <a:cubicBezTo>
                      <a:pt x="24146" y="0"/>
                      <a:pt x="1" y="24145"/>
                      <a:pt x="1" y="53907"/>
                    </a:cubicBezTo>
                    <a:cubicBezTo>
                      <a:pt x="1" y="72867"/>
                      <a:pt x="9125" y="89489"/>
                      <a:pt x="19800" y="102629"/>
                    </a:cubicBezTo>
                    <a:cubicBezTo>
                      <a:pt x="35176" y="121462"/>
                      <a:pt x="53908" y="132899"/>
                      <a:pt x="53908" y="132899"/>
                    </a:cubicBezTo>
                    <a:cubicBezTo>
                      <a:pt x="53908" y="132899"/>
                      <a:pt x="107815" y="101460"/>
                      <a:pt x="107815" y="53907"/>
                    </a:cubicBezTo>
                    <a:cubicBezTo>
                      <a:pt x="107815" y="49993"/>
                      <a:pt x="107383" y="46282"/>
                      <a:pt x="106646" y="42571"/>
                    </a:cubicBezTo>
                    <a:cubicBezTo>
                      <a:pt x="101461" y="18223"/>
                      <a:pt x="79857" y="0"/>
                      <a:pt x="5390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5"/>
              <p:cNvSpPr/>
              <p:nvPr/>
            </p:nvSpPr>
            <p:spPr>
              <a:xfrm>
                <a:off x="8244307" y="4050570"/>
                <a:ext cx="257600" cy="463150"/>
              </a:xfrm>
              <a:custGeom>
                <a:avLst/>
                <a:gdLst/>
                <a:ahLst/>
                <a:cxnLst/>
                <a:rect l="l" t="t" r="r" b="b"/>
                <a:pathLst>
                  <a:path w="10304" h="18526" extrusionOk="0">
                    <a:moveTo>
                      <a:pt x="10304" y="569"/>
                    </a:moveTo>
                    <a:cubicBezTo>
                      <a:pt x="10352" y="391"/>
                      <a:pt x="7780" y="-157"/>
                      <a:pt x="6521" y="43"/>
                    </a:cubicBezTo>
                    <a:cubicBezTo>
                      <a:pt x="5262" y="243"/>
                      <a:pt x="3802" y="856"/>
                      <a:pt x="2749" y="1767"/>
                    </a:cubicBezTo>
                    <a:cubicBezTo>
                      <a:pt x="1697" y="2678"/>
                      <a:pt x="575" y="4056"/>
                      <a:pt x="206" y="5509"/>
                    </a:cubicBezTo>
                    <a:cubicBezTo>
                      <a:pt x="-163" y="6962"/>
                      <a:pt x="-24" y="8869"/>
                      <a:pt x="533" y="10485"/>
                    </a:cubicBezTo>
                    <a:cubicBezTo>
                      <a:pt x="1090" y="12102"/>
                      <a:pt x="2383" y="13868"/>
                      <a:pt x="3548" y="15208"/>
                    </a:cubicBezTo>
                    <a:cubicBezTo>
                      <a:pt x="4713" y="16548"/>
                      <a:pt x="7296" y="18466"/>
                      <a:pt x="7523" y="18525"/>
                    </a:cubicBezTo>
                    <a:cubicBezTo>
                      <a:pt x="7750" y="18584"/>
                      <a:pt x="5678" y="16542"/>
                      <a:pt x="4908" y="15561"/>
                    </a:cubicBezTo>
                    <a:cubicBezTo>
                      <a:pt x="4138" y="14580"/>
                      <a:pt x="3455" y="13897"/>
                      <a:pt x="2903" y="12640"/>
                    </a:cubicBezTo>
                    <a:cubicBezTo>
                      <a:pt x="2351" y="11383"/>
                      <a:pt x="1592" y="9536"/>
                      <a:pt x="1595" y="8020"/>
                    </a:cubicBezTo>
                    <a:cubicBezTo>
                      <a:pt x="1598" y="6504"/>
                      <a:pt x="2149" y="4697"/>
                      <a:pt x="2922" y="3546"/>
                    </a:cubicBezTo>
                    <a:cubicBezTo>
                      <a:pt x="3696" y="2395"/>
                      <a:pt x="5006" y="1609"/>
                      <a:pt x="6236" y="1113"/>
                    </a:cubicBezTo>
                    <a:cubicBezTo>
                      <a:pt x="7466" y="617"/>
                      <a:pt x="10257" y="747"/>
                      <a:pt x="10304" y="569"/>
                    </a:cubicBezTo>
                    <a:close/>
                  </a:path>
                </a:pathLst>
              </a:custGeom>
              <a:solidFill>
                <a:srgbClr val="8162A7">
                  <a:alpha val="45910"/>
                </a:srgbClr>
              </a:solidFill>
              <a:ln>
                <a:noFill/>
              </a:ln>
            </p:spPr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7"/>
          <p:cNvSpPr txBox="1">
            <a:spLocks noGrp="1"/>
          </p:cNvSpPr>
          <p:nvPr>
            <p:ph type="title"/>
          </p:nvPr>
        </p:nvSpPr>
        <p:spPr>
          <a:xfrm>
            <a:off x="1032800" y="1028200"/>
            <a:ext cx="33270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24" name="Google Shape;524;p7"/>
          <p:cNvSpPr txBox="1">
            <a:spLocks noGrp="1"/>
          </p:cNvSpPr>
          <p:nvPr>
            <p:ph type="subTitle" idx="1"/>
          </p:nvPr>
        </p:nvSpPr>
        <p:spPr>
          <a:xfrm>
            <a:off x="1032800" y="1600900"/>
            <a:ext cx="3327000" cy="185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525" name="Google Shape;525;p7"/>
          <p:cNvSpPr>
            <a:spLocks noGrp="1"/>
          </p:cNvSpPr>
          <p:nvPr>
            <p:ph type="pic" idx="2"/>
          </p:nvPr>
        </p:nvSpPr>
        <p:spPr>
          <a:xfrm rot="573118">
            <a:off x="5391556" y="1391138"/>
            <a:ext cx="1513179" cy="2622381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26" name="Google Shape;526;p7"/>
          <p:cNvGrpSpPr/>
          <p:nvPr/>
        </p:nvGrpSpPr>
        <p:grpSpPr>
          <a:xfrm>
            <a:off x="544013" y="4513064"/>
            <a:ext cx="750012" cy="630423"/>
            <a:chOff x="1507450" y="3919292"/>
            <a:chExt cx="953486" cy="801453"/>
          </a:xfrm>
        </p:grpSpPr>
        <p:grpSp>
          <p:nvGrpSpPr>
            <p:cNvPr id="527" name="Google Shape;527;p7"/>
            <p:cNvGrpSpPr/>
            <p:nvPr/>
          </p:nvGrpSpPr>
          <p:grpSpPr>
            <a:xfrm>
              <a:off x="1806988" y="3919292"/>
              <a:ext cx="441906" cy="801453"/>
              <a:chOff x="3816307" y="2352225"/>
              <a:chExt cx="1213027" cy="2199981"/>
            </a:xfrm>
          </p:grpSpPr>
          <p:sp>
            <p:nvSpPr>
              <p:cNvPr id="528" name="Google Shape;528;p7"/>
              <p:cNvSpPr/>
              <p:nvPr/>
            </p:nvSpPr>
            <p:spPr>
              <a:xfrm>
                <a:off x="3816307" y="2353110"/>
                <a:ext cx="1213027" cy="1210194"/>
              </a:xfrm>
              <a:custGeom>
                <a:avLst/>
                <a:gdLst/>
                <a:ahLst/>
                <a:cxnLst/>
                <a:rect l="l" t="t" r="r" b="b"/>
                <a:pathLst>
                  <a:path w="6852" h="6836" extrusionOk="0">
                    <a:moveTo>
                      <a:pt x="3422" y="1"/>
                    </a:moveTo>
                    <a:cubicBezTo>
                      <a:pt x="1540" y="1"/>
                      <a:pt x="14" y="1519"/>
                      <a:pt x="1" y="3404"/>
                    </a:cubicBezTo>
                    <a:cubicBezTo>
                      <a:pt x="1" y="5299"/>
                      <a:pt x="1524" y="6836"/>
                      <a:pt x="3420" y="6836"/>
                    </a:cubicBezTo>
                    <a:cubicBezTo>
                      <a:pt x="3430" y="6836"/>
                      <a:pt x="3440" y="6836"/>
                      <a:pt x="3450" y="6836"/>
                    </a:cubicBezTo>
                    <a:cubicBezTo>
                      <a:pt x="5316" y="6836"/>
                      <a:pt x="6836" y="5315"/>
                      <a:pt x="6852" y="3433"/>
                    </a:cubicBezTo>
                    <a:cubicBezTo>
                      <a:pt x="6852" y="1540"/>
                      <a:pt x="5326" y="1"/>
                      <a:pt x="3446" y="1"/>
                    </a:cubicBezTo>
                    <a:cubicBezTo>
                      <a:pt x="3438" y="1"/>
                      <a:pt x="3430" y="1"/>
                      <a:pt x="342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" name="Google Shape;529;p7"/>
              <p:cNvSpPr/>
              <p:nvPr/>
            </p:nvSpPr>
            <p:spPr>
              <a:xfrm>
                <a:off x="4199402" y="2832867"/>
                <a:ext cx="361854" cy="1719340"/>
              </a:xfrm>
              <a:custGeom>
                <a:avLst/>
                <a:gdLst/>
                <a:ahLst/>
                <a:cxnLst/>
                <a:rect l="l" t="t" r="r" b="b"/>
                <a:pathLst>
                  <a:path w="2044" h="9712" extrusionOk="0">
                    <a:moveTo>
                      <a:pt x="1187" y="1"/>
                    </a:moveTo>
                    <a:lnTo>
                      <a:pt x="929" y="3420"/>
                    </a:lnTo>
                    <a:lnTo>
                      <a:pt x="14" y="2262"/>
                    </a:lnTo>
                    <a:lnTo>
                      <a:pt x="1" y="2276"/>
                    </a:lnTo>
                    <a:lnTo>
                      <a:pt x="900" y="3815"/>
                    </a:lnTo>
                    <a:lnTo>
                      <a:pt x="736" y="9712"/>
                    </a:lnTo>
                    <a:lnTo>
                      <a:pt x="1635" y="9712"/>
                    </a:lnTo>
                    <a:lnTo>
                      <a:pt x="1364" y="1854"/>
                    </a:lnTo>
                    <a:lnTo>
                      <a:pt x="2044" y="1020"/>
                    </a:lnTo>
                    <a:lnTo>
                      <a:pt x="2031" y="1007"/>
                    </a:lnTo>
                    <a:lnTo>
                      <a:pt x="1351" y="1648"/>
                    </a:lnTo>
                    <a:lnTo>
                      <a:pt x="1240" y="14"/>
                    </a:lnTo>
                    <a:lnTo>
                      <a:pt x="11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" name="Google Shape;530;p7"/>
              <p:cNvSpPr/>
              <p:nvPr/>
            </p:nvSpPr>
            <p:spPr>
              <a:xfrm>
                <a:off x="4331999" y="2352225"/>
                <a:ext cx="697331" cy="1211079"/>
              </a:xfrm>
              <a:custGeom>
                <a:avLst/>
                <a:gdLst/>
                <a:ahLst/>
                <a:cxnLst/>
                <a:rect l="l" t="t" r="r" b="b"/>
                <a:pathLst>
                  <a:path w="3939" h="6841" extrusionOk="0">
                    <a:moveTo>
                      <a:pt x="383" y="1"/>
                    </a:moveTo>
                    <a:cubicBezTo>
                      <a:pt x="248" y="1"/>
                      <a:pt x="120" y="13"/>
                      <a:pt x="0" y="32"/>
                    </a:cubicBezTo>
                    <a:cubicBezTo>
                      <a:pt x="1651" y="290"/>
                      <a:pt x="2903" y="1722"/>
                      <a:pt x="2903" y="3438"/>
                    </a:cubicBezTo>
                    <a:cubicBezTo>
                      <a:pt x="2890" y="5141"/>
                      <a:pt x="1635" y="6556"/>
                      <a:pt x="0" y="6801"/>
                    </a:cubicBezTo>
                    <a:cubicBezTo>
                      <a:pt x="164" y="6828"/>
                      <a:pt x="327" y="6841"/>
                      <a:pt x="507" y="6841"/>
                    </a:cubicBezTo>
                    <a:cubicBezTo>
                      <a:pt x="517" y="6841"/>
                      <a:pt x="527" y="6841"/>
                      <a:pt x="537" y="6841"/>
                    </a:cubicBezTo>
                    <a:cubicBezTo>
                      <a:pt x="2403" y="6841"/>
                      <a:pt x="3923" y="5320"/>
                      <a:pt x="3939" y="3438"/>
                    </a:cubicBezTo>
                    <a:cubicBezTo>
                      <a:pt x="3939" y="1545"/>
                      <a:pt x="2413" y="6"/>
                      <a:pt x="533" y="6"/>
                    </a:cubicBezTo>
                    <a:cubicBezTo>
                      <a:pt x="482" y="2"/>
                      <a:pt x="432" y="1"/>
                      <a:pt x="383" y="1"/>
                    </a:cubicBezTo>
                    <a:close/>
                  </a:path>
                </a:pathLst>
              </a:custGeom>
              <a:solidFill>
                <a:srgbClr val="473A50">
                  <a:alpha val="434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31" name="Google Shape;531;p7"/>
            <p:cNvGrpSpPr/>
            <p:nvPr/>
          </p:nvGrpSpPr>
          <p:grpSpPr>
            <a:xfrm>
              <a:off x="2248899" y="4334549"/>
              <a:ext cx="212037" cy="384777"/>
              <a:chOff x="3816307" y="2352225"/>
              <a:chExt cx="1213027" cy="2199981"/>
            </a:xfrm>
          </p:grpSpPr>
          <p:sp>
            <p:nvSpPr>
              <p:cNvPr id="532" name="Google Shape;532;p7"/>
              <p:cNvSpPr/>
              <p:nvPr/>
            </p:nvSpPr>
            <p:spPr>
              <a:xfrm>
                <a:off x="3816307" y="2353110"/>
                <a:ext cx="1213027" cy="1210194"/>
              </a:xfrm>
              <a:custGeom>
                <a:avLst/>
                <a:gdLst/>
                <a:ahLst/>
                <a:cxnLst/>
                <a:rect l="l" t="t" r="r" b="b"/>
                <a:pathLst>
                  <a:path w="6852" h="6836" extrusionOk="0">
                    <a:moveTo>
                      <a:pt x="3422" y="1"/>
                    </a:moveTo>
                    <a:cubicBezTo>
                      <a:pt x="1540" y="1"/>
                      <a:pt x="14" y="1519"/>
                      <a:pt x="1" y="3404"/>
                    </a:cubicBezTo>
                    <a:cubicBezTo>
                      <a:pt x="1" y="5299"/>
                      <a:pt x="1524" y="6836"/>
                      <a:pt x="3420" y="6836"/>
                    </a:cubicBezTo>
                    <a:cubicBezTo>
                      <a:pt x="3430" y="6836"/>
                      <a:pt x="3440" y="6836"/>
                      <a:pt x="3450" y="6836"/>
                    </a:cubicBezTo>
                    <a:cubicBezTo>
                      <a:pt x="5316" y="6836"/>
                      <a:pt x="6836" y="5315"/>
                      <a:pt x="6852" y="3433"/>
                    </a:cubicBezTo>
                    <a:cubicBezTo>
                      <a:pt x="6852" y="1540"/>
                      <a:pt x="5326" y="1"/>
                      <a:pt x="3446" y="1"/>
                    </a:cubicBezTo>
                    <a:cubicBezTo>
                      <a:pt x="3438" y="1"/>
                      <a:pt x="3430" y="1"/>
                      <a:pt x="342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" name="Google Shape;533;p7"/>
              <p:cNvSpPr/>
              <p:nvPr/>
            </p:nvSpPr>
            <p:spPr>
              <a:xfrm>
                <a:off x="4199402" y="2832867"/>
                <a:ext cx="361854" cy="1719340"/>
              </a:xfrm>
              <a:custGeom>
                <a:avLst/>
                <a:gdLst/>
                <a:ahLst/>
                <a:cxnLst/>
                <a:rect l="l" t="t" r="r" b="b"/>
                <a:pathLst>
                  <a:path w="2044" h="9712" extrusionOk="0">
                    <a:moveTo>
                      <a:pt x="1187" y="1"/>
                    </a:moveTo>
                    <a:lnTo>
                      <a:pt x="929" y="3420"/>
                    </a:lnTo>
                    <a:lnTo>
                      <a:pt x="14" y="2262"/>
                    </a:lnTo>
                    <a:lnTo>
                      <a:pt x="1" y="2276"/>
                    </a:lnTo>
                    <a:lnTo>
                      <a:pt x="900" y="3815"/>
                    </a:lnTo>
                    <a:lnTo>
                      <a:pt x="736" y="9712"/>
                    </a:lnTo>
                    <a:lnTo>
                      <a:pt x="1635" y="9712"/>
                    </a:lnTo>
                    <a:lnTo>
                      <a:pt x="1364" y="1854"/>
                    </a:lnTo>
                    <a:lnTo>
                      <a:pt x="2044" y="1020"/>
                    </a:lnTo>
                    <a:lnTo>
                      <a:pt x="2031" y="1007"/>
                    </a:lnTo>
                    <a:lnTo>
                      <a:pt x="1351" y="1648"/>
                    </a:lnTo>
                    <a:lnTo>
                      <a:pt x="1240" y="14"/>
                    </a:lnTo>
                    <a:lnTo>
                      <a:pt x="11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" name="Google Shape;534;p7"/>
              <p:cNvSpPr/>
              <p:nvPr/>
            </p:nvSpPr>
            <p:spPr>
              <a:xfrm>
                <a:off x="4331999" y="2352225"/>
                <a:ext cx="697331" cy="1211079"/>
              </a:xfrm>
              <a:custGeom>
                <a:avLst/>
                <a:gdLst/>
                <a:ahLst/>
                <a:cxnLst/>
                <a:rect l="l" t="t" r="r" b="b"/>
                <a:pathLst>
                  <a:path w="3939" h="6841" extrusionOk="0">
                    <a:moveTo>
                      <a:pt x="383" y="1"/>
                    </a:moveTo>
                    <a:cubicBezTo>
                      <a:pt x="248" y="1"/>
                      <a:pt x="120" y="13"/>
                      <a:pt x="0" y="32"/>
                    </a:cubicBezTo>
                    <a:cubicBezTo>
                      <a:pt x="1651" y="290"/>
                      <a:pt x="2903" y="1722"/>
                      <a:pt x="2903" y="3438"/>
                    </a:cubicBezTo>
                    <a:cubicBezTo>
                      <a:pt x="2890" y="5141"/>
                      <a:pt x="1635" y="6556"/>
                      <a:pt x="0" y="6801"/>
                    </a:cubicBezTo>
                    <a:cubicBezTo>
                      <a:pt x="164" y="6828"/>
                      <a:pt x="327" y="6841"/>
                      <a:pt x="507" y="6841"/>
                    </a:cubicBezTo>
                    <a:cubicBezTo>
                      <a:pt x="517" y="6841"/>
                      <a:pt x="527" y="6841"/>
                      <a:pt x="537" y="6841"/>
                    </a:cubicBezTo>
                    <a:cubicBezTo>
                      <a:pt x="2403" y="6841"/>
                      <a:pt x="3923" y="5320"/>
                      <a:pt x="3939" y="3438"/>
                    </a:cubicBezTo>
                    <a:cubicBezTo>
                      <a:pt x="3939" y="1545"/>
                      <a:pt x="2413" y="6"/>
                      <a:pt x="533" y="6"/>
                    </a:cubicBezTo>
                    <a:cubicBezTo>
                      <a:pt x="482" y="2"/>
                      <a:pt x="432" y="1"/>
                      <a:pt x="383" y="1"/>
                    </a:cubicBezTo>
                    <a:close/>
                  </a:path>
                </a:pathLst>
              </a:custGeom>
              <a:solidFill>
                <a:srgbClr val="473A50">
                  <a:alpha val="434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35" name="Google Shape;535;p7"/>
            <p:cNvGrpSpPr/>
            <p:nvPr/>
          </p:nvGrpSpPr>
          <p:grpSpPr>
            <a:xfrm>
              <a:off x="1507450" y="4205080"/>
              <a:ext cx="212025" cy="514245"/>
              <a:chOff x="3816313" y="1611982"/>
              <a:chExt cx="1212958" cy="2940225"/>
            </a:xfrm>
          </p:grpSpPr>
          <p:sp>
            <p:nvSpPr>
              <p:cNvPr id="536" name="Google Shape;536;p7"/>
              <p:cNvSpPr/>
              <p:nvPr/>
            </p:nvSpPr>
            <p:spPr>
              <a:xfrm>
                <a:off x="3816313" y="1613408"/>
                <a:ext cx="1212958" cy="1949969"/>
              </a:xfrm>
              <a:custGeom>
                <a:avLst/>
                <a:gdLst/>
                <a:ahLst/>
                <a:cxnLst/>
                <a:rect l="l" t="t" r="r" b="b"/>
                <a:pathLst>
                  <a:path w="6852" h="6836" extrusionOk="0">
                    <a:moveTo>
                      <a:pt x="3422" y="1"/>
                    </a:moveTo>
                    <a:cubicBezTo>
                      <a:pt x="1540" y="1"/>
                      <a:pt x="14" y="1519"/>
                      <a:pt x="1" y="3404"/>
                    </a:cubicBezTo>
                    <a:cubicBezTo>
                      <a:pt x="1" y="5299"/>
                      <a:pt x="1524" y="6836"/>
                      <a:pt x="3420" y="6836"/>
                    </a:cubicBezTo>
                    <a:cubicBezTo>
                      <a:pt x="3430" y="6836"/>
                      <a:pt x="3440" y="6836"/>
                      <a:pt x="3450" y="6836"/>
                    </a:cubicBezTo>
                    <a:cubicBezTo>
                      <a:pt x="5316" y="6836"/>
                      <a:pt x="6836" y="5315"/>
                      <a:pt x="6852" y="3433"/>
                    </a:cubicBezTo>
                    <a:cubicBezTo>
                      <a:pt x="6852" y="1540"/>
                      <a:pt x="5326" y="1"/>
                      <a:pt x="3446" y="1"/>
                    </a:cubicBezTo>
                    <a:cubicBezTo>
                      <a:pt x="3438" y="1"/>
                      <a:pt x="3430" y="1"/>
                      <a:pt x="342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Google Shape;537;p7"/>
              <p:cNvSpPr/>
              <p:nvPr/>
            </p:nvSpPr>
            <p:spPr>
              <a:xfrm>
                <a:off x="4199464" y="2602232"/>
                <a:ext cx="351972" cy="1949975"/>
              </a:xfrm>
              <a:custGeom>
                <a:avLst/>
                <a:gdLst/>
                <a:ahLst/>
                <a:cxnLst/>
                <a:rect l="l" t="t" r="r" b="b"/>
                <a:pathLst>
                  <a:path w="2044" h="9712" extrusionOk="0">
                    <a:moveTo>
                      <a:pt x="1187" y="1"/>
                    </a:moveTo>
                    <a:lnTo>
                      <a:pt x="929" y="3420"/>
                    </a:lnTo>
                    <a:lnTo>
                      <a:pt x="14" y="2262"/>
                    </a:lnTo>
                    <a:lnTo>
                      <a:pt x="1" y="2276"/>
                    </a:lnTo>
                    <a:lnTo>
                      <a:pt x="900" y="3815"/>
                    </a:lnTo>
                    <a:lnTo>
                      <a:pt x="736" y="9712"/>
                    </a:lnTo>
                    <a:lnTo>
                      <a:pt x="1635" y="9712"/>
                    </a:lnTo>
                    <a:lnTo>
                      <a:pt x="1364" y="1854"/>
                    </a:lnTo>
                    <a:lnTo>
                      <a:pt x="2044" y="1020"/>
                    </a:lnTo>
                    <a:lnTo>
                      <a:pt x="2031" y="1007"/>
                    </a:lnTo>
                    <a:lnTo>
                      <a:pt x="1351" y="1648"/>
                    </a:lnTo>
                    <a:lnTo>
                      <a:pt x="1240" y="14"/>
                    </a:lnTo>
                    <a:lnTo>
                      <a:pt x="11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" name="Google Shape;538;p7"/>
              <p:cNvSpPr/>
              <p:nvPr/>
            </p:nvSpPr>
            <p:spPr>
              <a:xfrm>
                <a:off x="4331976" y="1611982"/>
                <a:ext cx="697292" cy="1951395"/>
              </a:xfrm>
              <a:custGeom>
                <a:avLst/>
                <a:gdLst/>
                <a:ahLst/>
                <a:cxnLst/>
                <a:rect l="l" t="t" r="r" b="b"/>
                <a:pathLst>
                  <a:path w="3939" h="6841" extrusionOk="0">
                    <a:moveTo>
                      <a:pt x="383" y="1"/>
                    </a:moveTo>
                    <a:cubicBezTo>
                      <a:pt x="248" y="1"/>
                      <a:pt x="120" y="13"/>
                      <a:pt x="0" y="32"/>
                    </a:cubicBezTo>
                    <a:cubicBezTo>
                      <a:pt x="1651" y="290"/>
                      <a:pt x="2903" y="1722"/>
                      <a:pt x="2903" y="3438"/>
                    </a:cubicBezTo>
                    <a:cubicBezTo>
                      <a:pt x="2890" y="5141"/>
                      <a:pt x="1635" y="6556"/>
                      <a:pt x="0" y="6801"/>
                    </a:cubicBezTo>
                    <a:cubicBezTo>
                      <a:pt x="164" y="6828"/>
                      <a:pt x="327" y="6841"/>
                      <a:pt x="507" y="6841"/>
                    </a:cubicBezTo>
                    <a:cubicBezTo>
                      <a:pt x="517" y="6841"/>
                      <a:pt x="527" y="6841"/>
                      <a:pt x="537" y="6841"/>
                    </a:cubicBezTo>
                    <a:cubicBezTo>
                      <a:pt x="2403" y="6841"/>
                      <a:pt x="3923" y="5320"/>
                      <a:pt x="3939" y="3438"/>
                    </a:cubicBezTo>
                    <a:cubicBezTo>
                      <a:pt x="3939" y="1545"/>
                      <a:pt x="2413" y="6"/>
                      <a:pt x="533" y="6"/>
                    </a:cubicBezTo>
                    <a:cubicBezTo>
                      <a:pt x="482" y="2"/>
                      <a:pt x="432" y="1"/>
                      <a:pt x="383" y="1"/>
                    </a:cubicBezTo>
                    <a:close/>
                  </a:path>
                </a:pathLst>
              </a:custGeom>
              <a:solidFill>
                <a:srgbClr val="473A50">
                  <a:alpha val="434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43" name="Google Shape;543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5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6"/>
        </a:solidFill>
        <a:effectLst/>
      </p:bgPr>
    </p:bg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16"/>
          <p:cNvSpPr/>
          <p:nvPr/>
        </p:nvSpPr>
        <p:spPr>
          <a:xfrm>
            <a:off x="-1441737" y="3639663"/>
            <a:ext cx="3059100" cy="3059100"/>
          </a:xfrm>
          <a:prstGeom prst="ellipse">
            <a:avLst/>
          </a:prstGeom>
          <a:solidFill>
            <a:srgbClr val="897FBB">
              <a:alpha val="291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02" name="Google Shape;802;p16"/>
          <p:cNvGrpSpPr/>
          <p:nvPr/>
        </p:nvGrpSpPr>
        <p:grpSpPr>
          <a:xfrm rot="-5400000">
            <a:off x="-1101175" y="4427675"/>
            <a:ext cx="2079250" cy="1802500"/>
            <a:chOff x="349725" y="59275"/>
            <a:chExt cx="2079250" cy="1802500"/>
          </a:xfrm>
        </p:grpSpPr>
        <p:sp>
          <p:nvSpPr>
            <p:cNvPr id="803" name="Google Shape;803;p16"/>
            <p:cNvSpPr/>
            <p:nvPr/>
          </p:nvSpPr>
          <p:spPr>
            <a:xfrm>
              <a:off x="349725" y="59275"/>
              <a:ext cx="2079250" cy="1802500"/>
            </a:xfrm>
            <a:custGeom>
              <a:avLst/>
              <a:gdLst/>
              <a:ahLst/>
              <a:cxnLst/>
              <a:rect l="l" t="t" r="r" b="b"/>
              <a:pathLst>
                <a:path w="83170" h="72100" extrusionOk="0">
                  <a:moveTo>
                    <a:pt x="66287" y="0"/>
                  </a:moveTo>
                  <a:lnTo>
                    <a:pt x="66287" y="48908"/>
                  </a:lnTo>
                  <a:lnTo>
                    <a:pt x="66211" y="49080"/>
                  </a:lnTo>
                  <a:lnTo>
                    <a:pt x="66287" y="49386"/>
                  </a:lnTo>
                  <a:cubicBezTo>
                    <a:pt x="66287" y="50265"/>
                    <a:pt x="66058" y="52579"/>
                    <a:pt x="64777" y="53860"/>
                  </a:cubicBezTo>
                  <a:cubicBezTo>
                    <a:pt x="63898" y="54739"/>
                    <a:pt x="62311" y="55217"/>
                    <a:pt x="59997" y="55217"/>
                  </a:cubicBezTo>
                  <a:lnTo>
                    <a:pt x="0" y="55217"/>
                  </a:lnTo>
                  <a:lnTo>
                    <a:pt x="0" y="72100"/>
                  </a:lnTo>
                  <a:lnTo>
                    <a:pt x="59997" y="72100"/>
                  </a:lnTo>
                  <a:cubicBezTo>
                    <a:pt x="68926" y="72100"/>
                    <a:pt x="74260" y="68429"/>
                    <a:pt x="77128" y="65331"/>
                  </a:cubicBezTo>
                  <a:cubicBezTo>
                    <a:pt x="83093" y="59041"/>
                    <a:pt x="83170" y="50743"/>
                    <a:pt x="83170" y="48755"/>
                  </a:cubicBezTo>
                  <a:lnTo>
                    <a:pt x="8317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dist="57150" dir="21540000" algn="bl" rotWithShape="0">
                <a:schemeClr val="dk1">
                  <a:alpha val="3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16"/>
            <p:cNvSpPr/>
            <p:nvPr/>
          </p:nvSpPr>
          <p:spPr>
            <a:xfrm>
              <a:off x="443400" y="166800"/>
              <a:ext cx="1782450" cy="1503775"/>
            </a:xfrm>
            <a:custGeom>
              <a:avLst/>
              <a:gdLst/>
              <a:ahLst/>
              <a:cxnLst/>
              <a:rect l="l" t="t" r="r" b="b"/>
              <a:pathLst>
                <a:path w="71298" h="60151" extrusionOk="0">
                  <a:moveTo>
                    <a:pt x="70666" y="1"/>
                  </a:moveTo>
                  <a:lnTo>
                    <a:pt x="70666" y="2544"/>
                  </a:lnTo>
                  <a:lnTo>
                    <a:pt x="71297" y="2544"/>
                  </a:lnTo>
                  <a:lnTo>
                    <a:pt x="71297" y="1"/>
                  </a:lnTo>
                  <a:close/>
                  <a:moveTo>
                    <a:pt x="70666" y="5106"/>
                  </a:moveTo>
                  <a:lnTo>
                    <a:pt x="70666" y="7649"/>
                  </a:lnTo>
                  <a:lnTo>
                    <a:pt x="71297" y="7649"/>
                  </a:lnTo>
                  <a:lnTo>
                    <a:pt x="71297" y="5106"/>
                  </a:lnTo>
                  <a:close/>
                  <a:moveTo>
                    <a:pt x="70666" y="10192"/>
                  </a:moveTo>
                  <a:lnTo>
                    <a:pt x="70666" y="12754"/>
                  </a:lnTo>
                  <a:lnTo>
                    <a:pt x="71297" y="12754"/>
                  </a:lnTo>
                  <a:lnTo>
                    <a:pt x="71297" y="10192"/>
                  </a:lnTo>
                  <a:close/>
                  <a:moveTo>
                    <a:pt x="70666" y="15297"/>
                  </a:moveTo>
                  <a:lnTo>
                    <a:pt x="70666" y="17839"/>
                  </a:lnTo>
                  <a:lnTo>
                    <a:pt x="71297" y="17839"/>
                  </a:lnTo>
                  <a:lnTo>
                    <a:pt x="71297" y="15297"/>
                  </a:lnTo>
                  <a:close/>
                  <a:moveTo>
                    <a:pt x="70666" y="20401"/>
                  </a:moveTo>
                  <a:lnTo>
                    <a:pt x="70666" y="22944"/>
                  </a:lnTo>
                  <a:lnTo>
                    <a:pt x="71297" y="22944"/>
                  </a:lnTo>
                  <a:lnTo>
                    <a:pt x="71297" y="20401"/>
                  </a:lnTo>
                  <a:close/>
                  <a:moveTo>
                    <a:pt x="70666" y="25487"/>
                  </a:moveTo>
                  <a:lnTo>
                    <a:pt x="70666" y="28049"/>
                  </a:lnTo>
                  <a:lnTo>
                    <a:pt x="71297" y="28049"/>
                  </a:lnTo>
                  <a:lnTo>
                    <a:pt x="71297" y="25487"/>
                  </a:lnTo>
                  <a:close/>
                  <a:moveTo>
                    <a:pt x="70666" y="30592"/>
                  </a:moveTo>
                  <a:lnTo>
                    <a:pt x="70666" y="33135"/>
                  </a:lnTo>
                  <a:lnTo>
                    <a:pt x="71297" y="33135"/>
                  </a:lnTo>
                  <a:lnTo>
                    <a:pt x="71297" y="30592"/>
                  </a:lnTo>
                  <a:close/>
                  <a:moveTo>
                    <a:pt x="70666" y="35697"/>
                  </a:moveTo>
                  <a:lnTo>
                    <a:pt x="70666" y="38240"/>
                  </a:lnTo>
                  <a:lnTo>
                    <a:pt x="71297" y="38240"/>
                  </a:lnTo>
                  <a:lnTo>
                    <a:pt x="71297" y="35697"/>
                  </a:lnTo>
                  <a:close/>
                  <a:moveTo>
                    <a:pt x="70666" y="40783"/>
                  </a:moveTo>
                  <a:lnTo>
                    <a:pt x="70666" y="43345"/>
                  </a:lnTo>
                  <a:lnTo>
                    <a:pt x="71297" y="43345"/>
                  </a:lnTo>
                  <a:lnTo>
                    <a:pt x="71297" y="40783"/>
                  </a:lnTo>
                  <a:close/>
                  <a:moveTo>
                    <a:pt x="70666" y="45888"/>
                  </a:moveTo>
                  <a:cubicBezTo>
                    <a:pt x="70590" y="46442"/>
                    <a:pt x="70590" y="47322"/>
                    <a:pt x="70341" y="48354"/>
                  </a:cubicBezTo>
                  <a:lnTo>
                    <a:pt x="70991" y="48526"/>
                  </a:lnTo>
                  <a:cubicBezTo>
                    <a:pt x="71221" y="47398"/>
                    <a:pt x="71221" y="46519"/>
                    <a:pt x="71297" y="45888"/>
                  </a:cubicBezTo>
                  <a:close/>
                  <a:moveTo>
                    <a:pt x="69787" y="50821"/>
                  </a:moveTo>
                  <a:cubicBezTo>
                    <a:pt x="69481" y="51624"/>
                    <a:pt x="69156" y="52427"/>
                    <a:pt x="68754" y="53058"/>
                  </a:cubicBezTo>
                  <a:lnTo>
                    <a:pt x="69309" y="53383"/>
                  </a:lnTo>
                  <a:cubicBezTo>
                    <a:pt x="69710" y="52656"/>
                    <a:pt x="70112" y="51872"/>
                    <a:pt x="70341" y="50993"/>
                  </a:cubicBezTo>
                  <a:lnTo>
                    <a:pt x="69787" y="50821"/>
                  </a:lnTo>
                  <a:close/>
                  <a:moveTo>
                    <a:pt x="67397" y="55122"/>
                  </a:moveTo>
                  <a:cubicBezTo>
                    <a:pt x="66842" y="55773"/>
                    <a:pt x="66211" y="56327"/>
                    <a:pt x="65561" y="56805"/>
                  </a:cubicBezTo>
                  <a:lnTo>
                    <a:pt x="65963" y="57359"/>
                  </a:lnTo>
                  <a:cubicBezTo>
                    <a:pt x="66689" y="56805"/>
                    <a:pt x="67320" y="56251"/>
                    <a:pt x="67875" y="55524"/>
                  </a:cubicBezTo>
                  <a:lnTo>
                    <a:pt x="67397" y="55122"/>
                  </a:lnTo>
                  <a:close/>
                  <a:moveTo>
                    <a:pt x="63420" y="58086"/>
                  </a:moveTo>
                  <a:cubicBezTo>
                    <a:pt x="62693" y="58392"/>
                    <a:pt x="61910" y="58717"/>
                    <a:pt x="61107" y="58946"/>
                  </a:cubicBezTo>
                  <a:lnTo>
                    <a:pt x="61259" y="59520"/>
                  </a:lnTo>
                  <a:cubicBezTo>
                    <a:pt x="62139" y="59348"/>
                    <a:pt x="62942" y="59042"/>
                    <a:pt x="63745" y="58640"/>
                  </a:cubicBezTo>
                  <a:lnTo>
                    <a:pt x="63420" y="58086"/>
                  </a:lnTo>
                  <a:close/>
                  <a:moveTo>
                    <a:pt x="1" y="59520"/>
                  </a:moveTo>
                  <a:lnTo>
                    <a:pt x="1" y="60151"/>
                  </a:lnTo>
                  <a:lnTo>
                    <a:pt x="2563" y="60151"/>
                  </a:lnTo>
                  <a:lnTo>
                    <a:pt x="2563" y="59520"/>
                  </a:lnTo>
                  <a:close/>
                  <a:moveTo>
                    <a:pt x="5106" y="59520"/>
                  </a:moveTo>
                  <a:lnTo>
                    <a:pt x="5106" y="60151"/>
                  </a:lnTo>
                  <a:lnTo>
                    <a:pt x="7648" y="60151"/>
                  </a:lnTo>
                  <a:lnTo>
                    <a:pt x="7648" y="59520"/>
                  </a:lnTo>
                  <a:close/>
                  <a:moveTo>
                    <a:pt x="10210" y="59520"/>
                  </a:moveTo>
                  <a:lnTo>
                    <a:pt x="10210" y="60151"/>
                  </a:lnTo>
                  <a:lnTo>
                    <a:pt x="12753" y="60151"/>
                  </a:lnTo>
                  <a:lnTo>
                    <a:pt x="12753" y="59520"/>
                  </a:lnTo>
                  <a:close/>
                  <a:moveTo>
                    <a:pt x="15296" y="59520"/>
                  </a:moveTo>
                  <a:lnTo>
                    <a:pt x="15296" y="60151"/>
                  </a:lnTo>
                  <a:lnTo>
                    <a:pt x="17858" y="60151"/>
                  </a:lnTo>
                  <a:lnTo>
                    <a:pt x="17858" y="59520"/>
                  </a:lnTo>
                  <a:close/>
                  <a:moveTo>
                    <a:pt x="20401" y="59520"/>
                  </a:moveTo>
                  <a:lnTo>
                    <a:pt x="20401" y="60151"/>
                  </a:lnTo>
                  <a:lnTo>
                    <a:pt x="22944" y="60151"/>
                  </a:lnTo>
                  <a:lnTo>
                    <a:pt x="22944" y="59520"/>
                  </a:lnTo>
                  <a:close/>
                  <a:moveTo>
                    <a:pt x="25506" y="59520"/>
                  </a:moveTo>
                  <a:lnTo>
                    <a:pt x="25506" y="60151"/>
                  </a:lnTo>
                  <a:lnTo>
                    <a:pt x="28049" y="60151"/>
                  </a:lnTo>
                  <a:lnTo>
                    <a:pt x="28049" y="59520"/>
                  </a:lnTo>
                  <a:close/>
                  <a:moveTo>
                    <a:pt x="30592" y="59520"/>
                  </a:moveTo>
                  <a:lnTo>
                    <a:pt x="30592" y="60151"/>
                  </a:lnTo>
                  <a:lnTo>
                    <a:pt x="33154" y="60151"/>
                  </a:lnTo>
                  <a:lnTo>
                    <a:pt x="33154" y="59520"/>
                  </a:lnTo>
                  <a:close/>
                  <a:moveTo>
                    <a:pt x="35697" y="59520"/>
                  </a:moveTo>
                  <a:lnTo>
                    <a:pt x="35697" y="60151"/>
                  </a:lnTo>
                  <a:lnTo>
                    <a:pt x="38316" y="60151"/>
                  </a:lnTo>
                  <a:lnTo>
                    <a:pt x="38316" y="59520"/>
                  </a:lnTo>
                  <a:close/>
                  <a:moveTo>
                    <a:pt x="40878" y="59520"/>
                  </a:moveTo>
                  <a:lnTo>
                    <a:pt x="40878" y="60151"/>
                  </a:lnTo>
                  <a:lnTo>
                    <a:pt x="43421" y="60151"/>
                  </a:lnTo>
                  <a:lnTo>
                    <a:pt x="43421" y="59520"/>
                  </a:lnTo>
                  <a:close/>
                  <a:moveTo>
                    <a:pt x="45964" y="59520"/>
                  </a:moveTo>
                  <a:lnTo>
                    <a:pt x="45964" y="60151"/>
                  </a:lnTo>
                  <a:lnTo>
                    <a:pt x="48526" y="60151"/>
                  </a:lnTo>
                  <a:lnTo>
                    <a:pt x="48526" y="59520"/>
                  </a:lnTo>
                  <a:close/>
                  <a:moveTo>
                    <a:pt x="51069" y="59520"/>
                  </a:moveTo>
                  <a:lnTo>
                    <a:pt x="51069" y="60151"/>
                  </a:lnTo>
                  <a:lnTo>
                    <a:pt x="53612" y="60151"/>
                  </a:lnTo>
                  <a:lnTo>
                    <a:pt x="53612" y="59520"/>
                  </a:lnTo>
                  <a:close/>
                  <a:moveTo>
                    <a:pt x="58640" y="59348"/>
                  </a:moveTo>
                  <a:cubicBezTo>
                    <a:pt x="57914" y="59424"/>
                    <a:pt x="57130" y="59520"/>
                    <a:pt x="56250" y="59520"/>
                  </a:cubicBezTo>
                  <a:lnTo>
                    <a:pt x="56174" y="59520"/>
                  </a:lnTo>
                  <a:lnTo>
                    <a:pt x="56174" y="60151"/>
                  </a:lnTo>
                  <a:lnTo>
                    <a:pt x="56250" y="60151"/>
                  </a:lnTo>
                  <a:cubicBezTo>
                    <a:pt x="57130" y="60151"/>
                    <a:pt x="57914" y="60074"/>
                    <a:pt x="58717" y="59998"/>
                  </a:cubicBezTo>
                  <a:lnTo>
                    <a:pt x="58640" y="59348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05" name="Google Shape;805;p16"/>
          <p:cNvGrpSpPr/>
          <p:nvPr/>
        </p:nvGrpSpPr>
        <p:grpSpPr>
          <a:xfrm rot="-5400000">
            <a:off x="5770006" y="-1428521"/>
            <a:ext cx="6382937" cy="1623549"/>
            <a:chOff x="713181" y="3935229"/>
            <a:chExt cx="6382937" cy="1623549"/>
          </a:xfrm>
        </p:grpSpPr>
        <p:sp>
          <p:nvSpPr>
            <p:cNvPr id="806" name="Google Shape;806;p16"/>
            <p:cNvSpPr/>
            <p:nvPr/>
          </p:nvSpPr>
          <p:spPr>
            <a:xfrm rot="5400000" flipH="1">
              <a:off x="3092875" y="1555535"/>
              <a:ext cx="1623549" cy="6382937"/>
            </a:xfrm>
            <a:custGeom>
              <a:avLst/>
              <a:gdLst/>
              <a:ahLst/>
              <a:cxnLst/>
              <a:rect l="l" t="t" r="r" b="b"/>
              <a:pathLst>
                <a:path w="12220" h="44059" extrusionOk="0">
                  <a:moveTo>
                    <a:pt x="9359" y="0"/>
                  </a:moveTo>
                  <a:lnTo>
                    <a:pt x="9359" y="18593"/>
                  </a:lnTo>
                  <a:lnTo>
                    <a:pt x="9359" y="27156"/>
                  </a:lnTo>
                  <a:cubicBezTo>
                    <a:pt x="9359" y="27621"/>
                    <a:pt x="9003" y="28003"/>
                    <a:pt x="8568" y="28055"/>
                  </a:cubicBezTo>
                  <a:lnTo>
                    <a:pt x="8444" y="28055"/>
                  </a:lnTo>
                  <a:cubicBezTo>
                    <a:pt x="7940" y="28055"/>
                    <a:pt x="7532" y="27647"/>
                    <a:pt x="7532" y="27156"/>
                  </a:cubicBezTo>
                  <a:lnTo>
                    <a:pt x="7532" y="18168"/>
                  </a:lnTo>
                  <a:cubicBezTo>
                    <a:pt x="7532" y="16099"/>
                    <a:pt x="5845" y="14409"/>
                    <a:pt x="3773" y="14409"/>
                  </a:cubicBezTo>
                  <a:cubicBezTo>
                    <a:pt x="1704" y="14409"/>
                    <a:pt x="1" y="16099"/>
                    <a:pt x="1" y="18168"/>
                  </a:cubicBezTo>
                  <a:lnTo>
                    <a:pt x="1" y="30141"/>
                  </a:lnTo>
                  <a:lnTo>
                    <a:pt x="1" y="44059"/>
                  </a:lnTo>
                  <a:lnTo>
                    <a:pt x="2861" y="44059"/>
                  </a:lnTo>
                  <a:lnTo>
                    <a:pt x="2861" y="29065"/>
                  </a:lnTo>
                  <a:lnTo>
                    <a:pt x="2861" y="18168"/>
                  </a:lnTo>
                  <a:cubicBezTo>
                    <a:pt x="2861" y="17677"/>
                    <a:pt x="3270" y="17269"/>
                    <a:pt x="3773" y="17269"/>
                  </a:cubicBezTo>
                  <a:cubicBezTo>
                    <a:pt x="4276" y="17269"/>
                    <a:pt x="4685" y="17677"/>
                    <a:pt x="4685" y="18168"/>
                  </a:cubicBezTo>
                  <a:lnTo>
                    <a:pt x="4685" y="27156"/>
                  </a:lnTo>
                  <a:cubicBezTo>
                    <a:pt x="4685" y="29186"/>
                    <a:pt x="6306" y="30863"/>
                    <a:pt x="8336" y="30915"/>
                  </a:cubicBezTo>
                  <a:cubicBezTo>
                    <a:pt x="8378" y="30915"/>
                    <a:pt x="8405" y="30932"/>
                    <a:pt x="8444" y="30932"/>
                  </a:cubicBezTo>
                  <a:cubicBezTo>
                    <a:pt x="10529" y="30932"/>
                    <a:pt x="12219" y="29229"/>
                    <a:pt x="12219" y="27156"/>
                  </a:cubicBezTo>
                  <a:lnTo>
                    <a:pt x="12219" y="18619"/>
                  </a:lnTo>
                  <a:lnTo>
                    <a:pt x="1221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dist="57150" dir="6300000" algn="bl" rotWithShape="0">
                <a:schemeClr val="dk1">
                  <a:alpha val="3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07" name="Google Shape;807;p16"/>
            <p:cNvGrpSpPr/>
            <p:nvPr/>
          </p:nvGrpSpPr>
          <p:grpSpPr>
            <a:xfrm rot="5400000" flipH="1">
              <a:off x="3392071" y="1847512"/>
              <a:ext cx="1257637" cy="5799004"/>
              <a:chOff x="3563222" y="101822"/>
              <a:chExt cx="1212180" cy="5125965"/>
            </a:xfrm>
          </p:grpSpPr>
          <p:sp>
            <p:nvSpPr>
              <p:cNvPr id="808" name="Google Shape;808;p16"/>
              <p:cNvSpPr/>
              <p:nvPr/>
            </p:nvSpPr>
            <p:spPr>
              <a:xfrm>
                <a:off x="3563222" y="4946702"/>
                <a:ext cx="13830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36" extrusionOk="0">
                    <a:moveTo>
                      <a:pt x="0" y="1"/>
                    </a:moveTo>
                    <a:lnTo>
                      <a:pt x="0" y="436"/>
                    </a:lnTo>
                    <a:lnTo>
                      <a:pt x="108" y="436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" name="Google Shape;809;p16"/>
              <p:cNvSpPr/>
              <p:nvPr/>
            </p:nvSpPr>
            <p:spPr>
              <a:xfrm>
                <a:off x="3563222" y="5060160"/>
                <a:ext cx="13830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36" extrusionOk="0">
                    <a:moveTo>
                      <a:pt x="0" y="1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" name="Google Shape;810;p16"/>
              <p:cNvSpPr/>
              <p:nvPr/>
            </p:nvSpPr>
            <p:spPr>
              <a:xfrm>
                <a:off x="3563222" y="4833244"/>
                <a:ext cx="13830" cy="58010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53" extrusionOk="0">
                    <a:moveTo>
                      <a:pt x="0" y="1"/>
                    </a:moveTo>
                    <a:lnTo>
                      <a:pt x="0" y="452"/>
                    </a:lnTo>
                    <a:lnTo>
                      <a:pt x="108" y="452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" name="Google Shape;811;p16"/>
              <p:cNvSpPr/>
              <p:nvPr/>
            </p:nvSpPr>
            <p:spPr>
              <a:xfrm>
                <a:off x="3563222" y="5171569"/>
                <a:ext cx="13830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39" extrusionOk="0">
                    <a:moveTo>
                      <a:pt x="0" y="0"/>
                    </a:moveTo>
                    <a:lnTo>
                      <a:pt x="0" y="438"/>
                    </a:lnTo>
                    <a:lnTo>
                      <a:pt x="108" y="438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" name="Google Shape;812;p16"/>
              <p:cNvSpPr/>
              <p:nvPr/>
            </p:nvSpPr>
            <p:spPr>
              <a:xfrm>
                <a:off x="3563222" y="4043522"/>
                <a:ext cx="13830" cy="55705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35" extrusionOk="0">
                    <a:moveTo>
                      <a:pt x="0" y="0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" name="Google Shape;813;p16"/>
              <p:cNvSpPr/>
              <p:nvPr/>
            </p:nvSpPr>
            <p:spPr>
              <a:xfrm>
                <a:off x="3563222" y="4154802"/>
                <a:ext cx="13830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52" extrusionOk="0">
                    <a:moveTo>
                      <a:pt x="0" y="0"/>
                    </a:moveTo>
                    <a:lnTo>
                      <a:pt x="0" y="452"/>
                    </a:lnTo>
                    <a:lnTo>
                      <a:pt x="108" y="452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" name="Google Shape;814;p16"/>
              <p:cNvSpPr/>
              <p:nvPr/>
            </p:nvSpPr>
            <p:spPr>
              <a:xfrm>
                <a:off x="3563222" y="3818271"/>
                <a:ext cx="13830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36" extrusionOk="0">
                    <a:moveTo>
                      <a:pt x="0" y="0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" name="Google Shape;815;p16"/>
              <p:cNvSpPr/>
              <p:nvPr/>
            </p:nvSpPr>
            <p:spPr>
              <a:xfrm>
                <a:off x="3563222" y="3930064"/>
                <a:ext cx="13830" cy="55705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35" extrusionOk="0">
                    <a:moveTo>
                      <a:pt x="0" y="0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" name="Google Shape;816;p16"/>
              <p:cNvSpPr/>
              <p:nvPr/>
            </p:nvSpPr>
            <p:spPr>
              <a:xfrm>
                <a:off x="3563222" y="4268260"/>
                <a:ext cx="13830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36" extrusionOk="0">
                    <a:moveTo>
                      <a:pt x="0" y="0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" name="Google Shape;817;p16"/>
              <p:cNvSpPr/>
              <p:nvPr/>
            </p:nvSpPr>
            <p:spPr>
              <a:xfrm>
                <a:off x="3563222" y="4380053"/>
                <a:ext cx="13830" cy="57370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48" extrusionOk="0">
                    <a:moveTo>
                      <a:pt x="0" y="0"/>
                    </a:moveTo>
                    <a:lnTo>
                      <a:pt x="0" y="448"/>
                    </a:lnTo>
                    <a:lnTo>
                      <a:pt x="108" y="448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8" name="Google Shape;818;p16"/>
              <p:cNvSpPr/>
              <p:nvPr/>
            </p:nvSpPr>
            <p:spPr>
              <a:xfrm>
                <a:off x="3563222" y="4493383"/>
                <a:ext cx="13830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36" extrusionOk="0">
                    <a:moveTo>
                      <a:pt x="0" y="1"/>
                    </a:moveTo>
                    <a:lnTo>
                      <a:pt x="0" y="436"/>
                    </a:lnTo>
                    <a:lnTo>
                      <a:pt x="108" y="436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9" name="Google Shape;819;p16"/>
              <p:cNvSpPr/>
              <p:nvPr/>
            </p:nvSpPr>
            <p:spPr>
              <a:xfrm>
                <a:off x="3563222" y="4718250"/>
                <a:ext cx="13830" cy="59547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65" extrusionOk="0">
                    <a:moveTo>
                      <a:pt x="0" y="0"/>
                    </a:moveTo>
                    <a:lnTo>
                      <a:pt x="0" y="26"/>
                    </a:lnTo>
                    <a:lnTo>
                      <a:pt x="0" y="435"/>
                    </a:lnTo>
                    <a:lnTo>
                      <a:pt x="0" y="464"/>
                    </a:lnTo>
                    <a:lnTo>
                      <a:pt x="108" y="464"/>
                    </a:lnTo>
                    <a:lnTo>
                      <a:pt x="108" y="435"/>
                    </a:lnTo>
                    <a:lnTo>
                      <a:pt x="108" y="26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" name="Google Shape;820;p16"/>
              <p:cNvSpPr/>
              <p:nvPr/>
            </p:nvSpPr>
            <p:spPr>
              <a:xfrm>
                <a:off x="3563222" y="4606457"/>
                <a:ext cx="13830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39" extrusionOk="0">
                    <a:moveTo>
                      <a:pt x="0" y="0"/>
                    </a:moveTo>
                    <a:lnTo>
                      <a:pt x="0" y="438"/>
                    </a:lnTo>
                    <a:lnTo>
                      <a:pt x="108" y="438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" name="Google Shape;821;p16"/>
              <p:cNvSpPr/>
              <p:nvPr/>
            </p:nvSpPr>
            <p:spPr>
              <a:xfrm>
                <a:off x="3746086" y="1978230"/>
                <a:ext cx="57882" cy="31502"/>
              </a:xfrm>
              <a:custGeom>
                <a:avLst/>
                <a:gdLst/>
                <a:ahLst/>
                <a:cxnLst/>
                <a:rect l="l" t="t" r="r" b="b"/>
                <a:pathLst>
                  <a:path w="452" h="246" extrusionOk="0">
                    <a:moveTo>
                      <a:pt x="438" y="0"/>
                    </a:moveTo>
                    <a:cubicBezTo>
                      <a:pt x="288" y="43"/>
                      <a:pt x="138" y="82"/>
                      <a:pt x="0" y="151"/>
                    </a:cubicBezTo>
                    <a:lnTo>
                      <a:pt x="43" y="246"/>
                    </a:lnTo>
                    <a:cubicBezTo>
                      <a:pt x="180" y="193"/>
                      <a:pt x="314" y="151"/>
                      <a:pt x="451" y="112"/>
                    </a:cubicBezTo>
                    <a:lnTo>
                      <a:pt x="43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2" name="Google Shape;822;p16"/>
              <p:cNvSpPr/>
              <p:nvPr/>
            </p:nvSpPr>
            <p:spPr>
              <a:xfrm>
                <a:off x="3563222" y="2663843"/>
                <a:ext cx="13830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36" extrusionOk="0">
                    <a:moveTo>
                      <a:pt x="0" y="1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3" name="Google Shape;823;p16"/>
              <p:cNvSpPr/>
              <p:nvPr/>
            </p:nvSpPr>
            <p:spPr>
              <a:xfrm>
                <a:off x="3563222" y="2777301"/>
                <a:ext cx="13830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36" extrusionOk="0">
                    <a:moveTo>
                      <a:pt x="0" y="0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4" name="Google Shape;824;p16"/>
              <p:cNvSpPr/>
              <p:nvPr/>
            </p:nvSpPr>
            <p:spPr>
              <a:xfrm>
                <a:off x="3563222" y="2438721"/>
                <a:ext cx="13830" cy="56089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38" extrusionOk="0">
                    <a:moveTo>
                      <a:pt x="0" y="0"/>
                    </a:moveTo>
                    <a:lnTo>
                      <a:pt x="0" y="438"/>
                    </a:lnTo>
                    <a:lnTo>
                      <a:pt x="108" y="438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5" name="Google Shape;825;p16"/>
              <p:cNvSpPr/>
              <p:nvPr/>
            </p:nvSpPr>
            <p:spPr>
              <a:xfrm>
                <a:off x="3587424" y="2107567"/>
                <a:ext cx="40338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315" h="436" extrusionOk="0">
                    <a:moveTo>
                      <a:pt x="220" y="1"/>
                    </a:moveTo>
                    <a:cubicBezTo>
                      <a:pt x="138" y="121"/>
                      <a:pt x="69" y="259"/>
                      <a:pt x="1" y="393"/>
                    </a:cubicBezTo>
                    <a:lnTo>
                      <a:pt x="112" y="435"/>
                    </a:lnTo>
                    <a:cubicBezTo>
                      <a:pt x="164" y="298"/>
                      <a:pt x="233" y="177"/>
                      <a:pt x="314" y="53"/>
                    </a:cubicBezTo>
                    <a:lnTo>
                      <a:pt x="22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6" name="Google Shape;826;p16"/>
              <p:cNvSpPr/>
              <p:nvPr/>
            </p:nvSpPr>
            <p:spPr>
              <a:xfrm>
                <a:off x="3563222" y="2325263"/>
                <a:ext cx="13830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52" extrusionOk="0">
                    <a:moveTo>
                      <a:pt x="0" y="0"/>
                    </a:moveTo>
                    <a:lnTo>
                      <a:pt x="0" y="451"/>
                    </a:lnTo>
                    <a:lnTo>
                      <a:pt x="108" y="451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7" name="Google Shape;827;p16"/>
              <p:cNvSpPr/>
              <p:nvPr/>
            </p:nvSpPr>
            <p:spPr>
              <a:xfrm>
                <a:off x="3651837" y="2025483"/>
                <a:ext cx="52504" cy="46997"/>
              </a:xfrm>
              <a:custGeom>
                <a:avLst/>
                <a:gdLst/>
                <a:ahLst/>
                <a:cxnLst/>
                <a:rect l="l" t="t" r="r" b="b"/>
                <a:pathLst>
                  <a:path w="410" h="367" extrusionOk="0">
                    <a:moveTo>
                      <a:pt x="344" y="1"/>
                    </a:moveTo>
                    <a:cubicBezTo>
                      <a:pt x="220" y="83"/>
                      <a:pt x="112" y="177"/>
                      <a:pt x="1" y="285"/>
                    </a:cubicBezTo>
                    <a:lnTo>
                      <a:pt x="83" y="367"/>
                    </a:lnTo>
                    <a:cubicBezTo>
                      <a:pt x="181" y="259"/>
                      <a:pt x="289" y="177"/>
                      <a:pt x="410" y="96"/>
                    </a:cubicBezTo>
                    <a:lnTo>
                      <a:pt x="344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8" name="Google Shape;828;p16"/>
              <p:cNvSpPr/>
              <p:nvPr/>
            </p:nvSpPr>
            <p:spPr>
              <a:xfrm>
                <a:off x="3563222" y="2212189"/>
                <a:ext cx="21001" cy="57498"/>
              </a:xfrm>
              <a:custGeom>
                <a:avLst/>
                <a:gdLst/>
                <a:ahLst/>
                <a:cxnLst/>
                <a:rect l="l" t="t" r="r" b="b"/>
                <a:pathLst>
                  <a:path w="164" h="449" extrusionOk="0">
                    <a:moveTo>
                      <a:pt x="56" y="1"/>
                    </a:moveTo>
                    <a:cubicBezTo>
                      <a:pt x="26" y="148"/>
                      <a:pt x="13" y="298"/>
                      <a:pt x="0" y="448"/>
                    </a:cubicBezTo>
                    <a:lnTo>
                      <a:pt x="121" y="448"/>
                    </a:lnTo>
                    <a:cubicBezTo>
                      <a:pt x="121" y="311"/>
                      <a:pt x="137" y="164"/>
                      <a:pt x="163" y="27"/>
                    </a:cubicBezTo>
                    <a:lnTo>
                      <a:pt x="5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9" name="Google Shape;829;p16"/>
              <p:cNvSpPr/>
              <p:nvPr/>
            </p:nvSpPr>
            <p:spPr>
              <a:xfrm>
                <a:off x="3563222" y="2550386"/>
                <a:ext cx="13830" cy="57498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49" extrusionOk="0">
                    <a:moveTo>
                      <a:pt x="0" y="1"/>
                    </a:moveTo>
                    <a:lnTo>
                      <a:pt x="0" y="449"/>
                    </a:lnTo>
                    <a:lnTo>
                      <a:pt x="108" y="449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0" name="Google Shape;830;p16"/>
              <p:cNvSpPr/>
              <p:nvPr/>
            </p:nvSpPr>
            <p:spPr>
              <a:xfrm>
                <a:off x="3563222" y="3452030"/>
                <a:ext cx="13830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36" extrusionOk="0">
                    <a:moveTo>
                      <a:pt x="0" y="0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1" name="Google Shape;831;p16"/>
              <p:cNvSpPr/>
              <p:nvPr/>
            </p:nvSpPr>
            <p:spPr>
              <a:xfrm>
                <a:off x="3563222" y="3565488"/>
                <a:ext cx="13830" cy="55705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35" extrusionOk="0">
                    <a:moveTo>
                      <a:pt x="0" y="0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2" name="Google Shape;832;p16"/>
              <p:cNvSpPr/>
              <p:nvPr/>
            </p:nvSpPr>
            <p:spPr>
              <a:xfrm>
                <a:off x="3563222" y="2888582"/>
                <a:ext cx="13830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39" extrusionOk="0">
                    <a:moveTo>
                      <a:pt x="0" y="1"/>
                    </a:moveTo>
                    <a:lnTo>
                      <a:pt x="0" y="439"/>
                    </a:lnTo>
                    <a:lnTo>
                      <a:pt x="108" y="439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3" name="Google Shape;833;p16"/>
              <p:cNvSpPr/>
              <p:nvPr/>
            </p:nvSpPr>
            <p:spPr>
              <a:xfrm>
                <a:off x="3563222" y="3790226"/>
                <a:ext cx="13830" cy="19337"/>
              </a:xfrm>
              <a:custGeom>
                <a:avLst/>
                <a:gdLst/>
                <a:ahLst/>
                <a:cxnLst/>
                <a:rect l="l" t="t" r="r" b="b"/>
                <a:pathLst>
                  <a:path w="108" h="151" extrusionOk="0">
                    <a:moveTo>
                      <a:pt x="0" y="0"/>
                    </a:moveTo>
                    <a:lnTo>
                      <a:pt x="0" y="151"/>
                    </a:lnTo>
                    <a:lnTo>
                      <a:pt x="108" y="151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4" name="Google Shape;834;p16"/>
              <p:cNvSpPr/>
              <p:nvPr/>
            </p:nvSpPr>
            <p:spPr>
              <a:xfrm>
                <a:off x="3563222" y="3677153"/>
                <a:ext cx="13830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36" extrusionOk="0">
                    <a:moveTo>
                      <a:pt x="0" y="1"/>
                    </a:moveTo>
                    <a:lnTo>
                      <a:pt x="0" y="436"/>
                    </a:lnTo>
                    <a:lnTo>
                      <a:pt x="108" y="436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5" name="Google Shape;835;p16"/>
              <p:cNvSpPr/>
              <p:nvPr/>
            </p:nvSpPr>
            <p:spPr>
              <a:xfrm>
                <a:off x="3563222" y="3002040"/>
                <a:ext cx="13830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36" extrusionOk="0">
                    <a:moveTo>
                      <a:pt x="0" y="1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" name="Google Shape;836;p16"/>
              <p:cNvSpPr/>
              <p:nvPr/>
            </p:nvSpPr>
            <p:spPr>
              <a:xfrm>
                <a:off x="3563222" y="3113833"/>
                <a:ext cx="13830" cy="57498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49" extrusionOk="0">
                    <a:moveTo>
                      <a:pt x="0" y="0"/>
                    </a:moveTo>
                    <a:lnTo>
                      <a:pt x="0" y="448"/>
                    </a:lnTo>
                    <a:lnTo>
                      <a:pt x="108" y="448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" name="Google Shape;837;p16"/>
              <p:cNvSpPr/>
              <p:nvPr/>
            </p:nvSpPr>
            <p:spPr>
              <a:xfrm>
                <a:off x="3563222" y="3338572"/>
                <a:ext cx="13830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52" extrusionOk="0">
                    <a:moveTo>
                      <a:pt x="0" y="1"/>
                    </a:moveTo>
                    <a:lnTo>
                      <a:pt x="0" y="452"/>
                    </a:lnTo>
                    <a:lnTo>
                      <a:pt x="108" y="452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" name="Google Shape;838;p16"/>
              <p:cNvSpPr/>
              <p:nvPr/>
            </p:nvSpPr>
            <p:spPr>
              <a:xfrm>
                <a:off x="3563222" y="3227291"/>
                <a:ext cx="13830" cy="55705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35" extrusionOk="0">
                    <a:moveTo>
                      <a:pt x="0" y="0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" name="Google Shape;839;p16"/>
              <p:cNvSpPr/>
              <p:nvPr/>
            </p:nvSpPr>
            <p:spPr>
              <a:xfrm>
                <a:off x="4161244" y="2921749"/>
                <a:ext cx="16135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26" h="439" extrusionOk="0">
                    <a:moveTo>
                      <a:pt x="1" y="0"/>
                    </a:moveTo>
                    <a:lnTo>
                      <a:pt x="1" y="438"/>
                    </a:lnTo>
                    <a:lnTo>
                      <a:pt x="125" y="438"/>
                    </a:lnTo>
                    <a:lnTo>
                      <a:pt x="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" name="Google Shape;840;p16"/>
              <p:cNvSpPr/>
              <p:nvPr/>
            </p:nvSpPr>
            <p:spPr>
              <a:xfrm>
                <a:off x="4161244" y="2358685"/>
                <a:ext cx="16135" cy="57498"/>
              </a:xfrm>
              <a:custGeom>
                <a:avLst/>
                <a:gdLst/>
                <a:ahLst/>
                <a:cxnLst/>
                <a:rect l="l" t="t" r="r" b="b"/>
                <a:pathLst>
                  <a:path w="126" h="449" extrusionOk="0">
                    <a:moveTo>
                      <a:pt x="1" y="1"/>
                    </a:moveTo>
                    <a:lnTo>
                      <a:pt x="1" y="449"/>
                    </a:lnTo>
                    <a:lnTo>
                      <a:pt x="125" y="449"/>
                    </a:lnTo>
                    <a:lnTo>
                      <a:pt x="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" name="Google Shape;841;p16"/>
              <p:cNvSpPr/>
              <p:nvPr/>
            </p:nvSpPr>
            <p:spPr>
              <a:xfrm>
                <a:off x="4161244" y="2471759"/>
                <a:ext cx="16135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26" h="439" extrusionOk="0">
                    <a:moveTo>
                      <a:pt x="1" y="0"/>
                    </a:moveTo>
                    <a:lnTo>
                      <a:pt x="1" y="438"/>
                    </a:lnTo>
                    <a:lnTo>
                      <a:pt x="125" y="438"/>
                    </a:lnTo>
                    <a:lnTo>
                      <a:pt x="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" name="Google Shape;842;p16"/>
              <p:cNvSpPr/>
              <p:nvPr/>
            </p:nvSpPr>
            <p:spPr>
              <a:xfrm>
                <a:off x="4161244" y="2583424"/>
                <a:ext cx="16135" cy="58010"/>
              </a:xfrm>
              <a:custGeom>
                <a:avLst/>
                <a:gdLst/>
                <a:ahLst/>
                <a:cxnLst/>
                <a:rect l="l" t="t" r="r" b="b"/>
                <a:pathLst>
                  <a:path w="126" h="453" extrusionOk="0">
                    <a:moveTo>
                      <a:pt x="1" y="1"/>
                    </a:moveTo>
                    <a:lnTo>
                      <a:pt x="1" y="452"/>
                    </a:lnTo>
                    <a:lnTo>
                      <a:pt x="125" y="452"/>
                    </a:lnTo>
                    <a:lnTo>
                      <a:pt x="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" name="Google Shape;843;p16"/>
              <p:cNvSpPr/>
              <p:nvPr/>
            </p:nvSpPr>
            <p:spPr>
              <a:xfrm>
                <a:off x="4161244" y="3373787"/>
                <a:ext cx="16135" cy="55705"/>
              </a:xfrm>
              <a:custGeom>
                <a:avLst/>
                <a:gdLst/>
                <a:ahLst/>
                <a:cxnLst/>
                <a:rect l="l" t="t" r="r" b="b"/>
                <a:pathLst>
                  <a:path w="126" h="435" extrusionOk="0">
                    <a:moveTo>
                      <a:pt x="1" y="0"/>
                    </a:moveTo>
                    <a:lnTo>
                      <a:pt x="1" y="422"/>
                    </a:lnTo>
                    <a:lnTo>
                      <a:pt x="1" y="435"/>
                    </a:lnTo>
                    <a:lnTo>
                      <a:pt x="125" y="435"/>
                    </a:lnTo>
                    <a:lnTo>
                      <a:pt x="125" y="422"/>
                    </a:lnTo>
                    <a:lnTo>
                      <a:pt x="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" name="Google Shape;844;p16"/>
              <p:cNvSpPr/>
              <p:nvPr/>
            </p:nvSpPr>
            <p:spPr>
              <a:xfrm>
                <a:off x="4393154" y="3710319"/>
                <a:ext cx="57882" cy="22666"/>
              </a:xfrm>
              <a:custGeom>
                <a:avLst/>
                <a:gdLst/>
                <a:ahLst/>
                <a:cxnLst/>
                <a:rect l="l" t="t" r="r" b="b"/>
                <a:pathLst>
                  <a:path w="452" h="177" extrusionOk="0">
                    <a:moveTo>
                      <a:pt x="30" y="0"/>
                    </a:moveTo>
                    <a:lnTo>
                      <a:pt x="1" y="108"/>
                    </a:lnTo>
                    <a:cubicBezTo>
                      <a:pt x="138" y="151"/>
                      <a:pt x="288" y="177"/>
                      <a:pt x="439" y="177"/>
                    </a:cubicBezTo>
                    <a:lnTo>
                      <a:pt x="452" y="69"/>
                    </a:lnTo>
                    <a:cubicBezTo>
                      <a:pt x="301" y="52"/>
                      <a:pt x="164" y="39"/>
                      <a:pt x="3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" name="Google Shape;845;p16"/>
              <p:cNvSpPr/>
              <p:nvPr/>
            </p:nvSpPr>
            <p:spPr>
              <a:xfrm>
                <a:off x="4161244" y="2696882"/>
                <a:ext cx="16135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26" h="436" extrusionOk="0">
                    <a:moveTo>
                      <a:pt x="1" y="1"/>
                    </a:moveTo>
                    <a:lnTo>
                      <a:pt x="1" y="435"/>
                    </a:lnTo>
                    <a:lnTo>
                      <a:pt x="125" y="435"/>
                    </a:lnTo>
                    <a:lnTo>
                      <a:pt x="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" name="Google Shape;846;p16"/>
              <p:cNvSpPr/>
              <p:nvPr/>
            </p:nvSpPr>
            <p:spPr>
              <a:xfrm>
                <a:off x="4168415" y="3483403"/>
                <a:ext cx="29837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233" h="452" extrusionOk="0">
                    <a:moveTo>
                      <a:pt x="108" y="1"/>
                    </a:moveTo>
                    <a:lnTo>
                      <a:pt x="0" y="27"/>
                    </a:lnTo>
                    <a:cubicBezTo>
                      <a:pt x="27" y="164"/>
                      <a:pt x="69" y="314"/>
                      <a:pt x="121" y="452"/>
                    </a:cubicBezTo>
                    <a:lnTo>
                      <a:pt x="233" y="409"/>
                    </a:lnTo>
                    <a:cubicBezTo>
                      <a:pt x="177" y="288"/>
                      <a:pt x="134" y="138"/>
                      <a:pt x="10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" name="Google Shape;847;p16"/>
              <p:cNvSpPr/>
              <p:nvPr/>
            </p:nvSpPr>
            <p:spPr>
              <a:xfrm>
                <a:off x="4288532" y="3664603"/>
                <a:ext cx="56217" cy="40338"/>
              </a:xfrm>
              <a:custGeom>
                <a:avLst/>
                <a:gdLst/>
                <a:ahLst/>
                <a:cxnLst/>
                <a:rect l="l" t="t" r="r" b="b"/>
                <a:pathLst>
                  <a:path w="439" h="315" extrusionOk="0">
                    <a:moveTo>
                      <a:pt x="69" y="1"/>
                    </a:moveTo>
                    <a:lnTo>
                      <a:pt x="1" y="83"/>
                    </a:lnTo>
                    <a:cubicBezTo>
                      <a:pt x="125" y="181"/>
                      <a:pt x="259" y="246"/>
                      <a:pt x="396" y="315"/>
                    </a:cubicBezTo>
                    <a:lnTo>
                      <a:pt x="439" y="220"/>
                    </a:lnTo>
                    <a:cubicBezTo>
                      <a:pt x="314" y="151"/>
                      <a:pt x="193" y="83"/>
                      <a:pt x="6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" name="Google Shape;848;p16"/>
              <p:cNvSpPr/>
              <p:nvPr/>
            </p:nvSpPr>
            <p:spPr>
              <a:xfrm>
                <a:off x="4210290" y="3584696"/>
                <a:ext cx="45332" cy="54168"/>
              </a:xfrm>
              <a:custGeom>
                <a:avLst/>
                <a:gdLst/>
                <a:ahLst/>
                <a:cxnLst/>
                <a:rect l="l" t="t" r="r" b="b"/>
                <a:pathLst>
                  <a:path w="354" h="423" extrusionOk="0">
                    <a:moveTo>
                      <a:pt x="95" y="1"/>
                    </a:moveTo>
                    <a:lnTo>
                      <a:pt x="0" y="69"/>
                    </a:lnTo>
                    <a:cubicBezTo>
                      <a:pt x="82" y="190"/>
                      <a:pt x="177" y="314"/>
                      <a:pt x="285" y="422"/>
                    </a:cubicBezTo>
                    <a:lnTo>
                      <a:pt x="353" y="341"/>
                    </a:lnTo>
                    <a:cubicBezTo>
                      <a:pt x="259" y="233"/>
                      <a:pt x="177" y="122"/>
                      <a:pt x="9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" name="Google Shape;849;p16"/>
              <p:cNvSpPr/>
              <p:nvPr/>
            </p:nvSpPr>
            <p:spPr>
              <a:xfrm>
                <a:off x="3857879" y="1971571"/>
                <a:ext cx="57882" cy="17288"/>
              </a:xfrm>
              <a:custGeom>
                <a:avLst/>
                <a:gdLst/>
                <a:ahLst/>
                <a:cxnLst/>
                <a:rect l="l" t="t" r="r" b="b"/>
                <a:pathLst>
                  <a:path w="452" h="135" extrusionOk="0">
                    <a:moveTo>
                      <a:pt x="0" y="0"/>
                    </a:moveTo>
                    <a:lnTo>
                      <a:pt x="13" y="108"/>
                    </a:lnTo>
                    <a:lnTo>
                      <a:pt x="95" y="108"/>
                    </a:lnTo>
                    <a:cubicBezTo>
                      <a:pt x="206" y="108"/>
                      <a:pt x="327" y="121"/>
                      <a:pt x="435" y="134"/>
                    </a:cubicBezTo>
                    <a:lnTo>
                      <a:pt x="451" y="26"/>
                    </a:lnTo>
                    <a:cubicBezTo>
                      <a:pt x="340" y="13"/>
                      <a:pt x="219" y="0"/>
                      <a:pt x="9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0" name="Google Shape;850;p16"/>
              <p:cNvSpPr/>
              <p:nvPr/>
            </p:nvSpPr>
            <p:spPr>
              <a:xfrm>
                <a:off x="4161244" y="2245228"/>
                <a:ext cx="16135" cy="57498"/>
              </a:xfrm>
              <a:custGeom>
                <a:avLst/>
                <a:gdLst/>
                <a:ahLst/>
                <a:cxnLst/>
                <a:rect l="l" t="t" r="r" b="b"/>
                <a:pathLst>
                  <a:path w="126" h="449" extrusionOk="0">
                    <a:moveTo>
                      <a:pt x="109" y="1"/>
                    </a:moveTo>
                    <a:lnTo>
                      <a:pt x="1" y="14"/>
                    </a:lnTo>
                    <a:lnTo>
                      <a:pt x="1" y="259"/>
                    </a:lnTo>
                    <a:lnTo>
                      <a:pt x="1" y="449"/>
                    </a:lnTo>
                    <a:lnTo>
                      <a:pt x="125" y="449"/>
                    </a:lnTo>
                    <a:lnTo>
                      <a:pt x="125" y="259"/>
                    </a:lnTo>
                    <a:cubicBezTo>
                      <a:pt x="125" y="164"/>
                      <a:pt x="109" y="83"/>
                      <a:pt x="10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1" name="Google Shape;851;p16"/>
              <p:cNvSpPr/>
              <p:nvPr/>
            </p:nvSpPr>
            <p:spPr>
              <a:xfrm>
                <a:off x="4129870" y="2135227"/>
                <a:ext cx="33167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259" h="452" extrusionOk="0">
                    <a:moveTo>
                      <a:pt x="96" y="0"/>
                    </a:moveTo>
                    <a:lnTo>
                      <a:pt x="1" y="56"/>
                    </a:lnTo>
                    <a:cubicBezTo>
                      <a:pt x="56" y="177"/>
                      <a:pt x="109" y="314"/>
                      <a:pt x="151" y="451"/>
                    </a:cubicBezTo>
                    <a:lnTo>
                      <a:pt x="259" y="422"/>
                    </a:lnTo>
                    <a:cubicBezTo>
                      <a:pt x="220" y="275"/>
                      <a:pt x="164" y="138"/>
                      <a:pt x="9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" name="Google Shape;852;p16"/>
              <p:cNvSpPr/>
              <p:nvPr/>
            </p:nvSpPr>
            <p:spPr>
              <a:xfrm>
                <a:off x="4062129" y="2046484"/>
                <a:ext cx="48662" cy="50711"/>
              </a:xfrm>
              <a:custGeom>
                <a:avLst/>
                <a:gdLst/>
                <a:ahLst/>
                <a:cxnLst/>
                <a:rect l="l" t="t" r="r" b="b"/>
                <a:pathLst>
                  <a:path w="380" h="396" extrusionOk="0">
                    <a:moveTo>
                      <a:pt x="66" y="0"/>
                    </a:moveTo>
                    <a:lnTo>
                      <a:pt x="0" y="82"/>
                    </a:lnTo>
                    <a:cubicBezTo>
                      <a:pt x="108" y="177"/>
                      <a:pt x="203" y="285"/>
                      <a:pt x="285" y="396"/>
                    </a:cubicBezTo>
                    <a:lnTo>
                      <a:pt x="379" y="327"/>
                    </a:lnTo>
                    <a:cubicBezTo>
                      <a:pt x="285" y="203"/>
                      <a:pt x="177" y="95"/>
                      <a:pt x="6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" name="Google Shape;853;p16"/>
              <p:cNvSpPr/>
              <p:nvPr/>
            </p:nvSpPr>
            <p:spPr>
              <a:xfrm>
                <a:off x="3965830" y="1988731"/>
                <a:ext cx="57882" cy="36881"/>
              </a:xfrm>
              <a:custGeom>
                <a:avLst/>
                <a:gdLst/>
                <a:ahLst/>
                <a:cxnLst/>
                <a:rect l="l" t="t" r="r" b="b"/>
                <a:pathLst>
                  <a:path w="452" h="288" extrusionOk="0">
                    <a:moveTo>
                      <a:pt x="43" y="0"/>
                    </a:moveTo>
                    <a:lnTo>
                      <a:pt x="0" y="95"/>
                    </a:lnTo>
                    <a:cubicBezTo>
                      <a:pt x="138" y="151"/>
                      <a:pt x="275" y="206"/>
                      <a:pt x="396" y="288"/>
                    </a:cubicBezTo>
                    <a:lnTo>
                      <a:pt x="452" y="193"/>
                    </a:lnTo>
                    <a:cubicBezTo>
                      <a:pt x="327" y="111"/>
                      <a:pt x="193" y="56"/>
                      <a:pt x="4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" name="Google Shape;854;p16"/>
              <p:cNvSpPr/>
              <p:nvPr/>
            </p:nvSpPr>
            <p:spPr>
              <a:xfrm>
                <a:off x="4161244" y="3260329"/>
                <a:ext cx="16135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26" h="436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25" y="435"/>
                    </a:lnTo>
                    <a:lnTo>
                      <a:pt x="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" name="Google Shape;855;p16"/>
              <p:cNvSpPr/>
              <p:nvPr/>
            </p:nvSpPr>
            <p:spPr>
              <a:xfrm>
                <a:off x="4161244" y="3035079"/>
                <a:ext cx="16135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26" h="439" extrusionOk="0">
                    <a:moveTo>
                      <a:pt x="1" y="1"/>
                    </a:moveTo>
                    <a:lnTo>
                      <a:pt x="1" y="439"/>
                    </a:lnTo>
                    <a:lnTo>
                      <a:pt x="125" y="439"/>
                    </a:lnTo>
                    <a:lnTo>
                      <a:pt x="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" name="Google Shape;856;p16"/>
              <p:cNvSpPr/>
              <p:nvPr/>
            </p:nvSpPr>
            <p:spPr>
              <a:xfrm>
                <a:off x="4161244" y="2810340"/>
                <a:ext cx="16135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26" h="436" extrusionOk="0">
                    <a:moveTo>
                      <a:pt x="1" y="1"/>
                    </a:moveTo>
                    <a:lnTo>
                      <a:pt x="1" y="435"/>
                    </a:lnTo>
                    <a:lnTo>
                      <a:pt x="125" y="435"/>
                    </a:lnTo>
                    <a:lnTo>
                      <a:pt x="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" name="Google Shape;857;p16"/>
              <p:cNvSpPr/>
              <p:nvPr/>
            </p:nvSpPr>
            <p:spPr>
              <a:xfrm>
                <a:off x="4161244" y="3146872"/>
                <a:ext cx="16135" cy="57498"/>
              </a:xfrm>
              <a:custGeom>
                <a:avLst/>
                <a:gdLst/>
                <a:ahLst/>
                <a:cxnLst/>
                <a:rect l="l" t="t" r="r" b="b"/>
                <a:pathLst>
                  <a:path w="126" h="449" extrusionOk="0">
                    <a:moveTo>
                      <a:pt x="1" y="1"/>
                    </a:moveTo>
                    <a:lnTo>
                      <a:pt x="1" y="448"/>
                    </a:lnTo>
                    <a:lnTo>
                      <a:pt x="125" y="448"/>
                    </a:lnTo>
                    <a:lnTo>
                      <a:pt x="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" name="Google Shape;858;p16"/>
              <p:cNvSpPr/>
              <p:nvPr/>
            </p:nvSpPr>
            <p:spPr>
              <a:xfrm>
                <a:off x="4761060" y="1231918"/>
                <a:ext cx="14342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6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12" y="435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" name="Google Shape;859;p16"/>
              <p:cNvSpPr/>
              <p:nvPr/>
            </p:nvSpPr>
            <p:spPr>
              <a:xfrm>
                <a:off x="4761060" y="1343711"/>
                <a:ext cx="14342" cy="57498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49" extrusionOk="0">
                    <a:moveTo>
                      <a:pt x="1" y="0"/>
                    </a:moveTo>
                    <a:lnTo>
                      <a:pt x="1" y="448"/>
                    </a:lnTo>
                    <a:lnTo>
                      <a:pt x="112" y="448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" name="Google Shape;860;p16"/>
              <p:cNvSpPr/>
              <p:nvPr/>
            </p:nvSpPr>
            <p:spPr>
              <a:xfrm>
                <a:off x="4761060" y="1003338"/>
                <a:ext cx="14342" cy="59547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65" extrusionOk="0">
                    <a:moveTo>
                      <a:pt x="1" y="1"/>
                    </a:moveTo>
                    <a:lnTo>
                      <a:pt x="1" y="27"/>
                    </a:lnTo>
                    <a:lnTo>
                      <a:pt x="1" y="436"/>
                    </a:lnTo>
                    <a:lnTo>
                      <a:pt x="1" y="465"/>
                    </a:lnTo>
                    <a:lnTo>
                      <a:pt x="112" y="465"/>
                    </a:lnTo>
                    <a:lnTo>
                      <a:pt x="112" y="436"/>
                    </a:lnTo>
                    <a:lnTo>
                      <a:pt x="112" y="27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" name="Google Shape;861;p16"/>
              <p:cNvSpPr/>
              <p:nvPr/>
            </p:nvSpPr>
            <p:spPr>
              <a:xfrm>
                <a:off x="4761060" y="1118460"/>
                <a:ext cx="14342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52" extrusionOk="0">
                    <a:moveTo>
                      <a:pt x="1" y="1"/>
                    </a:moveTo>
                    <a:lnTo>
                      <a:pt x="1" y="452"/>
                    </a:lnTo>
                    <a:lnTo>
                      <a:pt x="112" y="452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" name="Google Shape;862;p16"/>
              <p:cNvSpPr/>
              <p:nvPr/>
            </p:nvSpPr>
            <p:spPr>
              <a:xfrm>
                <a:off x="4761060" y="2020105"/>
                <a:ext cx="14342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9" extrusionOk="0">
                    <a:moveTo>
                      <a:pt x="1" y="0"/>
                    </a:moveTo>
                    <a:lnTo>
                      <a:pt x="1" y="438"/>
                    </a:lnTo>
                    <a:lnTo>
                      <a:pt x="112" y="438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" name="Google Shape;863;p16"/>
              <p:cNvSpPr/>
              <p:nvPr/>
            </p:nvSpPr>
            <p:spPr>
              <a:xfrm>
                <a:off x="4761060" y="2131898"/>
                <a:ext cx="14342" cy="5737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48" extrusionOk="0">
                    <a:moveTo>
                      <a:pt x="1" y="0"/>
                    </a:moveTo>
                    <a:lnTo>
                      <a:pt x="1" y="448"/>
                    </a:lnTo>
                    <a:lnTo>
                      <a:pt x="112" y="448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" name="Google Shape;864;p16"/>
              <p:cNvSpPr/>
              <p:nvPr/>
            </p:nvSpPr>
            <p:spPr>
              <a:xfrm>
                <a:off x="4761060" y="1456657"/>
                <a:ext cx="14342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9" extrusionOk="0">
                    <a:moveTo>
                      <a:pt x="1" y="1"/>
                    </a:moveTo>
                    <a:lnTo>
                      <a:pt x="1" y="439"/>
                    </a:lnTo>
                    <a:lnTo>
                      <a:pt x="112" y="439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" name="Google Shape;865;p16"/>
              <p:cNvSpPr/>
              <p:nvPr/>
            </p:nvSpPr>
            <p:spPr>
              <a:xfrm>
                <a:off x="4761060" y="2245228"/>
                <a:ext cx="14342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6" extrusionOk="0">
                    <a:moveTo>
                      <a:pt x="1" y="1"/>
                    </a:moveTo>
                    <a:lnTo>
                      <a:pt x="1" y="436"/>
                    </a:lnTo>
                    <a:lnTo>
                      <a:pt x="112" y="436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6" name="Google Shape;866;p16"/>
              <p:cNvSpPr/>
              <p:nvPr/>
            </p:nvSpPr>
            <p:spPr>
              <a:xfrm>
                <a:off x="4761060" y="1570115"/>
                <a:ext cx="14342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9" extrusionOk="0">
                    <a:moveTo>
                      <a:pt x="1" y="1"/>
                    </a:moveTo>
                    <a:lnTo>
                      <a:pt x="1" y="439"/>
                    </a:lnTo>
                    <a:lnTo>
                      <a:pt x="112" y="439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" name="Google Shape;867;p16"/>
              <p:cNvSpPr/>
              <p:nvPr/>
            </p:nvSpPr>
            <p:spPr>
              <a:xfrm>
                <a:off x="4761060" y="1681908"/>
                <a:ext cx="14342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6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12" y="435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" name="Google Shape;868;p16"/>
              <p:cNvSpPr/>
              <p:nvPr/>
            </p:nvSpPr>
            <p:spPr>
              <a:xfrm>
                <a:off x="4761060" y="1906647"/>
                <a:ext cx="14342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52" extrusionOk="0">
                    <a:moveTo>
                      <a:pt x="1" y="1"/>
                    </a:moveTo>
                    <a:lnTo>
                      <a:pt x="1" y="452"/>
                    </a:lnTo>
                    <a:lnTo>
                      <a:pt x="112" y="452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" name="Google Shape;869;p16"/>
              <p:cNvSpPr/>
              <p:nvPr/>
            </p:nvSpPr>
            <p:spPr>
              <a:xfrm>
                <a:off x="4761060" y="1795366"/>
                <a:ext cx="14342" cy="55705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5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12" y="435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" name="Google Shape;870;p16"/>
              <p:cNvSpPr/>
              <p:nvPr/>
            </p:nvSpPr>
            <p:spPr>
              <a:xfrm>
                <a:off x="4761060" y="328609"/>
                <a:ext cx="14342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6" extrusionOk="0">
                    <a:moveTo>
                      <a:pt x="1" y="1"/>
                    </a:moveTo>
                    <a:lnTo>
                      <a:pt x="1" y="435"/>
                    </a:lnTo>
                    <a:lnTo>
                      <a:pt x="112" y="435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" name="Google Shape;871;p16"/>
              <p:cNvSpPr/>
              <p:nvPr/>
            </p:nvSpPr>
            <p:spPr>
              <a:xfrm>
                <a:off x="4761060" y="440018"/>
                <a:ext cx="14342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9" extrusionOk="0">
                    <a:moveTo>
                      <a:pt x="1" y="0"/>
                    </a:moveTo>
                    <a:lnTo>
                      <a:pt x="1" y="438"/>
                    </a:lnTo>
                    <a:lnTo>
                      <a:pt x="112" y="438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" name="Google Shape;872;p16"/>
              <p:cNvSpPr/>
              <p:nvPr/>
            </p:nvSpPr>
            <p:spPr>
              <a:xfrm>
                <a:off x="4761060" y="101822"/>
                <a:ext cx="14342" cy="5737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48" extrusionOk="0">
                    <a:moveTo>
                      <a:pt x="1" y="0"/>
                    </a:moveTo>
                    <a:lnTo>
                      <a:pt x="1" y="448"/>
                    </a:lnTo>
                    <a:lnTo>
                      <a:pt x="112" y="448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" name="Google Shape;873;p16"/>
              <p:cNvSpPr/>
              <p:nvPr/>
            </p:nvSpPr>
            <p:spPr>
              <a:xfrm>
                <a:off x="4761060" y="215152"/>
                <a:ext cx="14342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6" extrusionOk="0">
                    <a:moveTo>
                      <a:pt x="1" y="1"/>
                    </a:moveTo>
                    <a:lnTo>
                      <a:pt x="1" y="436"/>
                    </a:lnTo>
                    <a:lnTo>
                      <a:pt x="112" y="436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" name="Google Shape;874;p16"/>
              <p:cNvSpPr/>
              <p:nvPr/>
            </p:nvSpPr>
            <p:spPr>
              <a:xfrm>
                <a:off x="4761060" y="553476"/>
                <a:ext cx="14342" cy="55705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5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12" y="435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" name="Google Shape;875;p16"/>
              <p:cNvSpPr/>
              <p:nvPr/>
            </p:nvSpPr>
            <p:spPr>
              <a:xfrm>
                <a:off x="4761060" y="665141"/>
                <a:ext cx="14342" cy="57498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49" extrusionOk="0">
                    <a:moveTo>
                      <a:pt x="1" y="1"/>
                    </a:moveTo>
                    <a:lnTo>
                      <a:pt x="1" y="449"/>
                    </a:lnTo>
                    <a:lnTo>
                      <a:pt x="112" y="449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" name="Google Shape;876;p16"/>
              <p:cNvSpPr/>
              <p:nvPr/>
            </p:nvSpPr>
            <p:spPr>
              <a:xfrm>
                <a:off x="4761060" y="778599"/>
                <a:ext cx="14342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6" extrusionOk="0">
                    <a:moveTo>
                      <a:pt x="1" y="1"/>
                    </a:moveTo>
                    <a:lnTo>
                      <a:pt x="1" y="435"/>
                    </a:lnTo>
                    <a:lnTo>
                      <a:pt x="112" y="435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" name="Google Shape;877;p16"/>
              <p:cNvSpPr/>
              <p:nvPr/>
            </p:nvSpPr>
            <p:spPr>
              <a:xfrm>
                <a:off x="4761060" y="889880"/>
                <a:ext cx="14342" cy="5801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53" extrusionOk="0">
                    <a:moveTo>
                      <a:pt x="1" y="1"/>
                    </a:moveTo>
                    <a:lnTo>
                      <a:pt x="1" y="452"/>
                    </a:lnTo>
                    <a:lnTo>
                      <a:pt x="112" y="452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" name="Google Shape;878;p16"/>
              <p:cNvSpPr/>
              <p:nvPr/>
            </p:nvSpPr>
            <p:spPr>
              <a:xfrm>
                <a:off x="4761060" y="2921749"/>
                <a:ext cx="14342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9" extrusionOk="0">
                    <a:moveTo>
                      <a:pt x="1" y="0"/>
                    </a:moveTo>
                    <a:lnTo>
                      <a:pt x="1" y="438"/>
                    </a:lnTo>
                    <a:lnTo>
                      <a:pt x="112" y="438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" name="Google Shape;879;p16"/>
              <p:cNvSpPr/>
              <p:nvPr/>
            </p:nvSpPr>
            <p:spPr>
              <a:xfrm>
                <a:off x="4761060" y="2358685"/>
                <a:ext cx="14342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6" extrusionOk="0">
                    <a:moveTo>
                      <a:pt x="1" y="1"/>
                    </a:moveTo>
                    <a:lnTo>
                      <a:pt x="1" y="435"/>
                    </a:lnTo>
                    <a:lnTo>
                      <a:pt x="112" y="435"/>
                    </a:lnTo>
                    <a:lnTo>
                      <a:pt x="112" y="148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" name="Google Shape;880;p16"/>
              <p:cNvSpPr/>
              <p:nvPr/>
            </p:nvSpPr>
            <p:spPr>
              <a:xfrm>
                <a:off x="4761060" y="2470094"/>
                <a:ext cx="14342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52" extrusionOk="0">
                    <a:moveTo>
                      <a:pt x="1" y="0"/>
                    </a:moveTo>
                    <a:lnTo>
                      <a:pt x="1" y="451"/>
                    </a:lnTo>
                    <a:lnTo>
                      <a:pt x="112" y="451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" name="Google Shape;881;p16"/>
              <p:cNvSpPr/>
              <p:nvPr/>
            </p:nvSpPr>
            <p:spPr>
              <a:xfrm>
                <a:off x="4761060" y="2583424"/>
                <a:ext cx="14342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6" extrusionOk="0">
                    <a:moveTo>
                      <a:pt x="1" y="1"/>
                    </a:moveTo>
                    <a:lnTo>
                      <a:pt x="1" y="436"/>
                    </a:lnTo>
                    <a:lnTo>
                      <a:pt x="112" y="436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" name="Google Shape;882;p16"/>
              <p:cNvSpPr/>
              <p:nvPr/>
            </p:nvSpPr>
            <p:spPr>
              <a:xfrm>
                <a:off x="4761060" y="3368281"/>
                <a:ext cx="14342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6" extrusionOk="0">
                    <a:moveTo>
                      <a:pt x="1" y="1"/>
                    </a:moveTo>
                    <a:lnTo>
                      <a:pt x="1" y="422"/>
                    </a:lnTo>
                    <a:lnTo>
                      <a:pt x="1" y="435"/>
                    </a:lnTo>
                    <a:lnTo>
                      <a:pt x="112" y="435"/>
                    </a:lnTo>
                    <a:lnTo>
                      <a:pt x="112" y="422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" name="Google Shape;883;p16"/>
              <p:cNvSpPr/>
              <p:nvPr/>
            </p:nvSpPr>
            <p:spPr>
              <a:xfrm>
                <a:off x="4485739" y="3710319"/>
                <a:ext cx="59547" cy="22666"/>
              </a:xfrm>
              <a:custGeom>
                <a:avLst/>
                <a:gdLst/>
                <a:ahLst/>
                <a:cxnLst/>
                <a:rect l="l" t="t" r="r" b="b"/>
                <a:pathLst>
                  <a:path w="465" h="177" extrusionOk="0">
                    <a:moveTo>
                      <a:pt x="435" y="0"/>
                    </a:moveTo>
                    <a:cubicBezTo>
                      <a:pt x="288" y="26"/>
                      <a:pt x="150" y="52"/>
                      <a:pt x="0" y="69"/>
                    </a:cubicBezTo>
                    <a:lnTo>
                      <a:pt x="13" y="177"/>
                    </a:lnTo>
                    <a:cubicBezTo>
                      <a:pt x="163" y="164"/>
                      <a:pt x="314" y="134"/>
                      <a:pt x="464" y="108"/>
                    </a:cubicBezTo>
                    <a:lnTo>
                      <a:pt x="43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" name="Google Shape;884;p16"/>
              <p:cNvSpPr/>
              <p:nvPr/>
            </p:nvSpPr>
            <p:spPr>
              <a:xfrm>
                <a:off x="4761060" y="2696882"/>
                <a:ext cx="14342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6" extrusionOk="0">
                    <a:moveTo>
                      <a:pt x="1" y="1"/>
                    </a:moveTo>
                    <a:lnTo>
                      <a:pt x="1" y="435"/>
                    </a:lnTo>
                    <a:lnTo>
                      <a:pt x="112" y="435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" name="Google Shape;885;p16"/>
              <p:cNvSpPr/>
              <p:nvPr/>
            </p:nvSpPr>
            <p:spPr>
              <a:xfrm>
                <a:off x="4740187" y="3480074"/>
                <a:ext cx="29837" cy="57498"/>
              </a:xfrm>
              <a:custGeom>
                <a:avLst/>
                <a:gdLst/>
                <a:ahLst/>
                <a:cxnLst/>
                <a:rect l="l" t="t" r="r" b="b"/>
                <a:pathLst>
                  <a:path w="233" h="449" extrusionOk="0">
                    <a:moveTo>
                      <a:pt x="125" y="0"/>
                    </a:moveTo>
                    <a:cubicBezTo>
                      <a:pt x="98" y="134"/>
                      <a:pt x="56" y="272"/>
                      <a:pt x="0" y="409"/>
                    </a:cubicBezTo>
                    <a:lnTo>
                      <a:pt x="98" y="448"/>
                    </a:lnTo>
                    <a:cubicBezTo>
                      <a:pt x="151" y="314"/>
                      <a:pt x="206" y="164"/>
                      <a:pt x="232" y="13"/>
                    </a:cubicBezTo>
                    <a:lnTo>
                      <a:pt x="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" name="Google Shape;886;p16"/>
              <p:cNvSpPr/>
              <p:nvPr/>
            </p:nvSpPr>
            <p:spPr>
              <a:xfrm>
                <a:off x="4592025" y="3662938"/>
                <a:ext cx="56217" cy="42003"/>
              </a:xfrm>
              <a:custGeom>
                <a:avLst/>
                <a:gdLst/>
                <a:ahLst/>
                <a:cxnLst/>
                <a:rect l="l" t="t" r="r" b="b"/>
                <a:pathLst>
                  <a:path w="439" h="328" extrusionOk="0">
                    <a:moveTo>
                      <a:pt x="370" y="1"/>
                    </a:moveTo>
                    <a:cubicBezTo>
                      <a:pt x="259" y="83"/>
                      <a:pt x="138" y="164"/>
                      <a:pt x="0" y="220"/>
                    </a:cubicBezTo>
                    <a:lnTo>
                      <a:pt x="56" y="328"/>
                    </a:lnTo>
                    <a:cubicBezTo>
                      <a:pt x="193" y="259"/>
                      <a:pt x="314" y="177"/>
                      <a:pt x="438" y="96"/>
                    </a:cubicBezTo>
                    <a:lnTo>
                      <a:pt x="37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" name="Google Shape;887;p16"/>
              <p:cNvSpPr/>
              <p:nvPr/>
            </p:nvSpPr>
            <p:spPr>
              <a:xfrm>
                <a:off x="4681153" y="3580982"/>
                <a:ext cx="45332" cy="52376"/>
              </a:xfrm>
              <a:custGeom>
                <a:avLst/>
                <a:gdLst/>
                <a:ahLst/>
                <a:cxnLst/>
                <a:rect l="l" t="t" r="r" b="b"/>
                <a:pathLst>
                  <a:path w="354" h="409" extrusionOk="0">
                    <a:moveTo>
                      <a:pt x="259" y="0"/>
                    </a:moveTo>
                    <a:cubicBezTo>
                      <a:pt x="190" y="124"/>
                      <a:pt x="95" y="232"/>
                      <a:pt x="1" y="343"/>
                    </a:cubicBezTo>
                    <a:lnTo>
                      <a:pt x="82" y="409"/>
                    </a:lnTo>
                    <a:cubicBezTo>
                      <a:pt x="177" y="301"/>
                      <a:pt x="272" y="180"/>
                      <a:pt x="354" y="56"/>
                    </a:cubicBezTo>
                    <a:lnTo>
                      <a:pt x="25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" name="Google Shape;888;p16"/>
              <p:cNvSpPr/>
              <p:nvPr/>
            </p:nvSpPr>
            <p:spPr>
              <a:xfrm>
                <a:off x="4761060" y="3260329"/>
                <a:ext cx="14342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6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12" y="435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9" name="Google Shape;889;p16"/>
              <p:cNvSpPr/>
              <p:nvPr/>
            </p:nvSpPr>
            <p:spPr>
              <a:xfrm>
                <a:off x="4761060" y="3035079"/>
                <a:ext cx="14342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9" extrusionOk="0">
                    <a:moveTo>
                      <a:pt x="1" y="1"/>
                    </a:moveTo>
                    <a:lnTo>
                      <a:pt x="1" y="439"/>
                    </a:lnTo>
                    <a:lnTo>
                      <a:pt x="112" y="439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0" name="Google Shape;890;p16"/>
              <p:cNvSpPr/>
              <p:nvPr/>
            </p:nvSpPr>
            <p:spPr>
              <a:xfrm>
                <a:off x="4761060" y="2808675"/>
                <a:ext cx="14342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6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12" y="435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1" name="Google Shape;891;p16"/>
              <p:cNvSpPr/>
              <p:nvPr/>
            </p:nvSpPr>
            <p:spPr>
              <a:xfrm>
                <a:off x="4761060" y="3146872"/>
                <a:ext cx="14342" cy="57498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49" extrusionOk="0">
                    <a:moveTo>
                      <a:pt x="1" y="1"/>
                    </a:moveTo>
                    <a:lnTo>
                      <a:pt x="1" y="448"/>
                    </a:lnTo>
                    <a:lnTo>
                      <a:pt x="112" y="448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892" name="Google Shape;892;p16"/>
          <p:cNvGrpSpPr/>
          <p:nvPr/>
        </p:nvGrpSpPr>
        <p:grpSpPr>
          <a:xfrm>
            <a:off x="7768463" y="4513064"/>
            <a:ext cx="750012" cy="630423"/>
            <a:chOff x="1507450" y="3919292"/>
            <a:chExt cx="953486" cy="801453"/>
          </a:xfrm>
        </p:grpSpPr>
        <p:grpSp>
          <p:nvGrpSpPr>
            <p:cNvPr id="893" name="Google Shape;893;p16"/>
            <p:cNvGrpSpPr/>
            <p:nvPr/>
          </p:nvGrpSpPr>
          <p:grpSpPr>
            <a:xfrm>
              <a:off x="1806988" y="3919292"/>
              <a:ext cx="441906" cy="801453"/>
              <a:chOff x="3816307" y="2352225"/>
              <a:chExt cx="1213027" cy="2199981"/>
            </a:xfrm>
          </p:grpSpPr>
          <p:sp>
            <p:nvSpPr>
              <p:cNvPr id="894" name="Google Shape;894;p16"/>
              <p:cNvSpPr/>
              <p:nvPr/>
            </p:nvSpPr>
            <p:spPr>
              <a:xfrm>
                <a:off x="3816307" y="2353110"/>
                <a:ext cx="1213027" cy="1210194"/>
              </a:xfrm>
              <a:custGeom>
                <a:avLst/>
                <a:gdLst/>
                <a:ahLst/>
                <a:cxnLst/>
                <a:rect l="l" t="t" r="r" b="b"/>
                <a:pathLst>
                  <a:path w="6852" h="6836" extrusionOk="0">
                    <a:moveTo>
                      <a:pt x="3422" y="1"/>
                    </a:moveTo>
                    <a:cubicBezTo>
                      <a:pt x="1540" y="1"/>
                      <a:pt x="14" y="1519"/>
                      <a:pt x="1" y="3404"/>
                    </a:cubicBezTo>
                    <a:cubicBezTo>
                      <a:pt x="1" y="5299"/>
                      <a:pt x="1524" y="6836"/>
                      <a:pt x="3420" y="6836"/>
                    </a:cubicBezTo>
                    <a:cubicBezTo>
                      <a:pt x="3430" y="6836"/>
                      <a:pt x="3440" y="6836"/>
                      <a:pt x="3450" y="6836"/>
                    </a:cubicBezTo>
                    <a:cubicBezTo>
                      <a:pt x="5316" y="6836"/>
                      <a:pt x="6836" y="5315"/>
                      <a:pt x="6852" y="3433"/>
                    </a:cubicBezTo>
                    <a:cubicBezTo>
                      <a:pt x="6852" y="1540"/>
                      <a:pt x="5326" y="1"/>
                      <a:pt x="3446" y="1"/>
                    </a:cubicBezTo>
                    <a:cubicBezTo>
                      <a:pt x="3438" y="1"/>
                      <a:pt x="3430" y="1"/>
                      <a:pt x="342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5" name="Google Shape;895;p16"/>
              <p:cNvSpPr/>
              <p:nvPr/>
            </p:nvSpPr>
            <p:spPr>
              <a:xfrm>
                <a:off x="4199402" y="2832867"/>
                <a:ext cx="361854" cy="1719340"/>
              </a:xfrm>
              <a:custGeom>
                <a:avLst/>
                <a:gdLst/>
                <a:ahLst/>
                <a:cxnLst/>
                <a:rect l="l" t="t" r="r" b="b"/>
                <a:pathLst>
                  <a:path w="2044" h="9712" extrusionOk="0">
                    <a:moveTo>
                      <a:pt x="1187" y="1"/>
                    </a:moveTo>
                    <a:lnTo>
                      <a:pt x="929" y="3420"/>
                    </a:lnTo>
                    <a:lnTo>
                      <a:pt x="14" y="2262"/>
                    </a:lnTo>
                    <a:lnTo>
                      <a:pt x="1" y="2276"/>
                    </a:lnTo>
                    <a:lnTo>
                      <a:pt x="900" y="3815"/>
                    </a:lnTo>
                    <a:lnTo>
                      <a:pt x="736" y="9712"/>
                    </a:lnTo>
                    <a:lnTo>
                      <a:pt x="1635" y="9712"/>
                    </a:lnTo>
                    <a:lnTo>
                      <a:pt x="1364" y="1854"/>
                    </a:lnTo>
                    <a:lnTo>
                      <a:pt x="2044" y="1020"/>
                    </a:lnTo>
                    <a:lnTo>
                      <a:pt x="2031" y="1007"/>
                    </a:lnTo>
                    <a:lnTo>
                      <a:pt x="1351" y="1648"/>
                    </a:lnTo>
                    <a:lnTo>
                      <a:pt x="1240" y="14"/>
                    </a:lnTo>
                    <a:lnTo>
                      <a:pt x="11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" name="Google Shape;896;p16"/>
              <p:cNvSpPr/>
              <p:nvPr/>
            </p:nvSpPr>
            <p:spPr>
              <a:xfrm>
                <a:off x="4331999" y="2352225"/>
                <a:ext cx="697331" cy="1211079"/>
              </a:xfrm>
              <a:custGeom>
                <a:avLst/>
                <a:gdLst/>
                <a:ahLst/>
                <a:cxnLst/>
                <a:rect l="l" t="t" r="r" b="b"/>
                <a:pathLst>
                  <a:path w="3939" h="6841" extrusionOk="0">
                    <a:moveTo>
                      <a:pt x="383" y="1"/>
                    </a:moveTo>
                    <a:cubicBezTo>
                      <a:pt x="248" y="1"/>
                      <a:pt x="120" y="13"/>
                      <a:pt x="0" y="32"/>
                    </a:cubicBezTo>
                    <a:cubicBezTo>
                      <a:pt x="1651" y="290"/>
                      <a:pt x="2903" y="1722"/>
                      <a:pt x="2903" y="3438"/>
                    </a:cubicBezTo>
                    <a:cubicBezTo>
                      <a:pt x="2890" y="5141"/>
                      <a:pt x="1635" y="6556"/>
                      <a:pt x="0" y="6801"/>
                    </a:cubicBezTo>
                    <a:cubicBezTo>
                      <a:pt x="164" y="6828"/>
                      <a:pt x="327" y="6841"/>
                      <a:pt x="507" y="6841"/>
                    </a:cubicBezTo>
                    <a:cubicBezTo>
                      <a:pt x="517" y="6841"/>
                      <a:pt x="527" y="6841"/>
                      <a:pt x="537" y="6841"/>
                    </a:cubicBezTo>
                    <a:cubicBezTo>
                      <a:pt x="2403" y="6841"/>
                      <a:pt x="3923" y="5320"/>
                      <a:pt x="3939" y="3438"/>
                    </a:cubicBezTo>
                    <a:cubicBezTo>
                      <a:pt x="3939" y="1545"/>
                      <a:pt x="2413" y="6"/>
                      <a:pt x="533" y="6"/>
                    </a:cubicBezTo>
                    <a:cubicBezTo>
                      <a:pt x="482" y="2"/>
                      <a:pt x="432" y="1"/>
                      <a:pt x="383" y="1"/>
                    </a:cubicBezTo>
                    <a:close/>
                  </a:path>
                </a:pathLst>
              </a:custGeom>
              <a:solidFill>
                <a:srgbClr val="473A50">
                  <a:alpha val="434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97" name="Google Shape;897;p16"/>
            <p:cNvGrpSpPr/>
            <p:nvPr/>
          </p:nvGrpSpPr>
          <p:grpSpPr>
            <a:xfrm>
              <a:off x="2248899" y="4334549"/>
              <a:ext cx="212037" cy="384777"/>
              <a:chOff x="3816307" y="2352225"/>
              <a:chExt cx="1213027" cy="2199981"/>
            </a:xfrm>
          </p:grpSpPr>
          <p:sp>
            <p:nvSpPr>
              <p:cNvPr id="898" name="Google Shape;898;p16"/>
              <p:cNvSpPr/>
              <p:nvPr/>
            </p:nvSpPr>
            <p:spPr>
              <a:xfrm>
                <a:off x="3816307" y="2353110"/>
                <a:ext cx="1213027" cy="1210194"/>
              </a:xfrm>
              <a:custGeom>
                <a:avLst/>
                <a:gdLst/>
                <a:ahLst/>
                <a:cxnLst/>
                <a:rect l="l" t="t" r="r" b="b"/>
                <a:pathLst>
                  <a:path w="6852" h="6836" extrusionOk="0">
                    <a:moveTo>
                      <a:pt x="3422" y="1"/>
                    </a:moveTo>
                    <a:cubicBezTo>
                      <a:pt x="1540" y="1"/>
                      <a:pt x="14" y="1519"/>
                      <a:pt x="1" y="3404"/>
                    </a:cubicBezTo>
                    <a:cubicBezTo>
                      <a:pt x="1" y="5299"/>
                      <a:pt x="1524" y="6836"/>
                      <a:pt x="3420" y="6836"/>
                    </a:cubicBezTo>
                    <a:cubicBezTo>
                      <a:pt x="3430" y="6836"/>
                      <a:pt x="3440" y="6836"/>
                      <a:pt x="3450" y="6836"/>
                    </a:cubicBezTo>
                    <a:cubicBezTo>
                      <a:pt x="5316" y="6836"/>
                      <a:pt x="6836" y="5315"/>
                      <a:pt x="6852" y="3433"/>
                    </a:cubicBezTo>
                    <a:cubicBezTo>
                      <a:pt x="6852" y="1540"/>
                      <a:pt x="5326" y="1"/>
                      <a:pt x="3446" y="1"/>
                    </a:cubicBezTo>
                    <a:cubicBezTo>
                      <a:pt x="3438" y="1"/>
                      <a:pt x="3430" y="1"/>
                      <a:pt x="342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" name="Google Shape;899;p16"/>
              <p:cNvSpPr/>
              <p:nvPr/>
            </p:nvSpPr>
            <p:spPr>
              <a:xfrm>
                <a:off x="4199402" y="2832867"/>
                <a:ext cx="361854" cy="1719340"/>
              </a:xfrm>
              <a:custGeom>
                <a:avLst/>
                <a:gdLst/>
                <a:ahLst/>
                <a:cxnLst/>
                <a:rect l="l" t="t" r="r" b="b"/>
                <a:pathLst>
                  <a:path w="2044" h="9712" extrusionOk="0">
                    <a:moveTo>
                      <a:pt x="1187" y="1"/>
                    </a:moveTo>
                    <a:lnTo>
                      <a:pt x="929" y="3420"/>
                    </a:lnTo>
                    <a:lnTo>
                      <a:pt x="14" y="2262"/>
                    </a:lnTo>
                    <a:lnTo>
                      <a:pt x="1" y="2276"/>
                    </a:lnTo>
                    <a:lnTo>
                      <a:pt x="900" y="3815"/>
                    </a:lnTo>
                    <a:lnTo>
                      <a:pt x="736" y="9712"/>
                    </a:lnTo>
                    <a:lnTo>
                      <a:pt x="1635" y="9712"/>
                    </a:lnTo>
                    <a:lnTo>
                      <a:pt x="1364" y="1854"/>
                    </a:lnTo>
                    <a:lnTo>
                      <a:pt x="2044" y="1020"/>
                    </a:lnTo>
                    <a:lnTo>
                      <a:pt x="2031" y="1007"/>
                    </a:lnTo>
                    <a:lnTo>
                      <a:pt x="1351" y="1648"/>
                    </a:lnTo>
                    <a:lnTo>
                      <a:pt x="1240" y="14"/>
                    </a:lnTo>
                    <a:lnTo>
                      <a:pt x="11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0" name="Google Shape;900;p16"/>
              <p:cNvSpPr/>
              <p:nvPr/>
            </p:nvSpPr>
            <p:spPr>
              <a:xfrm>
                <a:off x="4331999" y="2352225"/>
                <a:ext cx="697331" cy="1211079"/>
              </a:xfrm>
              <a:custGeom>
                <a:avLst/>
                <a:gdLst/>
                <a:ahLst/>
                <a:cxnLst/>
                <a:rect l="l" t="t" r="r" b="b"/>
                <a:pathLst>
                  <a:path w="3939" h="6841" extrusionOk="0">
                    <a:moveTo>
                      <a:pt x="383" y="1"/>
                    </a:moveTo>
                    <a:cubicBezTo>
                      <a:pt x="248" y="1"/>
                      <a:pt x="120" y="13"/>
                      <a:pt x="0" y="32"/>
                    </a:cubicBezTo>
                    <a:cubicBezTo>
                      <a:pt x="1651" y="290"/>
                      <a:pt x="2903" y="1722"/>
                      <a:pt x="2903" y="3438"/>
                    </a:cubicBezTo>
                    <a:cubicBezTo>
                      <a:pt x="2890" y="5141"/>
                      <a:pt x="1635" y="6556"/>
                      <a:pt x="0" y="6801"/>
                    </a:cubicBezTo>
                    <a:cubicBezTo>
                      <a:pt x="164" y="6828"/>
                      <a:pt x="327" y="6841"/>
                      <a:pt x="507" y="6841"/>
                    </a:cubicBezTo>
                    <a:cubicBezTo>
                      <a:pt x="517" y="6841"/>
                      <a:pt x="527" y="6841"/>
                      <a:pt x="537" y="6841"/>
                    </a:cubicBezTo>
                    <a:cubicBezTo>
                      <a:pt x="2403" y="6841"/>
                      <a:pt x="3923" y="5320"/>
                      <a:pt x="3939" y="3438"/>
                    </a:cubicBezTo>
                    <a:cubicBezTo>
                      <a:pt x="3939" y="1545"/>
                      <a:pt x="2413" y="6"/>
                      <a:pt x="533" y="6"/>
                    </a:cubicBezTo>
                    <a:cubicBezTo>
                      <a:pt x="482" y="2"/>
                      <a:pt x="432" y="1"/>
                      <a:pt x="383" y="1"/>
                    </a:cubicBezTo>
                    <a:close/>
                  </a:path>
                </a:pathLst>
              </a:custGeom>
              <a:solidFill>
                <a:srgbClr val="473A50">
                  <a:alpha val="434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01" name="Google Shape;901;p16"/>
            <p:cNvGrpSpPr/>
            <p:nvPr/>
          </p:nvGrpSpPr>
          <p:grpSpPr>
            <a:xfrm>
              <a:off x="1507450" y="4205080"/>
              <a:ext cx="212025" cy="514245"/>
              <a:chOff x="3816313" y="1611982"/>
              <a:chExt cx="1212958" cy="2940225"/>
            </a:xfrm>
          </p:grpSpPr>
          <p:sp>
            <p:nvSpPr>
              <p:cNvPr id="902" name="Google Shape;902;p16"/>
              <p:cNvSpPr/>
              <p:nvPr/>
            </p:nvSpPr>
            <p:spPr>
              <a:xfrm>
                <a:off x="3816313" y="1613408"/>
                <a:ext cx="1212958" cy="1949969"/>
              </a:xfrm>
              <a:custGeom>
                <a:avLst/>
                <a:gdLst/>
                <a:ahLst/>
                <a:cxnLst/>
                <a:rect l="l" t="t" r="r" b="b"/>
                <a:pathLst>
                  <a:path w="6852" h="6836" extrusionOk="0">
                    <a:moveTo>
                      <a:pt x="3422" y="1"/>
                    </a:moveTo>
                    <a:cubicBezTo>
                      <a:pt x="1540" y="1"/>
                      <a:pt x="14" y="1519"/>
                      <a:pt x="1" y="3404"/>
                    </a:cubicBezTo>
                    <a:cubicBezTo>
                      <a:pt x="1" y="5299"/>
                      <a:pt x="1524" y="6836"/>
                      <a:pt x="3420" y="6836"/>
                    </a:cubicBezTo>
                    <a:cubicBezTo>
                      <a:pt x="3430" y="6836"/>
                      <a:pt x="3440" y="6836"/>
                      <a:pt x="3450" y="6836"/>
                    </a:cubicBezTo>
                    <a:cubicBezTo>
                      <a:pt x="5316" y="6836"/>
                      <a:pt x="6836" y="5315"/>
                      <a:pt x="6852" y="3433"/>
                    </a:cubicBezTo>
                    <a:cubicBezTo>
                      <a:pt x="6852" y="1540"/>
                      <a:pt x="5326" y="1"/>
                      <a:pt x="3446" y="1"/>
                    </a:cubicBezTo>
                    <a:cubicBezTo>
                      <a:pt x="3438" y="1"/>
                      <a:pt x="3430" y="1"/>
                      <a:pt x="342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3" name="Google Shape;903;p16"/>
              <p:cNvSpPr/>
              <p:nvPr/>
            </p:nvSpPr>
            <p:spPr>
              <a:xfrm>
                <a:off x="4199464" y="2602232"/>
                <a:ext cx="351972" cy="1949975"/>
              </a:xfrm>
              <a:custGeom>
                <a:avLst/>
                <a:gdLst/>
                <a:ahLst/>
                <a:cxnLst/>
                <a:rect l="l" t="t" r="r" b="b"/>
                <a:pathLst>
                  <a:path w="2044" h="9712" extrusionOk="0">
                    <a:moveTo>
                      <a:pt x="1187" y="1"/>
                    </a:moveTo>
                    <a:lnTo>
                      <a:pt x="929" y="3420"/>
                    </a:lnTo>
                    <a:lnTo>
                      <a:pt x="14" y="2262"/>
                    </a:lnTo>
                    <a:lnTo>
                      <a:pt x="1" y="2276"/>
                    </a:lnTo>
                    <a:lnTo>
                      <a:pt x="900" y="3815"/>
                    </a:lnTo>
                    <a:lnTo>
                      <a:pt x="736" y="9712"/>
                    </a:lnTo>
                    <a:lnTo>
                      <a:pt x="1635" y="9712"/>
                    </a:lnTo>
                    <a:lnTo>
                      <a:pt x="1364" y="1854"/>
                    </a:lnTo>
                    <a:lnTo>
                      <a:pt x="2044" y="1020"/>
                    </a:lnTo>
                    <a:lnTo>
                      <a:pt x="2031" y="1007"/>
                    </a:lnTo>
                    <a:lnTo>
                      <a:pt x="1351" y="1648"/>
                    </a:lnTo>
                    <a:lnTo>
                      <a:pt x="1240" y="14"/>
                    </a:lnTo>
                    <a:lnTo>
                      <a:pt x="11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4" name="Google Shape;904;p16"/>
              <p:cNvSpPr/>
              <p:nvPr/>
            </p:nvSpPr>
            <p:spPr>
              <a:xfrm>
                <a:off x="4331976" y="1611982"/>
                <a:ext cx="697292" cy="1951395"/>
              </a:xfrm>
              <a:custGeom>
                <a:avLst/>
                <a:gdLst/>
                <a:ahLst/>
                <a:cxnLst/>
                <a:rect l="l" t="t" r="r" b="b"/>
                <a:pathLst>
                  <a:path w="3939" h="6841" extrusionOk="0">
                    <a:moveTo>
                      <a:pt x="383" y="1"/>
                    </a:moveTo>
                    <a:cubicBezTo>
                      <a:pt x="248" y="1"/>
                      <a:pt x="120" y="13"/>
                      <a:pt x="0" y="32"/>
                    </a:cubicBezTo>
                    <a:cubicBezTo>
                      <a:pt x="1651" y="290"/>
                      <a:pt x="2903" y="1722"/>
                      <a:pt x="2903" y="3438"/>
                    </a:cubicBezTo>
                    <a:cubicBezTo>
                      <a:pt x="2890" y="5141"/>
                      <a:pt x="1635" y="6556"/>
                      <a:pt x="0" y="6801"/>
                    </a:cubicBezTo>
                    <a:cubicBezTo>
                      <a:pt x="164" y="6828"/>
                      <a:pt x="327" y="6841"/>
                      <a:pt x="507" y="6841"/>
                    </a:cubicBezTo>
                    <a:cubicBezTo>
                      <a:pt x="517" y="6841"/>
                      <a:pt x="527" y="6841"/>
                      <a:pt x="537" y="6841"/>
                    </a:cubicBezTo>
                    <a:cubicBezTo>
                      <a:pt x="2403" y="6841"/>
                      <a:pt x="3923" y="5320"/>
                      <a:pt x="3939" y="3438"/>
                    </a:cubicBezTo>
                    <a:cubicBezTo>
                      <a:pt x="3939" y="1545"/>
                      <a:pt x="2413" y="6"/>
                      <a:pt x="533" y="6"/>
                    </a:cubicBezTo>
                    <a:cubicBezTo>
                      <a:pt x="482" y="2"/>
                      <a:pt x="432" y="1"/>
                      <a:pt x="383" y="1"/>
                    </a:cubicBezTo>
                    <a:close/>
                  </a:path>
                </a:pathLst>
              </a:custGeom>
              <a:solidFill>
                <a:srgbClr val="473A50">
                  <a:alpha val="434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05" name="Google Shape;905;p16"/>
          <p:cNvGrpSpPr/>
          <p:nvPr/>
        </p:nvGrpSpPr>
        <p:grpSpPr>
          <a:xfrm>
            <a:off x="301289" y="4002345"/>
            <a:ext cx="374657" cy="463150"/>
            <a:chOff x="8243489" y="4050570"/>
            <a:chExt cx="374657" cy="463150"/>
          </a:xfrm>
        </p:grpSpPr>
        <p:sp>
          <p:nvSpPr>
            <p:cNvPr id="906" name="Google Shape;906;p16"/>
            <p:cNvSpPr/>
            <p:nvPr/>
          </p:nvSpPr>
          <p:spPr>
            <a:xfrm>
              <a:off x="8243489" y="4051225"/>
              <a:ext cx="374657" cy="461828"/>
            </a:xfrm>
            <a:custGeom>
              <a:avLst/>
              <a:gdLst/>
              <a:ahLst/>
              <a:cxnLst/>
              <a:rect l="l" t="t" r="r" b="b"/>
              <a:pathLst>
                <a:path w="107815" h="132900" extrusionOk="0">
                  <a:moveTo>
                    <a:pt x="53908" y="30499"/>
                  </a:moveTo>
                  <a:cubicBezTo>
                    <a:pt x="65243" y="30499"/>
                    <a:pt x="74444" y="39725"/>
                    <a:pt x="74444" y="51162"/>
                  </a:cubicBezTo>
                  <a:cubicBezTo>
                    <a:pt x="74444" y="62472"/>
                    <a:pt x="65243" y="71698"/>
                    <a:pt x="53908" y="71698"/>
                  </a:cubicBezTo>
                  <a:cubicBezTo>
                    <a:pt x="42572" y="71698"/>
                    <a:pt x="33372" y="62472"/>
                    <a:pt x="33372" y="51162"/>
                  </a:cubicBezTo>
                  <a:cubicBezTo>
                    <a:pt x="33372" y="39725"/>
                    <a:pt x="42572" y="30499"/>
                    <a:pt x="53908" y="30499"/>
                  </a:cubicBezTo>
                  <a:close/>
                  <a:moveTo>
                    <a:pt x="53908" y="0"/>
                  </a:moveTo>
                  <a:cubicBezTo>
                    <a:pt x="24146" y="0"/>
                    <a:pt x="1" y="24145"/>
                    <a:pt x="1" y="53907"/>
                  </a:cubicBezTo>
                  <a:cubicBezTo>
                    <a:pt x="1" y="72867"/>
                    <a:pt x="9125" y="89489"/>
                    <a:pt x="19800" y="102629"/>
                  </a:cubicBezTo>
                  <a:cubicBezTo>
                    <a:pt x="35176" y="121462"/>
                    <a:pt x="53908" y="132899"/>
                    <a:pt x="53908" y="132899"/>
                  </a:cubicBezTo>
                  <a:cubicBezTo>
                    <a:pt x="53908" y="132899"/>
                    <a:pt x="107815" y="101460"/>
                    <a:pt x="107815" y="53907"/>
                  </a:cubicBezTo>
                  <a:cubicBezTo>
                    <a:pt x="107815" y="49993"/>
                    <a:pt x="107383" y="46282"/>
                    <a:pt x="106646" y="42571"/>
                  </a:cubicBezTo>
                  <a:cubicBezTo>
                    <a:pt x="101461" y="18223"/>
                    <a:pt x="79857" y="0"/>
                    <a:pt x="539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16"/>
            <p:cNvSpPr/>
            <p:nvPr/>
          </p:nvSpPr>
          <p:spPr>
            <a:xfrm>
              <a:off x="8244307" y="4050570"/>
              <a:ext cx="257600" cy="463150"/>
            </a:xfrm>
            <a:custGeom>
              <a:avLst/>
              <a:gdLst/>
              <a:ahLst/>
              <a:cxnLst/>
              <a:rect l="l" t="t" r="r" b="b"/>
              <a:pathLst>
                <a:path w="10304" h="18526" extrusionOk="0">
                  <a:moveTo>
                    <a:pt x="10304" y="569"/>
                  </a:moveTo>
                  <a:cubicBezTo>
                    <a:pt x="10352" y="391"/>
                    <a:pt x="7780" y="-157"/>
                    <a:pt x="6521" y="43"/>
                  </a:cubicBezTo>
                  <a:cubicBezTo>
                    <a:pt x="5262" y="243"/>
                    <a:pt x="3802" y="856"/>
                    <a:pt x="2749" y="1767"/>
                  </a:cubicBezTo>
                  <a:cubicBezTo>
                    <a:pt x="1697" y="2678"/>
                    <a:pt x="575" y="4056"/>
                    <a:pt x="206" y="5509"/>
                  </a:cubicBezTo>
                  <a:cubicBezTo>
                    <a:pt x="-163" y="6962"/>
                    <a:pt x="-24" y="8869"/>
                    <a:pt x="533" y="10485"/>
                  </a:cubicBezTo>
                  <a:cubicBezTo>
                    <a:pt x="1090" y="12102"/>
                    <a:pt x="2383" y="13868"/>
                    <a:pt x="3548" y="15208"/>
                  </a:cubicBezTo>
                  <a:cubicBezTo>
                    <a:pt x="4713" y="16548"/>
                    <a:pt x="7296" y="18466"/>
                    <a:pt x="7523" y="18525"/>
                  </a:cubicBezTo>
                  <a:cubicBezTo>
                    <a:pt x="7750" y="18584"/>
                    <a:pt x="5678" y="16542"/>
                    <a:pt x="4908" y="15561"/>
                  </a:cubicBezTo>
                  <a:cubicBezTo>
                    <a:pt x="4138" y="14580"/>
                    <a:pt x="3455" y="13897"/>
                    <a:pt x="2903" y="12640"/>
                  </a:cubicBezTo>
                  <a:cubicBezTo>
                    <a:pt x="2351" y="11383"/>
                    <a:pt x="1592" y="9536"/>
                    <a:pt x="1595" y="8020"/>
                  </a:cubicBezTo>
                  <a:cubicBezTo>
                    <a:pt x="1598" y="6504"/>
                    <a:pt x="2149" y="4697"/>
                    <a:pt x="2922" y="3546"/>
                  </a:cubicBezTo>
                  <a:cubicBezTo>
                    <a:pt x="3696" y="2395"/>
                    <a:pt x="5006" y="1609"/>
                    <a:pt x="6236" y="1113"/>
                  </a:cubicBezTo>
                  <a:cubicBezTo>
                    <a:pt x="7466" y="617"/>
                    <a:pt x="10257" y="747"/>
                    <a:pt x="10304" y="569"/>
                  </a:cubicBezTo>
                  <a:close/>
                </a:path>
              </a:pathLst>
            </a:custGeom>
            <a:solidFill>
              <a:srgbClr val="8162A7">
                <a:alpha val="45910"/>
              </a:srgbClr>
            </a:solidFill>
            <a:ln>
              <a:noFill/>
            </a:ln>
          </p:spPr>
        </p:sp>
      </p:grpSp>
      <p:sp>
        <p:nvSpPr>
          <p:cNvPr id="908" name="Google Shape;908;p16"/>
          <p:cNvSpPr txBox="1">
            <a:spLocks noGrp="1"/>
          </p:cNvSpPr>
          <p:nvPr>
            <p:ph type="title"/>
          </p:nvPr>
        </p:nvSpPr>
        <p:spPr>
          <a:xfrm>
            <a:off x="720000" y="3688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909" name="Google Shape;909;p16"/>
          <p:cNvSpPr txBox="1">
            <a:spLocks noGrp="1"/>
          </p:cNvSpPr>
          <p:nvPr>
            <p:ph type="subTitle" idx="1"/>
          </p:nvPr>
        </p:nvSpPr>
        <p:spPr>
          <a:xfrm>
            <a:off x="1090025" y="2621198"/>
            <a:ext cx="21753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10" name="Google Shape;910;p16"/>
          <p:cNvSpPr txBox="1">
            <a:spLocks noGrp="1"/>
          </p:cNvSpPr>
          <p:nvPr>
            <p:ph type="subTitle" idx="2"/>
          </p:nvPr>
        </p:nvSpPr>
        <p:spPr>
          <a:xfrm>
            <a:off x="3484350" y="2621198"/>
            <a:ext cx="21753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11" name="Google Shape;911;p16"/>
          <p:cNvSpPr txBox="1">
            <a:spLocks noGrp="1"/>
          </p:cNvSpPr>
          <p:nvPr>
            <p:ph type="subTitle" idx="3"/>
          </p:nvPr>
        </p:nvSpPr>
        <p:spPr>
          <a:xfrm>
            <a:off x="5878675" y="2621198"/>
            <a:ext cx="21753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12" name="Google Shape;912;p16"/>
          <p:cNvSpPr txBox="1">
            <a:spLocks noGrp="1"/>
          </p:cNvSpPr>
          <p:nvPr>
            <p:ph type="subTitle" idx="4"/>
          </p:nvPr>
        </p:nvSpPr>
        <p:spPr>
          <a:xfrm>
            <a:off x="1090025" y="2191226"/>
            <a:ext cx="21753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913" name="Google Shape;913;p16"/>
          <p:cNvSpPr txBox="1">
            <a:spLocks noGrp="1"/>
          </p:cNvSpPr>
          <p:nvPr>
            <p:ph type="subTitle" idx="5"/>
          </p:nvPr>
        </p:nvSpPr>
        <p:spPr>
          <a:xfrm>
            <a:off x="3484350" y="2191226"/>
            <a:ext cx="21753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914" name="Google Shape;914;p16"/>
          <p:cNvSpPr txBox="1">
            <a:spLocks noGrp="1"/>
          </p:cNvSpPr>
          <p:nvPr>
            <p:ph type="subTitle" idx="6"/>
          </p:nvPr>
        </p:nvSpPr>
        <p:spPr>
          <a:xfrm>
            <a:off x="5878675" y="2191226"/>
            <a:ext cx="21753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p17"/>
          <p:cNvSpPr txBox="1">
            <a:spLocks noGrp="1"/>
          </p:cNvSpPr>
          <p:nvPr>
            <p:ph type="title"/>
          </p:nvPr>
        </p:nvSpPr>
        <p:spPr>
          <a:xfrm>
            <a:off x="720000" y="3688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917" name="Google Shape;917;p17"/>
          <p:cNvSpPr txBox="1">
            <a:spLocks noGrp="1"/>
          </p:cNvSpPr>
          <p:nvPr>
            <p:ph type="subTitle" idx="1"/>
          </p:nvPr>
        </p:nvSpPr>
        <p:spPr>
          <a:xfrm>
            <a:off x="1823546" y="1623775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18" name="Google Shape;918;p17"/>
          <p:cNvSpPr txBox="1">
            <a:spLocks noGrp="1"/>
          </p:cNvSpPr>
          <p:nvPr>
            <p:ph type="subTitle" idx="2"/>
          </p:nvPr>
        </p:nvSpPr>
        <p:spPr>
          <a:xfrm>
            <a:off x="5517024" y="1623775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19" name="Google Shape;919;p17"/>
          <p:cNvSpPr txBox="1">
            <a:spLocks noGrp="1"/>
          </p:cNvSpPr>
          <p:nvPr>
            <p:ph type="subTitle" idx="3"/>
          </p:nvPr>
        </p:nvSpPr>
        <p:spPr>
          <a:xfrm>
            <a:off x="1823546" y="313195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20" name="Google Shape;920;p17"/>
          <p:cNvSpPr txBox="1">
            <a:spLocks noGrp="1"/>
          </p:cNvSpPr>
          <p:nvPr>
            <p:ph type="subTitle" idx="4"/>
          </p:nvPr>
        </p:nvSpPr>
        <p:spPr>
          <a:xfrm>
            <a:off x="5517024" y="313195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21" name="Google Shape;921;p17"/>
          <p:cNvSpPr txBox="1">
            <a:spLocks noGrp="1"/>
          </p:cNvSpPr>
          <p:nvPr>
            <p:ph type="subTitle" idx="5"/>
          </p:nvPr>
        </p:nvSpPr>
        <p:spPr>
          <a:xfrm>
            <a:off x="1823546" y="1326050"/>
            <a:ext cx="28110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922" name="Google Shape;922;p17"/>
          <p:cNvSpPr txBox="1">
            <a:spLocks noGrp="1"/>
          </p:cNvSpPr>
          <p:nvPr>
            <p:ph type="subTitle" idx="6"/>
          </p:nvPr>
        </p:nvSpPr>
        <p:spPr>
          <a:xfrm>
            <a:off x="1823546" y="2834300"/>
            <a:ext cx="28110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923" name="Google Shape;923;p17"/>
          <p:cNvSpPr txBox="1">
            <a:spLocks noGrp="1"/>
          </p:cNvSpPr>
          <p:nvPr>
            <p:ph type="subTitle" idx="7"/>
          </p:nvPr>
        </p:nvSpPr>
        <p:spPr>
          <a:xfrm>
            <a:off x="5517024" y="1326050"/>
            <a:ext cx="28110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924" name="Google Shape;924;p17"/>
          <p:cNvSpPr txBox="1">
            <a:spLocks noGrp="1"/>
          </p:cNvSpPr>
          <p:nvPr>
            <p:ph type="subTitle" idx="8"/>
          </p:nvPr>
        </p:nvSpPr>
        <p:spPr>
          <a:xfrm>
            <a:off x="5517024" y="2834300"/>
            <a:ext cx="28110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925" name="Google Shape;925;p17"/>
          <p:cNvSpPr/>
          <p:nvPr/>
        </p:nvSpPr>
        <p:spPr>
          <a:xfrm>
            <a:off x="6686588" y="4481688"/>
            <a:ext cx="3059100" cy="3059100"/>
          </a:xfrm>
          <a:prstGeom prst="ellipse">
            <a:avLst/>
          </a:prstGeom>
          <a:solidFill>
            <a:srgbClr val="897FBB">
              <a:alpha val="291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26" name="Google Shape;926;p17"/>
          <p:cNvGrpSpPr/>
          <p:nvPr/>
        </p:nvGrpSpPr>
        <p:grpSpPr>
          <a:xfrm>
            <a:off x="7664537" y="4203130"/>
            <a:ext cx="1103228" cy="3337661"/>
            <a:chOff x="1825573" y="1896181"/>
            <a:chExt cx="964529" cy="2918046"/>
          </a:xfrm>
        </p:grpSpPr>
        <p:sp>
          <p:nvSpPr>
            <p:cNvPr id="927" name="Google Shape;927;p17"/>
            <p:cNvSpPr/>
            <p:nvPr/>
          </p:nvSpPr>
          <p:spPr>
            <a:xfrm>
              <a:off x="1825573" y="1896181"/>
              <a:ext cx="964529" cy="2918046"/>
            </a:xfrm>
            <a:custGeom>
              <a:avLst/>
              <a:gdLst/>
              <a:ahLst/>
              <a:cxnLst/>
              <a:rect l="l" t="t" r="r" b="b"/>
              <a:pathLst>
                <a:path w="7532" h="22787" extrusionOk="0">
                  <a:moveTo>
                    <a:pt x="3773" y="1"/>
                  </a:moveTo>
                  <a:cubicBezTo>
                    <a:pt x="1687" y="1"/>
                    <a:pt x="1" y="1691"/>
                    <a:pt x="1" y="3776"/>
                  </a:cubicBezTo>
                  <a:lnTo>
                    <a:pt x="1" y="15746"/>
                  </a:lnTo>
                  <a:lnTo>
                    <a:pt x="14" y="15746"/>
                  </a:lnTo>
                  <a:lnTo>
                    <a:pt x="14" y="22787"/>
                  </a:lnTo>
                  <a:lnTo>
                    <a:pt x="2861" y="22787"/>
                  </a:lnTo>
                  <a:lnTo>
                    <a:pt x="2861" y="13174"/>
                  </a:lnTo>
                  <a:lnTo>
                    <a:pt x="2861" y="3776"/>
                  </a:lnTo>
                  <a:cubicBezTo>
                    <a:pt x="2861" y="3269"/>
                    <a:pt x="3269" y="2861"/>
                    <a:pt x="3773" y="2861"/>
                  </a:cubicBezTo>
                  <a:cubicBezTo>
                    <a:pt x="4276" y="2861"/>
                    <a:pt x="4672" y="3269"/>
                    <a:pt x="4672" y="3776"/>
                  </a:cubicBezTo>
                  <a:lnTo>
                    <a:pt x="4672" y="8391"/>
                  </a:lnTo>
                  <a:lnTo>
                    <a:pt x="4672" y="22787"/>
                  </a:lnTo>
                  <a:lnTo>
                    <a:pt x="7532" y="22787"/>
                  </a:lnTo>
                  <a:lnTo>
                    <a:pt x="7532" y="7110"/>
                  </a:lnTo>
                  <a:lnTo>
                    <a:pt x="7532" y="3776"/>
                  </a:lnTo>
                  <a:cubicBezTo>
                    <a:pt x="7532" y="1691"/>
                    <a:pt x="5842" y="1"/>
                    <a:pt x="377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dist="76200" dir="2400000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28" name="Google Shape;928;p17"/>
            <p:cNvGrpSpPr/>
            <p:nvPr/>
          </p:nvGrpSpPr>
          <p:grpSpPr>
            <a:xfrm>
              <a:off x="2001780" y="2072389"/>
              <a:ext cx="612115" cy="2698300"/>
              <a:chOff x="1718105" y="2072389"/>
              <a:chExt cx="612115" cy="2698300"/>
            </a:xfrm>
          </p:grpSpPr>
          <p:sp>
            <p:nvSpPr>
              <p:cNvPr id="929" name="Google Shape;929;p17"/>
              <p:cNvSpPr/>
              <p:nvPr/>
            </p:nvSpPr>
            <p:spPr>
              <a:xfrm>
                <a:off x="2316262" y="3811153"/>
                <a:ext cx="13958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9" extrusionOk="0">
                    <a:moveTo>
                      <a:pt x="1" y="1"/>
                    </a:moveTo>
                    <a:lnTo>
                      <a:pt x="1" y="439"/>
                    </a:lnTo>
                    <a:lnTo>
                      <a:pt x="109" y="439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" name="Google Shape;930;p17"/>
              <p:cNvSpPr/>
              <p:nvPr/>
            </p:nvSpPr>
            <p:spPr>
              <a:xfrm>
                <a:off x="2316262" y="3698207"/>
                <a:ext cx="13958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Google Shape;931;p17"/>
              <p:cNvSpPr/>
              <p:nvPr/>
            </p:nvSpPr>
            <p:spPr>
              <a:xfrm>
                <a:off x="2316262" y="4036406"/>
                <a:ext cx="13958" cy="59547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65" extrusionOk="0">
                    <a:moveTo>
                      <a:pt x="1" y="0"/>
                    </a:moveTo>
                    <a:lnTo>
                      <a:pt x="1" y="27"/>
                    </a:lnTo>
                    <a:lnTo>
                      <a:pt x="1" y="435"/>
                    </a:lnTo>
                    <a:lnTo>
                      <a:pt x="1" y="465"/>
                    </a:lnTo>
                    <a:lnTo>
                      <a:pt x="109" y="465"/>
                    </a:lnTo>
                    <a:lnTo>
                      <a:pt x="109" y="435"/>
                    </a:lnTo>
                    <a:lnTo>
                      <a:pt x="109" y="27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" name="Google Shape;932;p17"/>
              <p:cNvSpPr/>
              <p:nvPr/>
            </p:nvSpPr>
            <p:spPr>
              <a:xfrm>
                <a:off x="2316262" y="3922948"/>
                <a:ext cx="13958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52" extrusionOk="0">
                    <a:moveTo>
                      <a:pt x="1" y="1"/>
                    </a:moveTo>
                    <a:lnTo>
                      <a:pt x="1" y="452"/>
                    </a:lnTo>
                    <a:lnTo>
                      <a:pt x="109" y="452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" name="Google Shape;933;p17"/>
              <p:cNvSpPr/>
              <p:nvPr/>
            </p:nvSpPr>
            <p:spPr>
              <a:xfrm>
                <a:off x="2316262" y="3023087"/>
                <a:ext cx="13958" cy="55705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5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" name="Google Shape;934;p17"/>
              <p:cNvSpPr/>
              <p:nvPr/>
            </p:nvSpPr>
            <p:spPr>
              <a:xfrm>
                <a:off x="2316262" y="3586412"/>
                <a:ext cx="13958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1" y="1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" name="Google Shape;935;p17"/>
              <p:cNvSpPr/>
              <p:nvPr/>
            </p:nvSpPr>
            <p:spPr>
              <a:xfrm>
                <a:off x="2316262" y="3472953"/>
                <a:ext cx="13958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1" y="1"/>
                    </a:moveTo>
                    <a:lnTo>
                      <a:pt x="1" y="436"/>
                    </a:lnTo>
                    <a:lnTo>
                      <a:pt x="109" y="436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" name="Google Shape;936;p17"/>
              <p:cNvSpPr/>
              <p:nvPr/>
            </p:nvSpPr>
            <p:spPr>
              <a:xfrm>
                <a:off x="2316262" y="3359623"/>
                <a:ext cx="13958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52" extrusionOk="0">
                    <a:moveTo>
                      <a:pt x="1" y="0"/>
                    </a:moveTo>
                    <a:lnTo>
                      <a:pt x="1" y="451"/>
                    </a:lnTo>
                    <a:lnTo>
                      <a:pt x="109" y="451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" name="Google Shape;937;p17"/>
              <p:cNvSpPr/>
              <p:nvPr/>
            </p:nvSpPr>
            <p:spPr>
              <a:xfrm>
                <a:off x="2316262" y="3134754"/>
                <a:ext cx="13958" cy="57498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49" extrusionOk="0">
                    <a:moveTo>
                      <a:pt x="1" y="1"/>
                    </a:moveTo>
                    <a:lnTo>
                      <a:pt x="1" y="449"/>
                    </a:lnTo>
                    <a:lnTo>
                      <a:pt x="109" y="449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" name="Google Shape;938;p17"/>
              <p:cNvSpPr/>
              <p:nvPr/>
            </p:nvSpPr>
            <p:spPr>
              <a:xfrm>
                <a:off x="2316262" y="3248213"/>
                <a:ext cx="13958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1" y="1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" name="Google Shape;939;p17"/>
              <p:cNvSpPr/>
              <p:nvPr/>
            </p:nvSpPr>
            <p:spPr>
              <a:xfrm>
                <a:off x="2316262" y="4714855"/>
                <a:ext cx="13958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1" y="1"/>
                    </a:moveTo>
                    <a:lnTo>
                      <a:pt x="1" y="436"/>
                    </a:lnTo>
                    <a:lnTo>
                      <a:pt x="109" y="436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" name="Google Shape;940;p17"/>
              <p:cNvSpPr/>
              <p:nvPr/>
            </p:nvSpPr>
            <p:spPr>
              <a:xfrm>
                <a:off x="2316262" y="4601524"/>
                <a:ext cx="13958" cy="57370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48" extrusionOk="0">
                    <a:moveTo>
                      <a:pt x="1" y="0"/>
                    </a:moveTo>
                    <a:lnTo>
                      <a:pt x="1" y="448"/>
                    </a:lnTo>
                    <a:lnTo>
                      <a:pt x="109" y="448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" name="Google Shape;941;p17"/>
              <p:cNvSpPr/>
              <p:nvPr/>
            </p:nvSpPr>
            <p:spPr>
              <a:xfrm>
                <a:off x="2316262" y="4489730"/>
                <a:ext cx="13958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9" extrusionOk="0">
                    <a:moveTo>
                      <a:pt x="1" y="0"/>
                    </a:moveTo>
                    <a:lnTo>
                      <a:pt x="1" y="438"/>
                    </a:lnTo>
                    <a:lnTo>
                      <a:pt x="109" y="438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" name="Google Shape;942;p17"/>
              <p:cNvSpPr/>
              <p:nvPr/>
            </p:nvSpPr>
            <p:spPr>
              <a:xfrm>
                <a:off x="2316262" y="4376271"/>
                <a:ext cx="13958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52" extrusionOk="0">
                    <a:moveTo>
                      <a:pt x="1" y="1"/>
                    </a:moveTo>
                    <a:lnTo>
                      <a:pt x="1" y="452"/>
                    </a:lnTo>
                    <a:lnTo>
                      <a:pt x="109" y="452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" name="Google Shape;943;p17"/>
              <p:cNvSpPr/>
              <p:nvPr/>
            </p:nvSpPr>
            <p:spPr>
              <a:xfrm>
                <a:off x="2316262" y="4264989"/>
                <a:ext cx="13958" cy="55705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5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" name="Google Shape;944;p17"/>
              <p:cNvSpPr/>
              <p:nvPr/>
            </p:nvSpPr>
            <p:spPr>
              <a:xfrm>
                <a:off x="2316262" y="4151530"/>
                <a:ext cx="13958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" name="Google Shape;945;p17"/>
              <p:cNvSpPr/>
              <p:nvPr/>
            </p:nvSpPr>
            <p:spPr>
              <a:xfrm>
                <a:off x="1901100" y="2081225"/>
                <a:ext cx="57882" cy="29837"/>
              </a:xfrm>
              <a:custGeom>
                <a:avLst/>
                <a:gdLst/>
                <a:ahLst/>
                <a:cxnLst/>
                <a:rect l="l" t="t" r="r" b="b"/>
                <a:pathLst>
                  <a:path w="452" h="233" extrusionOk="0">
                    <a:moveTo>
                      <a:pt x="422" y="1"/>
                    </a:moveTo>
                    <a:cubicBezTo>
                      <a:pt x="288" y="27"/>
                      <a:pt x="138" y="82"/>
                      <a:pt x="0" y="138"/>
                    </a:cubicBezTo>
                    <a:lnTo>
                      <a:pt x="43" y="233"/>
                    </a:lnTo>
                    <a:cubicBezTo>
                      <a:pt x="177" y="177"/>
                      <a:pt x="314" y="138"/>
                      <a:pt x="451" y="95"/>
                    </a:cubicBezTo>
                    <a:lnTo>
                      <a:pt x="42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" name="Google Shape;946;p17"/>
              <p:cNvSpPr/>
              <p:nvPr/>
            </p:nvSpPr>
            <p:spPr>
              <a:xfrm>
                <a:off x="1718105" y="2764795"/>
                <a:ext cx="13958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9" extrusionOk="0">
                    <a:moveTo>
                      <a:pt x="1" y="0"/>
                    </a:moveTo>
                    <a:lnTo>
                      <a:pt x="1" y="438"/>
                    </a:lnTo>
                    <a:lnTo>
                      <a:pt x="109" y="438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" name="Google Shape;947;p17"/>
              <p:cNvSpPr/>
              <p:nvPr/>
            </p:nvSpPr>
            <p:spPr>
              <a:xfrm>
                <a:off x="1718105" y="2878254"/>
                <a:ext cx="13958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9" extrusionOk="0">
                    <a:moveTo>
                      <a:pt x="1" y="0"/>
                    </a:moveTo>
                    <a:lnTo>
                      <a:pt x="1" y="438"/>
                    </a:lnTo>
                    <a:lnTo>
                      <a:pt x="109" y="438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" name="Google Shape;948;p17"/>
              <p:cNvSpPr/>
              <p:nvPr/>
            </p:nvSpPr>
            <p:spPr>
              <a:xfrm>
                <a:off x="1718105" y="2540055"/>
                <a:ext cx="13958" cy="55705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5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" name="Google Shape;949;p17"/>
              <p:cNvSpPr/>
              <p:nvPr/>
            </p:nvSpPr>
            <p:spPr>
              <a:xfrm>
                <a:off x="1742436" y="2208514"/>
                <a:ext cx="40338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315" h="439" extrusionOk="0">
                    <a:moveTo>
                      <a:pt x="220" y="0"/>
                    </a:moveTo>
                    <a:cubicBezTo>
                      <a:pt x="138" y="124"/>
                      <a:pt x="69" y="258"/>
                      <a:pt x="1" y="396"/>
                    </a:cubicBezTo>
                    <a:lnTo>
                      <a:pt x="108" y="438"/>
                    </a:lnTo>
                    <a:cubicBezTo>
                      <a:pt x="164" y="301"/>
                      <a:pt x="233" y="177"/>
                      <a:pt x="314" y="56"/>
                    </a:cubicBezTo>
                    <a:lnTo>
                      <a:pt x="22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" name="Google Shape;950;p17"/>
              <p:cNvSpPr/>
              <p:nvPr/>
            </p:nvSpPr>
            <p:spPr>
              <a:xfrm>
                <a:off x="1718105" y="2426596"/>
                <a:ext cx="13958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52" extrusionOk="0">
                    <a:moveTo>
                      <a:pt x="1" y="0"/>
                    </a:moveTo>
                    <a:lnTo>
                      <a:pt x="1" y="451"/>
                    </a:lnTo>
                    <a:lnTo>
                      <a:pt x="109" y="451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" name="Google Shape;951;p17"/>
              <p:cNvSpPr/>
              <p:nvPr/>
            </p:nvSpPr>
            <p:spPr>
              <a:xfrm>
                <a:off x="1806849" y="2126429"/>
                <a:ext cx="52504" cy="47381"/>
              </a:xfrm>
              <a:custGeom>
                <a:avLst/>
                <a:gdLst/>
                <a:ahLst/>
                <a:cxnLst/>
                <a:rect l="l" t="t" r="r" b="b"/>
                <a:pathLst>
                  <a:path w="410" h="370" extrusionOk="0">
                    <a:moveTo>
                      <a:pt x="341" y="1"/>
                    </a:moveTo>
                    <a:cubicBezTo>
                      <a:pt x="220" y="82"/>
                      <a:pt x="109" y="180"/>
                      <a:pt x="1" y="288"/>
                    </a:cubicBezTo>
                    <a:lnTo>
                      <a:pt x="83" y="370"/>
                    </a:lnTo>
                    <a:cubicBezTo>
                      <a:pt x="177" y="275"/>
                      <a:pt x="289" y="180"/>
                      <a:pt x="409" y="99"/>
                    </a:cubicBezTo>
                    <a:lnTo>
                      <a:pt x="34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" name="Google Shape;952;p17"/>
              <p:cNvSpPr/>
              <p:nvPr/>
            </p:nvSpPr>
            <p:spPr>
              <a:xfrm>
                <a:off x="1718105" y="2313137"/>
                <a:ext cx="21129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165" h="452" extrusionOk="0">
                    <a:moveTo>
                      <a:pt x="53" y="0"/>
                    </a:moveTo>
                    <a:cubicBezTo>
                      <a:pt x="27" y="151"/>
                      <a:pt x="14" y="301"/>
                      <a:pt x="1" y="451"/>
                    </a:cubicBezTo>
                    <a:lnTo>
                      <a:pt x="109" y="451"/>
                    </a:lnTo>
                    <a:cubicBezTo>
                      <a:pt x="122" y="314"/>
                      <a:pt x="135" y="164"/>
                      <a:pt x="164" y="30"/>
                    </a:cubicBezTo>
                    <a:lnTo>
                      <a:pt x="53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" name="Google Shape;953;p17"/>
              <p:cNvSpPr/>
              <p:nvPr/>
            </p:nvSpPr>
            <p:spPr>
              <a:xfrm>
                <a:off x="1718105" y="2653385"/>
                <a:ext cx="13958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1" y="1"/>
                    </a:moveTo>
                    <a:lnTo>
                      <a:pt x="1" y="436"/>
                    </a:lnTo>
                    <a:lnTo>
                      <a:pt x="109" y="436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" name="Google Shape;954;p17"/>
              <p:cNvSpPr/>
              <p:nvPr/>
            </p:nvSpPr>
            <p:spPr>
              <a:xfrm>
                <a:off x="1718105" y="3553374"/>
                <a:ext cx="13958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" name="Google Shape;955;p17"/>
              <p:cNvSpPr/>
              <p:nvPr/>
            </p:nvSpPr>
            <p:spPr>
              <a:xfrm>
                <a:off x="1718105" y="3666833"/>
                <a:ext cx="13958" cy="55705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5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" name="Google Shape;956;p17"/>
              <p:cNvSpPr/>
              <p:nvPr/>
            </p:nvSpPr>
            <p:spPr>
              <a:xfrm>
                <a:off x="1718105" y="2989921"/>
                <a:ext cx="13958" cy="57498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49" extrusionOk="0">
                    <a:moveTo>
                      <a:pt x="1" y="1"/>
                    </a:moveTo>
                    <a:lnTo>
                      <a:pt x="1" y="449"/>
                    </a:lnTo>
                    <a:lnTo>
                      <a:pt x="109" y="449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" name="Google Shape;957;p17"/>
              <p:cNvSpPr/>
              <p:nvPr/>
            </p:nvSpPr>
            <p:spPr>
              <a:xfrm>
                <a:off x="1718105" y="3778114"/>
                <a:ext cx="13958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52" extrusionOk="0">
                    <a:moveTo>
                      <a:pt x="1" y="1"/>
                    </a:moveTo>
                    <a:lnTo>
                      <a:pt x="1" y="452"/>
                    </a:lnTo>
                    <a:lnTo>
                      <a:pt x="109" y="452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" name="Google Shape;958;p17"/>
              <p:cNvSpPr/>
              <p:nvPr/>
            </p:nvSpPr>
            <p:spPr>
              <a:xfrm>
                <a:off x="1718105" y="3103380"/>
                <a:ext cx="13958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1" y="1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" name="Google Shape;959;p17"/>
              <p:cNvSpPr/>
              <p:nvPr/>
            </p:nvSpPr>
            <p:spPr>
              <a:xfrm>
                <a:off x="1718105" y="3214790"/>
                <a:ext cx="13958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52" extrusionOk="0">
                    <a:moveTo>
                      <a:pt x="1" y="0"/>
                    </a:moveTo>
                    <a:lnTo>
                      <a:pt x="1" y="451"/>
                    </a:lnTo>
                    <a:lnTo>
                      <a:pt x="109" y="451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" name="Google Shape;960;p17"/>
              <p:cNvSpPr/>
              <p:nvPr/>
            </p:nvSpPr>
            <p:spPr>
              <a:xfrm>
                <a:off x="1718105" y="3441579"/>
                <a:ext cx="13958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1" y="1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" name="Google Shape;961;p17"/>
              <p:cNvSpPr/>
              <p:nvPr/>
            </p:nvSpPr>
            <p:spPr>
              <a:xfrm>
                <a:off x="1718105" y="3328120"/>
                <a:ext cx="13958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9" extrusionOk="0">
                    <a:moveTo>
                      <a:pt x="1" y="1"/>
                    </a:moveTo>
                    <a:lnTo>
                      <a:pt x="1" y="439"/>
                    </a:lnTo>
                    <a:lnTo>
                      <a:pt x="109" y="439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" name="Google Shape;962;p17"/>
              <p:cNvSpPr/>
              <p:nvPr/>
            </p:nvSpPr>
            <p:spPr>
              <a:xfrm>
                <a:off x="2316262" y="2459634"/>
                <a:ext cx="13958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52" extrusionOk="0">
                    <a:moveTo>
                      <a:pt x="1" y="0"/>
                    </a:moveTo>
                    <a:lnTo>
                      <a:pt x="1" y="452"/>
                    </a:lnTo>
                    <a:lnTo>
                      <a:pt x="109" y="452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" name="Google Shape;963;p17"/>
              <p:cNvSpPr/>
              <p:nvPr/>
            </p:nvSpPr>
            <p:spPr>
              <a:xfrm>
                <a:off x="2316262" y="2573093"/>
                <a:ext cx="13958" cy="55705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5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" name="Google Shape;964;p17"/>
              <p:cNvSpPr/>
              <p:nvPr/>
            </p:nvSpPr>
            <p:spPr>
              <a:xfrm>
                <a:off x="2316262" y="2686552"/>
                <a:ext cx="13958" cy="55705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5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" name="Google Shape;965;p17"/>
              <p:cNvSpPr/>
              <p:nvPr/>
            </p:nvSpPr>
            <p:spPr>
              <a:xfrm>
                <a:off x="2316262" y="2798218"/>
                <a:ext cx="13958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1" y="1"/>
                    </a:moveTo>
                    <a:lnTo>
                      <a:pt x="1" y="436"/>
                    </a:lnTo>
                    <a:lnTo>
                      <a:pt x="109" y="436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" name="Google Shape;966;p17"/>
              <p:cNvSpPr/>
              <p:nvPr/>
            </p:nvSpPr>
            <p:spPr>
              <a:xfrm>
                <a:off x="2012894" y="2072389"/>
                <a:ext cx="57370" cy="17800"/>
              </a:xfrm>
              <a:custGeom>
                <a:avLst/>
                <a:gdLst/>
                <a:ahLst/>
                <a:cxnLst/>
                <a:rect l="l" t="t" r="r" b="b"/>
                <a:pathLst>
                  <a:path w="448" h="139" extrusionOk="0">
                    <a:moveTo>
                      <a:pt x="0" y="1"/>
                    </a:moveTo>
                    <a:lnTo>
                      <a:pt x="0" y="112"/>
                    </a:lnTo>
                    <a:lnTo>
                      <a:pt x="95" y="112"/>
                    </a:lnTo>
                    <a:cubicBezTo>
                      <a:pt x="203" y="112"/>
                      <a:pt x="327" y="125"/>
                      <a:pt x="435" y="138"/>
                    </a:cubicBezTo>
                    <a:lnTo>
                      <a:pt x="448" y="30"/>
                    </a:lnTo>
                    <a:cubicBezTo>
                      <a:pt x="327" y="14"/>
                      <a:pt x="216" y="1"/>
                      <a:pt x="95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" name="Google Shape;967;p17"/>
              <p:cNvSpPr/>
              <p:nvPr/>
            </p:nvSpPr>
            <p:spPr>
              <a:xfrm>
                <a:off x="2314597" y="2346176"/>
                <a:ext cx="15623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122" h="452" extrusionOk="0">
                    <a:moveTo>
                      <a:pt x="109" y="1"/>
                    </a:moveTo>
                    <a:lnTo>
                      <a:pt x="1" y="17"/>
                    </a:lnTo>
                    <a:cubicBezTo>
                      <a:pt x="14" y="99"/>
                      <a:pt x="14" y="180"/>
                      <a:pt x="14" y="262"/>
                    </a:cubicBezTo>
                    <a:lnTo>
                      <a:pt x="14" y="452"/>
                    </a:lnTo>
                    <a:lnTo>
                      <a:pt x="122" y="452"/>
                    </a:lnTo>
                    <a:lnTo>
                      <a:pt x="122" y="262"/>
                    </a:lnTo>
                    <a:cubicBezTo>
                      <a:pt x="122" y="180"/>
                      <a:pt x="122" y="99"/>
                      <a:pt x="10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" name="Google Shape;968;p17"/>
              <p:cNvSpPr/>
              <p:nvPr/>
            </p:nvSpPr>
            <p:spPr>
              <a:xfrm>
                <a:off x="2283223" y="2238223"/>
                <a:ext cx="34832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272" h="436" extrusionOk="0">
                    <a:moveTo>
                      <a:pt x="108" y="0"/>
                    </a:moveTo>
                    <a:lnTo>
                      <a:pt x="1" y="43"/>
                    </a:lnTo>
                    <a:cubicBezTo>
                      <a:pt x="66" y="177"/>
                      <a:pt x="122" y="301"/>
                      <a:pt x="164" y="435"/>
                    </a:cubicBezTo>
                    <a:lnTo>
                      <a:pt x="272" y="409"/>
                    </a:lnTo>
                    <a:cubicBezTo>
                      <a:pt x="229" y="272"/>
                      <a:pt x="177" y="125"/>
                      <a:pt x="10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" name="Google Shape;969;p17"/>
              <p:cNvSpPr/>
              <p:nvPr/>
            </p:nvSpPr>
            <p:spPr>
              <a:xfrm>
                <a:off x="2216633" y="2147430"/>
                <a:ext cx="49174" cy="50711"/>
              </a:xfrm>
              <a:custGeom>
                <a:avLst/>
                <a:gdLst/>
                <a:ahLst/>
                <a:cxnLst/>
                <a:rect l="l" t="t" r="r" b="b"/>
                <a:pathLst>
                  <a:path w="384" h="396" extrusionOk="0">
                    <a:moveTo>
                      <a:pt x="70" y="0"/>
                    </a:moveTo>
                    <a:lnTo>
                      <a:pt x="1" y="82"/>
                    </a:lnTo>
                    <a:cubicBezTo>
                      <a:pt x="96" y="180"/>
                      <a:pt x="207" y="288"/>
                      <a:pt x="289" y="396"/>
                    </a:cubicBezTo>
                    <a:lnTo>
                      <a:pt x="383" y="327"/>
                    </a:lnTo>
                    <a:cubicBezTo>
                      <a:pt x="289" y="206"/>
                      <a:pt x="177" y="98"/>
                      <a:pt x="7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" name="Google Shape;970;p17"/>
              <p:cNvSpPr/>
              <p:nvPr/>
            </p:nvSpPr>
            <p:spPr>
              <a:xfrm>
                <a:off x="2120846" y="2090061"/>
                <a:ext cx="57882" cy="36496"/>
              </a:xfrm>
              <a:custGeom>
                <a:avLst/>
                <a:gdLst/>
                <a:ahLst/>
                <a:cxnLst/>
                <a:rect l="l" t="t" r="r" b="b"/>
                <a:pathLst>
                  <a:path w="452" h="285" extrusionOk="0">
                    <a:moveTo>
                      <a:pt x="43" y="0"/>
                    </a:moveTo>
                    <a:lnTo>
                      <a:pt x="0" y="108"/>
                    </a:lnTo>
                    <a:cubicBezTo>
                      <a:pt x="138" y="151"/>
                      <a:pt x="272" y="219"/>
                      <a:pt x="396" y="285"/>
                    </a:cubicBezTo>
                    <a:lnTo>
                      <a:pt x="451" y="190"/>
                    </a:lnTo>
                    <a:cubicBezTo>
                      <a:pt x="314" y="108"/>
                      <a:pt x="177" y="56"/>
                      <a:pt x="4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" name="Google Shape;971;p17"/>
              <p:cNvSpPr/>
              <p:nvPr/>
            </p:nvSpPr>
            <p:spPr>
              <a:xfrm>
                <a:off x="2316262" y="2911293"/>
                <a:ext cx="13958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9" extrusionOk="0">
                    <a:moveTo>
                      <a:pt x="1" y="0"/>
                    </a:moveTo>
                    <a:lnTo>
                      <a:pt x="1" y="438"/>
                    </a:lnTo>
                    <a:lnTo>
                      <a:pt x="109" y="438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" name="Google Shape;972;p17"/>
              <p:cNvSpPr/>
              <p:nvPr/>
            </p:nvSpPr>
            <p:spPr>
              <a:xfrm>
                <a:off x="1718105" y="4003368"/>
                <a:ext cx="15623" cy="5570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435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22" y="435"/>
                    </a:lnTo>
                    <a:lnTo>
                      <a:pt x="12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" name="Google Shape;973;p17"/>
              <p:cNvSpPr/>
              <p:nvPr/>
            </p:nvSpPr>
            <p:spPr>
              <a:xfrm>
                <a:off x="1718105" y="4114650"/>
                <a:ext cx="15623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122" h="452" extrusionOk="0">
                    <a:moveTo>
                      <a:pt x="1" y="1"/>
                    </a:moveTo>
                    <a:lnTo>
                      <a:pt x="1" y="452"/>
                    </a:lnTo>
                    <a:lnTo>
                      <a:pt x="122" y="452"/>
                    </a:lnTo>
                    <a:lnTo>
                      <a:pt x="12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" name="Google Shape;974;p17"/>
              <p:cNvSpPr/>
              <p:nvPr/>
            </p:nvSpPr>
            <p:spPr>
              <a:xfrm>
                <a:off x="1718105" y="3889909"/>
                <a:ext cx="15623" cy="57498"/>
              </a:xfrm>
              <a:custGeom>
                <a:avLst/>
                <a:gdLst/>
                <a:ahLst/>
                <a:cxnLst/>
                <a:rect l="l" t="t" r="r" b="b"/>
                <a:pathLst>
                  <a:path w="122" h="449" extrusionOk="0">
                    <a:moveTo>
                      <a:pt x="1" y="0"/>
                    </a:moveTo>
                    <a:lnTo>
                      <a:pt x="1" y="14"/>
                    </a:lnTo>
                    <a:lnTo>
                      <a:pt x="1" y="177"/>
                    </a:lnTo>
                    <a:lnTo>
                      <a:pt x="1" y="448"/>
                    </a:lnTo>
                    <a:lnTo>
                      <a:pt x="122" y="448"/>
                    </a:lnTo>
                    <a:lnTo>
                      <a:pt x="12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" name="Google Shape;975;p17"/>
              <p:cNvSpPr/>
              <p:nvPr/>
            </p:nvSpPr>
            <p:spPr>
              <a:xfrm>
                <a:off x="1718105" y="4228109"/>
                <a:ext cx="15623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22" h="439" extrusionOk="0">
                    <a:moveTo>
                      <a:pt x="1" y="0"/>
                    </a:moveTo>
                    <a:lnTo>
                      <a:pt x="1" y="438"/>
                    </a:lnTo>
                    <a:lnTo>
                      <a:pt x="122" y="438"/>
                    </a:lnTo>
                    <a:lnTo>
                      <a:pt x="12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" name="Google Shape;976;p17"/>
              <p:cNvSpPr/>
              <p:nvPr/>
            </p:nvSpPr>
            <p:spPr>
              <a:xfrm>
                <a:off x="1718105" y="4341568"/>
                <a:ext cx="15623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22" h="436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22" y="435"/>
                    </a:lnTo>
                    <a:lnTo>
                      <a:pt x="12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" name="Google Shape;977;p17"/>
              <p:cNvSpPr/>
              <p:nvPr/>
            </p:nvSpPr>
            <p:spPr>
              <a:xfrm>
                <a:off x="1718105" y="4453362"/>
                <a:ext cx="15623" cy="5570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435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22" y="435"/>
                    </a:lnTo>
                    <a:lnTo>
                      <a:pt x="12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" name="Google Shape;978;p17"/>
              <p:cNvSpPr/>
              <p:nvPr/>
            </p:nvSpPr>
            <p:spPr>
              <a:xfrm>
                <a:off x="1718105" y="4678103"/>
                <a:ext cx="15623" cy="59547"/>
              </a:xfrm>
              <a:custGeom>
                <a:avLst/>
                <a:gdLst/>
                <a:ahLst/>
                <a:cxnLst/>
                <a:rect l="l" t="t" r="r" b="b"/>
                <a:pathLst>
                  <a:path w="122" h="465" extrusionOk="0">
                    <a:moveTo>
                      <a:pt x="1" y="0"/>
                    </a:moveTo>
                    <a:lnTo>
                      <a:pt x="1" y="30"/>
                    </a:lnTo>
                    <a:lnTo>
                      <a:pt x="1" y="451"/>
                    </a:lnTo>
                    <a:lnTo>
                      <a:pt x="1" y="464"/>
                    </a:lnTo>
                    <a:lnTo>
                      <a:pt x="122" y="464"/>
                    </a:lnTo>
                    <a:lnTo>
                      <a:pt x="122" y="451"/>
                    </a:lnTo>
                    <a:lnTo>
                      <a:pt x="122" y="30"/>
                    </a:lnTo>
                    <a:lnTo>
                      <a:pt x="12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" name="Google Shape;979;p17"/>
              <p:cNvSpPr/>
              <p:nvPr/>
            </p:nvSpPr>
            <p:spPr>
              <a:xfrm>
                <a:off x="1718105" y="4566693"/>
                <a:ext cx="15623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22" h="436" extrusionOk="0">
                    <a:moveTo>
                      <a:pt x="1" y="1"/>
                    </a:moveTo>
                    <a:lnTo>
                      <a:pt x="1" y="436"/>
                    </a:lnTo>
                    <a:lnTo>
                      <a:pt x="122" y="436"/>
                    </a:lnTo>
                    <a:lnTo>
                      <a:pt x="12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80" name="Google Shape;980;p17"/>
          <p:cNvGrpSpPr/>
          <p:nvPr/>
        </p:nvGrpSpPr>
        <p:grpSpPr>
          <a:xfrm flipH="1">
            <a:off x="-3522231" y="-1618067"/>
            <a:ext cx="4242221" cy="6761580"/>
            <a:chOff x="1336575" y="1389950"/>
            <a:chExt cx="1583450" cy="2523825"/>
          </a:xfrm>
        </p:grpSpPr>
        <p:sp>
          <p:nvSpPr>
            <p:cNvPr id="981" name="Google Shape;981;p17"/>
            <p:cNvSpPr/>
            <p:nvPr/>
          </p:nvSpPr>
          <p:spPr>
            <a:xfrm>
              <a:off x="1336575" y="1389950"/>
              <a:ext cx="1583450" cy="2523825"/>
            </a:xfrm>
            <a:custGeom>
              <a:avLst/>
              <a:gdLst/>
              <a:ahLst/>
              <a:cxnLst/>
              <a:rect l="l" t="t" r="r" b="b"/>
              <a:pathLst>
                <a:path w="63338" h="100953" extrusionOk="0">
                  <a:moveTo>
                    <a:pt x="1" y="1"/>
                  </a:moveTo>
                  <a:lnTo>
                    <a:pt x="1" y="45116"/>
                  </a:lnTo>
                  <a:cubicBezTo>
                    <a:pt x="1" y="48401"/>
                    <a:pt x="1340" y="50320"/>
                    <a:pt x="2470" y="51366"/>
                  </a:cubicBezTo>
                  <a:cubicBezTo>
                    <a:pt x="4773" y="53543"/>
                    <a:pt x="7793" y="53571"/>
                    <a:pt x="8519" y="53571"/>
                  </a:cubicBezTo>
                  <a:lnTo>
                    <a:pt x="54938" y="53571"/>
                  </a:lnTo>
                  <a:lnTo>
                    <a:pt x="55057" y="53543"/>
                  </a:lnTo>
                  <a:cubicBezTo>
                    <a:pt x="55378" y="53543"/>
                    <a:pt x="56222" y="53633"/>
                    <a:pt x="56682" y="54094"/>
                  </a:cubicBezTo>
                  <a:cubicBezTo>
                    <a:pt x="57003" y="54415"/>
                    <a:pt x="57177" y="55001"/>
                    <a:pt x="57177" y="55838"/>
                  </a:cubicBezTo>
                  <a:lnTo>
                    <a:pt x="57177" y="100953"/>
                  </a:lnTo>
                  <a:lnTo>
                    <a:pt x="63337" y="100953"/>
                  </a:lnTo>
                  <a:lnTo>
                    <a:pt x="63337" y="55838"/>
                  </a:lnTo>
                  <a:cubicBezTo>
                    <a:pt x="63337" y="52587"/>
                    <a:pt x="62005" y="50641"/>
                    <a:pt x="60868" y="49594"/>
                  </a:cubicBezTo>
                  <a:cubicBezTo>
                    <a:pt x="58783" y="47611"/>
                    <a:pt x="56100" y="47406"/>
                    <a:pt x="55082" y="47406"/>
                  </a:cubicBezTo>
                  <a:cubicBezTo>
                    <a:pt x="54979" y="47406"/>
                    <a:pt x="54893" y="47408"/>
                    <a:pt x="54826" y="47411"/>
                  </a:cubicBezTo>
                  <a:lnTo>
                    <a:pt x="8463" y="47411"/>
                  </a:lnTo>
                  <a:lnTo>
                    <a:pt x="8400" y="47383"/>
                  </a:lnTo>
                  <a:lnTo>
                    <a:pt x="8289" y="47411"/>
                  </a:lnTo>
                  <a:cubicBezTo>
                    <a:pt x="7968" y="47411"/>
                    <a:pt x="7124" y="47327"/>
                    <a:pt x="6656" y="46888"/>
                  </a:cubicBezTo>
                  <a:cubicBezTo>
                    <a:pt x="6342" y="46539"/>
                    <a:pt x="6168" y="45960"/>
                    <a:pt x="6168" y="45116"/>
                  </a:cubicBezTo>
                  <a:lnTo>
                    <a:pt x="616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dist="57150" dir="6300000" algn="bl" rotWithShape="0">
                <a:schemeClr val="dk1">
                  <a:alpha val="3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17"/>
            <p:cNvSpPr/>
            <p:nvPr/>
          </p:nvSpPr>
          <p:spPr>
            <a:xfrm>
              <a:off x="2510150" y="2649325"/>
              <a:ext cx="11700" cy="5775"/>
            </a:xfrm>
            <a:custGeom>
              <a:avLst/>
              <a:gdLst/>
              <a:ahLst/>
              <a:cxnLst/>
              <a:rect l="l" t="t" r="r" b="b"/>
              <a:pathLst>
                <a:path w="468" h="231" extrusionOk="0">
                  <a:moveTo>
                    <a:pt x="0" y="1"/>
                  </a:moveTo>
                  <a:lnTo>
                    <a:pt x="0" y="231"/>
                  </a:lnTo>
                  <a:lnTo>
                    <a:pt x="468" y="231"/>
                  </a:lnTo>
                  <a:lnTo>
                    <a:pt x="46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17"/>
            <p:cNvSpPr/>
            <p:nvPr/>
          </p:nvSpPr>
          <p:spPr>
            <a:xfrm>
              <a:off x="1406350" y="1423450"/>
              <a:ext cx="1080625" cy="1231650"/>
            </a:xfrm>
            <a:custGeom>
              <a:avLst/>
              <a:gdLst/>
              <a:ahLst/>
              <a:cxnLst/>
              <a:rect l="l" t="t" r="r" b="b"/>
              <a:pathLst>
                <a:path w="43225" h="49266" extrusionOk="0">
                  <a:moveTo>
                    <a:pt x="0" y="0"/>
                  </a:moveTo>
                  <a:lnTo>
                    <a:pt x="0" y="928"/>
                  </a:lnTo>
                  <a:lnTo>
                    <a:pt x="238" y="928"/>
                  </a:lnTo>
                  <a:lnTo>
                    <a:pt x="238" y="0"/>
                  </a:lnTo>
                  <a:close/>
                  <a:moveTo>
                    <a:pt x="0" y="1863"/>
                  </a:moveTo>
                  <a:lnTo>
                    <a:pt x="0" y="2791"/>
                  </a:lnTo>
                  <a:lnTo>
                    <a:pt x="238" y="2791"/>
                  </a:lnTo>
                  <a:lnTo>
                    <a:pt x="238" y="1863"/>
                  </a:lnTo>
                  <a:close/>
                  <a:moveTo>
                    <a:pt x="0" y="3719"/>
                  </a:moveTo>
                  <a:lnTo>
                    <a:pt x="0" y="4653"/>
                  </a:lnTo>
                  <a:lnTo>
                    <a:pt x="238" y="4653"/>
                  </a:lnTo>
                  <a:lnTo>
                    <a:pt x="238" y="3719"/>
                  </a:lnTo>
                  <a:close/>
                  <a:moveTo>
                    <a:pt x="0" y="5581"/>
                  </a:moveTo>
                  <a:lnTo>
                    <a:pt x="0" y="6509"/>
                  </a:lnTo>
                  <a:lnTo>
                    <a:pt x="238" y="6509"/>
                  </a:lnTo>
                  <a:lnTo>
                    <a:pt x="238" y="5581"/>
                  </a:lnTo>
                  <a:close/>
                  <a:moveTo>
                    <a:pt x="0" y="7444"/>
                  </a:moveTo>
                  <a:lnTo>
                    <a:pt x="0" y="8372"/>
                  </a:lnTo>
                  <a:lnTo>
                    <a:pt x="238" y="8372"/>
                  </a:lnTo>
                  <a:lnTo>
                    <a:pt x="238" y="7444"/>
                  </a:lnTo>
                  <a:close/>
                  <a:moveTo>
                    <a:pt x="0" y="9300"/>
                  </a:moveTo>
                  <a:lnTo>
                    <a:pt x="0" y="10234"/>
                  </a:lnTo>
                  <a:lnTo>
                    <a:pt x="238" y="10234"/>
                  </a:lnTo>
                  <a:lnTo>
                    <a:pt x="238" y="9300"/>
                  </a:lnTo>
                  <a:close/>
                  <a:moveTo>
                    <a:pt x="0" y="11162"/>
                  </a:moveTo>
                  <a:lnTo>
                    <a:pt x="0" y="12090"/>
                  </a:lnTo>
                  <a:lnTo>
                    <a:pt x="238" y="12090"/>
                  </a:lnTo>
                  <a:lnTo>
                    <a:pt x="238" y="11162"/>
                  </a:lnTo>
                  <a:close/>
                  <a:moveTo>
                    <a:pt x="0" y="13025"/>
                  </a:moveTo>
                  <a:lnTo>
                    <a:pt x="0" y="13953"/>
                  </a:lnTo>
                  <a:lnTo>
                    <a:pt x="238" y="13953"/>
                  </a:lnTo>
                  <a:lnTo>
                    <a:pt x="238" y="13025"/>
                  </a:lnTo>
                  <a:close/>
                  <a:moveTo>
                    <a:pt x="0" y="14880"/>
                  </a:moveTo>
                  <a:lnTo>
                    <a:pt x="0" y="15815"/>
                  </a:lnTo>
                  <a:lnTo>
                    <a:pt x="238" y="15815"/>
                  </a:lnTo>
                  <a:lnTo>
                    <a:pt x="238" y="14880"/>
                  </a:lnTo>
                  <a:close/>
                  <a:moveTo>
                    <a:pt x="0" y="16743"/>
                  </a:moveTo>
                  <a:lnTo>
                    <a:pt x="0" y="17671"/>
                  </a:lnTo>
                  <a:lnTo>
                    <a:pt x="238" y="17671"/>
                  </a:lnTo>
                  <a:lnTo>
                    <a:pt x="238" y="16743"/>
                  </a:lnTo>
                  <a:close/>
                  <a:moveTo>
                    <a:pt x="0" y="18606"/>
                  </a:moveTo>
                  <a:lnTo>
                    <a:pt x="0" y="19534"/>
                  </a:lnTo>
                  <a:lnTo>
                    <a:pt x="238" y="19534"/>
                  </a:lnTo>
                  <a:lnTo>
                    <a:pt x="238" y="18606"/>
                  </a:lnTo>
                  <a:close/>
                  <a:moveTo>
                    <a:pt x="0" y="20461"/>
                  </a:moveTo>
                  <a:lnTo>
                    <a:pt x="0" y="21396"/>
                  </a:lnTo>
                  <a:lnTo>
                    <a:pt x="238" y="21396"/>
                  </a:lnTo>
                  <a:lnTo>
                    <a:pt x="238" y="20461"/>
                  </a:lnTo>
                  <a:close/>
                  <a:moveTo>
                    <a:pt x="0" y="22324"/>
                  </a:moveTo>
                  <a:lnTo>
                    <a:pt x="0" y="23252"/>
                  </a:lnTo>
                  <a:lnTo>
                    <a:pt x="238" y="23252"/>
                  </a:lnTo>
                  <a:lnTo>
                    <a:pt x="238" y="22324"/>
                  </a:lnTo>
                  <a:close/>
                  <a:moveTo>
                    <a:pt x="0" y="24187"/>
                  </a:moveTo>
                  <a:lnTo>
                    <a:pt x="0" y="25114"/>
                  </a:lnTo>
                  <a:lnTo>
                    <a:pt x="238" y="25114"/>
                  </a:lnTo>
                  <a:lnTo>
                    <a:pt x="238" y="24187"/>
                  </a:lnTo>
                  <a:close/>
                  <a:moveTo>
                    <a:pt x="0" y="26014"/>
                  </a:moveTo>
                  <a:lnTo>
                    <a:pt x="0" y="26942"/>
                  </a:lnTo>
                  <a:lnTo>
                    <a:pt x="238" y="26942"/>
                  </a:lnTo>
                  <a:lnTo>
                    <a:pt x="238" y="26014"/>
                  </a:lnTo>
                  <a:close/>
                  <a:moveTo>
                    <a:pt x="0" y="27877"/>
                  </a:moveTo>
                  <a:lnTo>
                    <a:pt x="0" y="28805"/>
                  </a:lnTo>
                  <a:lnTo>
                    <a:pt x="238" y="28805"/>
                  </a:lnTo>
                  <a:lnTo>
                    <a:pt x="238" y="27877"/>
                  </a:lnTo>
                  <a:close/>
                  <a:moveTo>
                    <a:pt x="0" y="29733"/>
                  </a:moveTo>
                  <a:lnTo>
                    <a:pt x="0" y="30667"/>
                  </a:lnTo>
                  <a:lnTo>
                    <a:pt x="238" y="30667"/>
                  </a:lnTo>
                  <a:lnTo>
                    <a:pt x="238" y="29733"/>
                  </a:lnTo>
                  <a:close/>
                  <a:moveTo>
                    <a:pt x="0" y="31595"/>
                  </a:moveTo>
                  <a:lnTo>
                    <a:pt x="0" y="32523"/>
                  </a:lnTo>
                  <a:lnTo>
                    <a:pt x="238" y="32523"/>
                  </a:lnTo>
                  <a:lnTo>
                    <a:pt x="238" y="31595"/>
                  </a:lnTo>
                  <a:close/>
                  <a:moveTo>
                    <a:pt x="0" y="33458"/>
                  </a:moveTo>
                  <a:lnTo>
                    <a:pt x="0" y="34386"/>
                  </a:lnTo>
                  <a:lnTo>
                    <a:pt x="238" y="34386"/>
                  </a:lnTo>
                  <a:lnTo>
                    <a:pt x="238" y="33458"/>
                  </a:lnTo>
                  <a:close/>
                  <a:moveTo>
                    <a:pt x="0" y="35314"/>
                  </a:moveTo>
                  <a:lnTo>
                    <a:pt x="0" y="36248"/>
                  </a:lnTo>
                  <a:lnTo>
                    <a:pt x="238" y="36248"/>
                  </a:lnTo>
                  <a:lnTo>
                    <a:pt x="238" y="35314"/>
                  </a:lnTo>
                  <a:close/>
                  <a:moveTo>
                    <a:pt x="0" y="37176"/>
                  </a:moveTo>
                  <a:lnTo>
                    <a:pt x="0" y="38104"/>
                  </a:lnTo>
                  <a:lnTo>
                    <a:pt x="238" y="38104"/>
                  </a:lnTo>
                  <a:lnTo>
                    <a:pt x="238" y="37176"/>
                  </a:lnTo>
                  <a:close/>
                  <a:moveTo>
                    <a:pt x="0" y="39039"/>
                  </a:moveTo>
                  <a:lnTo>
                    <a:pt x="0" y="39967"/>
                  </a:lnTo>
                  <a:lnTo>
                    <a:pt x="238" y="39967"/>
                  </a:lnTo>
                  <a:lnTo>
                    <a:pt x="238" y="39039"/>
                  </a:lnTo>
                  <a:close/>
                  <a:moveTo>
                    <a:pt x="0" y="40894"/>
                  </a:moveTo>
                  <a:lnTo>
                    <a:pt x="0" y="41829"/>
                  </a:lnTo>
                  <a:lnTo>
                    <a:pt x="238" y="41829"/>
                  </a:lnTo>
                  <a:lnTo>
                    <a:pt x="238" y="40894"/>
                  </a:lnTo>
                  <a:close/>
                  <a:moveTo>
                    <a:pt x="0" y="42757"/>
                  </a:moveTo>
                  <a:lnTo>
                    <a:pt x="0" y="43720"/>
                  </a:lnTo>
                  <a:lnTo>
                    <a:pt x="238" y="43720"/>
                  </a:lnTo>
                  <a:lnTo>
                    <a:pt x="238" y="42757"/>
                  </a:lnTo>
                  <a:close/>
                  <a:moveTo>
                    <a:pt x="293" y="44620"/>
                  </a:moveTo>
                  <a:lnTo>
                    <a:pt x="63" y="44648"/>
                  </a:lnTo>
                  <a:cubicBezTo>
                    <a:pt x="91" y="44969"/>
                    <a:pt x="147" y="45289"/>
                    <a:pt x="203" y="45575"/>
                  </a:cubicBezTo>
                  <a:lnTo>
                    <a:pt x="440" y="45520"/>
                  </a:lnTo>
                  <a:cubicBezTo>
                    <a:pt x="377" y="45227"/>
                    <a:pt x="321" y="44941"/>
                    <a:pt x="293" y="44620"/>
                  </a:cubicBezTo>
                  <a:close/>
                  <a:moveTo>
                    <a:pt x="726" y="46364"/>
                  </a:moveTo>
                  <a:lnTo>
                    <a:pt x="524" y="46475"/>
                  </a:lnTo>
                  <a:cubicBezTo>
                    <a:pt x="670" y="46768"/>
                    <a:pt x="817" y="47033"/>
                    <a:pt x="991" y="47292"/>
                  </a:cubicBezTo>
                  <a:lnTo>
                    <a:pt x="1193" y="47145"/>
                  </a:lnTo>
                  <a:cubicBezTo>
                    <a:pt x="1019" y="46915"/>
                    <a:pt x="872" y="46650"/>
                    <a:pt x="726" y="46364"/>
                  </a:cubicBezTo>
                  <a:close/>
                  <a:moveTo>
                    <a:pt x="1807" y="47815"/>
                  </a:moveTo>
                  <a:lnTo>
                    <a:pt x="1661" y="47989"/>
                  </a:lnTo>
                  <a:cubicBezTo>
                    <a:pt x="1891" y="48192"/>
                    <a:pt x="2156" y="48366"/>
                    <a:pt x="2414" y="48540"/>
                  </a:cubicBezTo>
                  <a:lnTo>
                    <a:pt x="2533" y="48338"/>
                  </a:lnTo>
                  <a:cubicBezTo>
                    <a:pt x="2268" y="48192"/>
                    <a:pt x="2037" y="48017"/>
                    <a:pt x="1807" y="47815"/>
                  </a:cubicBezTo>
                  <a:close/>
                  <a:moveTo>
                    <a:pt x="3377" y="48687"/>
                  </a:moveTo>
                  <a:lnTo>
                    <a:pt x="3286" y="48917"/>
                  </a:lnTo>
                  <a:cubicBezTo>
                    <a:pt x="3579" y="49008"/>
                    <a:pt x="3900" y="49091"/>
                    <a:pt x="4214" y="49154"/>
                  </a:cubicBezTo>
                  <a:lnTo>
                    <a:pt x="4249" y="48917"/>
                  </a:lnTo>
                  <a:cubicBezTo>
                    <a:pt x="3956" y="48861"/>
                    <a:pt x="3635" y="48805"/>
                    <a:pt x="3377" y="48687"/>
                  </a:cubicBezTo>
                  <a:close/>
                  <a:moveTo>
                    <a:pt x="5149" y="49036"/>
                  </a:moveTo>
                  <a:lnTo>
                    <a:pt x="5149" y="49266"/>
                  </a:lnTo>
                  <a:lnTo>
                    <a:pt x="6077" y="49266"/>
                  </a:lnTo>
                  <a:lnTo>
                    <a:pt x="6077" y="49036"/>
                  </a:lnTo>
                  <a:close/>
                  <a:moveTo>
                    <a:pt x="7004" y="49036"/>
                  </a:moveTo>
                  <a:lnTo>
                    <a:pt x="7004" y="49266"/>
                  </a:lnTo>
                  <a:lnTo>
                    <a:pt x="7939" y="49266"/>
                  </a:lnTo>
                  <a:lnTo>
                    <a:pt x="7939" y="49036"/>
                  </a:lnTo>
                  <a:close/>
                  <a:moveTo>
                    <a:pt x="8867" y="49036"/>
                  </a:moveTo>
                  <a:lnTo>
                    <a:pt x="8867" y="49266"/>
                  </a:lnTo>
                  <a:lnTo>
                    <a:pt x="9795" y="49266"/>
                  </a:lnTo>
                  <a:lnTo>
                    <a:pt x="9795" y="49036"/>
                  </a:lnTo>
                  <a:close/>
                  <a:moveTo>
                    <a:pt x="10730" y="49036"/>
                  </a:moveTo>
                  <a:lnTo>
                    <a:pt x="10730" y="49266"/>
                  </a:lnTo>
                  <a:lnTo>
                    <a:pt x="11658" y="49266"/>
                  </a:lnTo>
                  <a:lnTo>
                    <a:pt x="11658" y="49036"/>
                  </a:lnTo>
                  <a:close/>
                  <a:moveTo>
                    <a:pt x="12585" y="49036"/>
                  </a:moveTo>
                  <a:lnTo>
                    <a:pt x="12585" y="49266"/>
                  </a:lnTo>
                  <a:lnTo>
                    <a:pt x="13520" y="49266"/>
                  </a:lnTo>
                  <a:lnTo>
                    <a:pt x="13520" y="49036"/>
                  </a:lnTo>
                  <a:close/>
                  <a:moveTo>
                    <a:pt x="14448" y="49036"/>
                  </a:moveTo>
                  <a:lnTo>
                    <a:pt x="14448" y="49266"/>
                  </a:lnTo>
                  <a:lnTo>
                    <a:pt x="15376" y="49266"/>
                  </a:lnTo>
                  <a:lnTo>
                    <a:pt x="15376" y="49036"/>
                  </a:lnTo>
                  <a:close/>
                  <a:moveTo>
                    <a:pt x="16283" y="49036"/>
                  </a:moveTo>
                  <a:lnTo>
                    <a:pt x="16283" y="49266"/>
                  </a:lnTo>
                  <a:lnTo>
                    <a:pt x="17211" y="49266"/>
                  </a:lnTo>
                  <a:lnTo>
                    <a:pt x="17211" y="49036"/>
                  </a:lnTo>
                  <a:close/>
                  <a:moveTo>
                    <a:pt x="18138" y="49036"/>
                  </a:moveTo>
                  <a:lnTo>
                    <a:pt x="18138" y="49266"/>
                  </a:lnTo>
                  <a:lnTo>
                    <a:pt x="19073" y="49266"/>
                  </a:lnTo>
                  <a:lnTo>
                    <a:pt x="19073" y="49036"/>
                  </a:lnTo>
                  <a:close/>
                  <a:moveTo>
                    <a:pt x="20001" y="49036"/>
                  </a:moveTo>
                  <a:lnTo>
                    <a:pt x="20001" y="49266"/>
                  </a:lnTo>
                  <a:lnTo>
                    <a:pt x="20929" y="49266"/>
                  </a:lnTo>
                  <a:lnTo>
                    <a:pt x="20929" y="49036"/>
                  </a:lnTo>
                  <a:close/>
                  <a:moveTo>
                    <a:pt x="21864" y="49036"/>
                  </a:moveTo>
                  <a:lnTo>
                    <a:pt x="21864" y="49266"/>
                  </a:lnTo>
                  <a:lnTo>
                    <a:pt x="22791" y="49266"/>
                  </a:lnTo>
                  <a:lnTo>
                    <a:pt x="22791" y="49036"/>
                  </a:lnTo>
                  <a:close/>
                  <a:moveTo>
                    <a:pt x="23719" y="49036"/>
                  </a:moveTo>
                  <a:lnTo>
                    <a:pt x="23719" y="49266"/>
                  </a:lnTo>
                  <a:lnTo>
                    <a:pt x="24654" y="49266"/>
                  </a:lnTo>
                  <a:lnTo>
                    <a:pt x="24654" y="49036"/>
                  </a:lnTo>
                  <a:close/>
                  <a:moveTo>
                    <a:pt x="25582" y="49036"/>
                  </a:moveTo>
                  <a:lnTo>
                    <a:pt x="25582" y="49266"/>
                  </a:lnTo>
                  <a:lnTo>
                    <a:pt x="26510" y="49266"/>
                  </a:lnTo>
                  <a:lnTo>
                    <a:pt x="26510" y="49036"/>
                  </a:lnTo>
                  <a:close/>
                  <a:moveTo>
                    <a:pt x="27445" y="49036"/>
                  </a:moveTo>
                  <a:lnTo>
                    <a:pt x="27445" y="49266"/>
                  </a:lnTo>
                  <a:lnTo>
                    <a:pt x="28372" y="49266"/>
                  </a:lnTo>
                  <a:lnTo>
                    <a:pt x="28372" y="49036"/>
                  </a:lnTo>
                  <a:close/>
                  <a:moveTo>
                    <a:pt x="29300" y="49036"/>
                  </a:moveTo>
                  <a:lnTo>
                    <a:pt x="29300" y="49266"/>
                  </a:lnTo>
                  <a:lnTo>
                    <a:pt x="30235" y="49266"/>
                  </a:lnTo>
                  <a:lnTo>
                    <a:pt x="30235" y="49036"/>
                  </a:lnTo>
                  <a:close/>
                  <a:moveTo>
                    <a:pt x="31163" y="49036"/>
                  </a:moveTo>
                  <a:lnTo>
                    <a:pt x="31163" y="49266"/>
                  </a:lnTo>
                  <a:lnTo>
                    <a:pt x="32063" y="49266"/>
                  </a:lnTo>
                  <a:lnTo>
                    <a:pt x="32063" y="49036"/>
                  </a:lnTo>
                  <a:close/>
                  <a:moveTo>
                    <a:pt x="32991" y="49036"/>
                  </a:moveTo>
                  <a:lnTo>
                    <a:pt x="32991" y="49266"/>
                  </a:lnTo>
                  <a:lnTo>
                    <a:pt x="33925" y="49266"/>
                  </a:lnTo>
                  <a:lnTo>
                    <a:pt x="33925" y="49036"/>
                  </a:lnTo>
                  <a:close/>
                  <a:moveTo>
                    <a:pt x="34853" y="49036"/>
                  </a:moveTo>
                  <a:lnTo>
                    <a:pt x="34853" y="49266"/>
                  </a:lnTo>
                  <a:lnTo>
                    <a:pt x="35781" y="49266"/>
                  </a:lnTo>
                  <a:lnTo>
                    <a:pt x="35781" y="49036"/>
                  </a:lnTo>
                  <a:close/>
                  <a:moveTo>
                    <a:pt x="36716" y="49036"/>
                  </a:moveTo>
                  <a:lnTo>
                    <a:pt x="36716" y="49266"/>
                  </a:lnTo>
                  <a:lnTo>
                    <a:pt x="37644" y="49266"/>
                  </a:lnTo>
                  <a:lnTo>
                    <a:pt x="37644" y="49036"/>
                  </a:lnTo>
                  <a:close/>
                  <a:moveTo>
                    <a:pt x="38571" y="49036"/>
                  </a:moveTo>
                  <a:lnTo>
                    <a:pt x="38571" y="49266"/>
                  </a:lnTo>
                  <a:lnTo>
                    <a:pt x="39506" y="49266"/>
                  </a:lnTo>
                  <a:lnTo>
                    <a:pt x="39506" y="49036"/>
                  </a:lnTo>
                  <a:close/>
                  <a:moveTo>
                    <a:pt x="40434" y="49036"/>
                  </a:moveTo>
                  <a:lnTo>
                    <a:pt x="40434" y="49266"/>
                  </a:lnTo>
                  <a:lnTo>
                    <a:pt x="41362" y="49266"/>
                  </a:lnTo>
                  <a:lnTo>
                    <a:pt x="41362" y="49036"/>
                  </a:lnTo>
                  <a:close/>
                  <a:moveTo>
                    <a:pt x="42297" y="49036"/>
                  </a:moveTo>
                  <a:lnTo>
                    <a:pt x="42297" y="49266"/>
                  </a:lnTo>
                  <a:lnTo>
                    <a:pt x="43225" y="49266"/>
                  </a:lnTo>
                  <a:lnTo>
                    <a:pt x="43225" y="4903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17"/>
            <p:cNvSpPr/>
            <p:nvPr/>
          </p:nvSpPr>
          <p:spPr>
            <a:xfrm>
              <a:off x="1406350" y="1389950"/>
              <a:ext cx="5950" cy="11725"/>
            </a:xfrm>
            <a:custGeom>
              <a:avLst/>
              <a:gdLst/>
              <a:ahLst/>
              <a:cxnLst/>
              <a:rect l="l" t="t" r="r" b="b"/>
              <a:pathLst>
                <a:path w="238" h="469" extrusionOk="0">
                  <a:moveTo>
                    <a:pt x="0" y="1"/>
                  </a:moveTo>
                  <a:lnTo>
                    <a:pt x="0" y="468"/>
                  </a:lnTo>
                  <a:lnTo>
                    <a:pt x="238" y="468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17"/>
            <p:cNvSpPr/>
            <p:nvPr/>
          </p:nvSpPr>
          <p:spPr>
            <a:xfrm>
              <a:off x="2841525" y="3857075"/>
              <a:ext cx="5950" cy="24100"/>
            </a:xfrm>
            <a:custGeom>
              <a:avLst/>
              <a:gdLst/>
              <a:ahLst/>
              <a:cxnLst/>
              <a:rect l="l" t="t" r="r" b="b"/>
              <a:pathLst>
                <a:path w="238" h="964" extrusionOk="0">
                  <a:moveTo>
                    <a:pt x="0" y="0"/>
                  </a:moveTo>
                  <a:lnTo>
                    <a:pt x="0" y="963"/>
                  </a:lnTo>
                  <a:lnTo>
                    <a:pt x="237" y="963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17"/>
            <p:cNvSpPr/>
            <p:nvPr/>
          </p:nvSpPr>
          <p:spPr>
            <a:xfrm>
              <a:off x="2841525" y="3810500"/>
              <a:ext cx="5950" cy="23400"/>
            </a:xfrm>
            <a:custGeom>
              <a:avLst/>
              <a:gdLst/>
              <a:ahLst/>
              <a:cxnLst/>
              <a:rect l="l" t="t" r="r" b="b"/>
              <a:pathLst>
                <a:path w="238" h="936" extrusionOk="0">
                  <a:moveTo>
                    <a:pt x="0" y="1"/>
                  </a:moveTo>
                  <a:lnTo>
                    <a:pt x="0" y="936"/>
                  </a:lnTo>
                  <a:lnTo>
                    <a:pt x="237" y="936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17"/>
            <p:cNvSpPr/>
            <p:nvPr/>
          </p:nvSpPr>
          <p:spPr>
            <a:xfrm>
              <a:off x="2836450" y="2740900"/>
              <a:ext cx="10325" cy="24075"/>
            </a:xfrm>
            <a:custGeom>
              <a:avLst/>
              <a:gdLst/>
              <a:ahLst/>
              <a:cxnLst/>
              <a:rect l="l" t="t" r="r" b="b"/>
              <a:pathLst>
                <a:path w="413" h="963" extrusionOk="0">
                  <a:moveTo>
                    <a:pt x="238" y="0"/>
                  </a:moveTo>
                  <a:lnTo>
                    <a:pt x="1" y="56"/>
                  </a:lnTo>
                  <a:cubicBezTo>
                    <a:pt x="91" y="349"/>
                    <a:pt x="147" y="642"/>
                    <a:pt x="175" y="963"/>
                  </a:cubicBezTo>
                  <a:lnTo>
                    <a:pt x="412" y="928"/>
                  </a:lnTo>
                  <a:cubicBezTo>
                    <a:pt x="350" y="614"/>
                    <a:pt x="322" y="293"/>
                    <a:pt x="23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17"/>
            <p:cNvSpPr/>
            <p:nvPr/>
          </p:nvSpPr>
          <p:spPr>
            <a:xfrm>
              <a:off x="2841525" y="3717550"/>
              <a:ext cx="5950" cy="23225"/>
            </a:xfrm>
            <a:custGeom>
              <a:avLst/>
              <a:gdLst/>
              <a:ahLst/>
              <a:cxnLst/>
              <a:rect l="l" t="t" r="r" b="b"/>
              <a:pathLst>
                <a:path w="238" h="929" extrusionOk="0">
                  <a:moveTo>
                    <a:pt x="0" y="1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17"/>
            <p:cNvSpPr/>
            <p:nvPr/>
          </p:nvSpPr>
          <p:spPr>
            <a:xfrm>
              <a:off x="2841525" y="3624600"/>
              <a:ext cx="5950" cy="23225"/>
            </a:xfrm>
            <a:custGeom>
              <a:avLst/>
              <a:gdLst/>
              <a:ahLst/>
              <a:cxnLst/>
              <a:rect l="l" t="t" r="r" b="b"/>
              <a:pathLst>
                <a:path w="238" h="929" extrusionOk="0">
                  <a:moveTo>
                    <a:pt x="0" y="0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17"/>
            <p:cNvSpPr/>
            <p:nvPr/>
          </p:nvSpPr>
          <p:spPr>
            <a:xfrm>
              <a:off x="2841525" y="3578025"/>
              <a:ext cx="5950" cy="23225"/>
            </a:xfrm>
            <a:custGeom>
              <a:avLst/>
              <a:gdLst/>
              <a:ahLst/>
              <a:cxnLst/>
              <a:rect l="l" t="t" r="r" b="b"/>
              <a:pathLst>
                <a:path w="238" h="929" extrusionOk="0">
                  <a:moveTo>
                    <a:pt x="0" y="1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17"/>
            <p:cNvSpPr/>
            <p:nvPr/>
          </p:nvSpPr>
          <p:spPr>
            <a:xfrm>
              <a:off x="2841525" y="3764125"/>
              <a:ext cx="5950" cy="23200"/>
            </a:xfrm>
            <a:custGeom>
              <a:avLst/>
              <a:gdLst/>
              <a:ahLst/>
              <a:cxnLst/>
              <a:rect l="l" t="t" r="r" b="b"/>
              <a:pathLst>
                <a:path w="238" h="928" extrusionOk="0">
                  <a:moveTo>
                    <a:pt x="0" y="0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17"/>
            <p:cNvSpPr/>
            <p:nvPr/>
          </p:nvSpPr>
          <p:spPr>
            <a:xfrm>
              <a:off x="2817625" y="2697975"/>
              <a:ext cx="16775" cy="23400"/>
            </a:xfrm>
            <a:custGeom>
              <a:avLst/>
              <a:gdLst/>
              <a:ahLst/>
              <a:cxnLst/>
              <a:rect l="l" t="t" r="r" b="b"/>
              <a:pathLst>
                <a:path w="671" h="936" extrusionOk="0">
                  <a:moveTo>
                    <a:pt x="203" y="1"/>
                  </a:moveTo>
                  <a:lnTo>
                    <a:pt x="0" y="147"/>
                  </a:lnTo>
                  <a:cubicBezTo>
                    <a:pt x="175" y="378"/>
                    <a:pt x="349" y="643"/>
                    <a:pt x="468" y="936"/>
                  </a:cubicBezTo>
                  <a:lnTo>
                    <a:pt x="670" y="845"/>
                  </a:lnTo>
                  <a:cubicBezTo>
                    <a:pt x="551" y="552"/>
                    <a:pt x="377" y="266"/>
                    <a:pt x="20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17"/>
            <p:cNvSpPr/>
            <p:nvPr/>
          </p:nvSpPr>
          <p:spPr>
            <a:xfrm>
              <a:off x="2841525" y="3670975"/>
              <a:ext cx="5950" cy="23400"/>
            </a:xfrm>
            <a:custGeom>
              <a:avLst/>
              <a:gdLst/>
              <a:ahLst/>
              <a:cxnLst/>
              <a:rect l="l" t="t" r="r" b="b"/>
              <a:pathLst>
                <a:path w="238" h="936" extrusionOk="0">
                  <a:moveTo>
                    <a:pt x="0" y="1"/>
                  </a:moveTo>
                  <a:lnTo>
                    <a:pt x="0" y="936"/>
                  </a:lnTo>
                  <a:lnTo>
                    <a:pt x="237" y="936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17"/>
            <p:cNvSpPr/>
            <p:nvPr/>
          </p:nvSpPr>
          <p:spPr>
            <a:xfrm>
              <a:off x="2510150" y="2649325"/>
              <a:ext cx="23400" cy="5775"/>
            </a:xfrm>
            <a:custGeom>
              <a:avLst/>
              <a:gdLst/>
              <a:ahLst/>
              <a:cxnLst/>
              <a:rect l="l" t="t" r="r" b="b"/>
              <a:pathLst>
                <a:path w="936" h="231" extrusionOk="0">
                  <a:moveTo>
                    <a:pt x="0" y="1"/>
                  </a:moveTo>
                  <a:lnTo>
                    <a:pt x="0" y="231"/>
                  </a:lnTo>
                  <a:lnTo>
                    <a:pt x="935" y="231"/>
                  </a:lnTo>
                  <a:lnTo>
                    <a:pt x="93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17"/>
            <p:cNvSpPr/>
            <p:nvPr/>
          </p:nvSpPr>
          <p:spPr>
            <a:xfrm>
              <a:off x="2556725" y="2649325"/>
              <a:ext cx="22500" cy="5775"/>
            </a:xfrm>
            <a:custGeom>
              <a:avLst/>
              <a:gdLst/>
              <a:ahLst/>
              <a:cxnLst/>
              <a:rect l="l" t="t" r="r" b="b"/>
              <a:pathLst>
                <a:path w="900" h="231" extrusionOk="0">
                  <a:moveTo>
                    <a:pt x="0" y="1"/>
                  </a:moveTo>
                  <a:lnTo>
                    <a:pt x="0" y="231"/>
                  </a:lnTo>
                  <a:lnTo>
                    <a:pt x="900" y="231"/>
                  </a:lnTo>
                  <a:lnTo>
                    <a:pt x="90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17"/>
            <p:cNvSpPr/>
            <p:nvPr/>
          </p:nvSpPr>
          <p:spPr>
            <a:xfrm>
              <a:off x="2648975" y="2649325"/>
              <a:ext cx="23400" cy="5775"/>
            </a:xfrm>
            <a:custGeom>
              <a:avLst/>
              <a:gdLst/>
              <a:ahLst/>
              <a:cxnLst/>
              <a:rect l="l" t="t" r="r" b="b"/>
              <a:pathLst>
                <a:path w="936" h="231" extrusionOk="0">
                  <a:moveTo>
                    <a:pt x="0" y="1"/>
                  </a:moveTo>
                  <a:lnTo>
                    <a:pt x="0" y="231"/>
                  </a:lnTo>
                  <a:lnTo>
                    <a:pt x="935" y="231"/>
                  </a:lnTo>
                  <a:lnTo>
                    <a:pt x="93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17"/>
            <p:cNvSpPr/>
            <p:nvPr/>
          </p:nvSpPr>
          <p:spPr>
            <a:xfrm>
              <a:off x="2602575" y="2649325"/>
              <a:ext cx="23225" cy="5775"/>
            </a:xfrm>
            <a:custGeom>
              <a:avLst/>
              <a:gdLst/>
              <a:ahLst/>
              <a:cxnLst/>
              <a:rect l="l" t="t" r="r" b="b"/>
              <a:pathLst>
                <a:path w="929" h="231" extrusionOk="0">
                  <a:moveTo>
                    <a:pt x="1" y="1"/>
                  </a:moveTo>
                  <a:lnTo>
                    <a:pt x="1" y="231"/>
                  </a:lnTo>
                  <a:lnTo>
                    <a:pt x="929" y="231"/>
                  </a:lnTo>
                  <a:lnTo>
                    <a:pt x="92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17"/>
            <p:cNvSpPr/>
            <p:nvPr/>
          </p:nvSpPr>
          <p:spPr>
            <a:xfrm>
              <a:off x="2695550" y="2648625"/>
              <a:ext cx="23200" cy="6475"/>
            </a:xfrm>
            <a:custGeom>
              <a:avLst/>
              <a:gdLst/>
              <a:ahLst/>
              <a:cxnLst/>
              <a:rect l="l" t="t" r="r" b="b"/>
              <a:pathLst>
                <a:path w="928" h="259" extrusionOk="0">
                  <a:moveTo>
                    <a:pt x="753" y="1"/>
                  </a:moveTo>
                  <a:cubicBezTo>
                    <a:pt x="670" y="1"/>
                    <a:pt x="607" y="29"/>
                    <a:pt x="607" y="29"/>
                  </a:cubicBezTo>
                  <a:lnTo>
                    <a:pt x="0" y="29"/>
                  </a:lnTo>
                  <a:lnTo>
                    <a:pt x="0" y="259"/>
                  </a:lnTo>
                  <a:lnTo>
                    <a:pt x="607" y="259"/>
                  </a:lnTo>
                  <a:cubicBezTo>
                    <a:pt x="607" y="259"/>
                    <a:pt x="670" y="231"/>
                    <a:pt x="753" y="231"/>
                  </a:cubicBezTo>
                  <a:cubicBezTo>
                    <a:pt x="816" y="231"/>
                    <a:pt x="872" y="231"/>
                    <a:pt x="928" y="259"/>
                  </a:cubicBezTo>
                  <a:lnTo>
                    <a:pt x="928" y="29"/>
                  </a:lnTo>
                  <a:cubicBezTo>
                    <a:pt x="872" y="1"/>
                    <a:pt x="816" y="1"/>
                    <a:pt x="75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17"/>
            <p:cNvSpPr/>
            <p:nvPr/>
          </p:nvSpPr>
          <p:spPr>
            <a:xfrm>
              <a:off x="2741225" y="2651600"/>
              <a:ext cx="24100" cy="11525"/>
            </a:xfrm>
            <a:custGeom>
              <a:avLst/>
              <a:gdLst/>
              <a:ahLst/>
              <a:cxnLst/>
              <a:rect l="l" t="t" r="r" b="b"/>
              <a:pathLst>
                <a:path w="964" h="461" extrusionOk="0">
                  <a:moveTo>
                    <a:pt x="64" y="0"/>
                  </a:moveTo>
                  <a:lnTo>
                    <a:pt x="1" y="231"/>
                  </a:lnTo>
                  <a:cubicBezTo>
                    <a:pt x="322" y="286"/>
                    <a:pt x="615" y="349"/>
                    <a:pt x="908" y="461"/>
                  </a:cubicBezTo>
                  <a:lnTo>
                    <a:pt x="964" y="231"/>
                  </a:lnTo>
                  <a:cubicBezTo>
                    <a:pt x="671" y="140"/>
                    <a:pt x="384" y="56"/>
                    <a:pt x="6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17"/>
            <p:cNvSpPr/>
            <p:nvPr/>
          </p:nvSpPr>
          <p:spPr>
            <a:xfrm>
              <a:off x="2784125" y="2667475"/>
              <a:ext cx="22525" cy="17450"/>
            </a:xfrm>
            <a:custGeom>
              <a:avLst/>
              <a:gdLst/>
              <a:ahLst/>
              <a:cxnLst/>
              <a:rect l="l" t="t" r="r" b="b"/>
              <a:pathLst>
                <a:path w="901" h="698" extrusionOk="0">
                  <a:moveTo>
                    <a:pt x="120" y="0"/>
                  </a:moveTo>
                  <a:lnTo>
                    <a:pt x="1" y="202"/>
                  </a:lnTo>
                  <a:cubicBezTo>
                    <a:pt x="266" y="349"/>
                    <a:pt x="524" y="523"/>
                    <a:pt x="726" y="698"/>
                  </a:cubicBezTo>
                  <a:lnTo>
                    <a:pt x="901" y="523"/>
                  </a:lnTo>
                  <a:cubicBezTo>
                    <a:pt x="671" y="321"/>
                    <a:pt x="413" y="147"/>
                    <a:pt x="12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17"/>
            <p:cNvSpPr/>
            <p:nvPr/>
          </p:nvSpPr>
          <p:spPr>
            <a:xfrm>
              <a:off x="2841525" y="2927675"/>
              <a:ext cx="5950" cy="23225"/>
            </a:xfrm>
            <a:custGeom>
              <a:avLst/>
              <a:gdLst/>
              <a:ahLst/>
              <a:cxnLst/>
              <a:rect l="l" t="t" r="r" b="b"/>
              <a:pathLst>
                <a:path w="238" h="929" extrusionOk="0">
                  <a:moveTo>
                    <a:pt x="0" y="1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17"/>
            <p:cNvSpPr/>
            <p:nvPr/>
          </p:nvSpPr>
          <p:spPr>
            <a:xfrm>
              <a:off x="2841525" y="2974250"/>
              <a:ext cx="5950" cy="23225"/>
            </a:xfrm>
            <a:custGeom>
              <a:avLst/>
              <a:gdLst/>
              <a:ahLst/>
              <a:cxnLst/>
              <a:rect l="l" t="t" r="r" b="b"/>
              <a:pathLst>
                <a:path w="238" h="929" extrusionOk="0">
                  <a:moveTo>
                    <a:pt x="0" y="0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17"/>
            <p:cNvSpPr/>
            <p:nvPr/>
          </p:nvSpPr>
          <p:spPr>
            <a:xfrm>
              <a:off x="2841525" y="3020625"/>
              <a:ext cx="5950" cy="23400"/>
            </a:xfrm>
            <a:custGeom>
              <a:avLst/>
              <a:gdLst/>
              <a:ahLst/>
              <a:cxnLst/>
              <a:rect l="l" t="t" r="r" b="b"/>
              <a:pathLst>
                <a:path w="238" h="936" extrusionOk="0">
                  <a:moveTo>
                    <a:pt x="0" y="1"/>
                  </a:moveTo>
                  <a:lnTo>
                    <a:pt x="0" y="936"/>
                  </a:lnTo>
                  <a:lnTo>
                    <a:pt x="237" y="936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17"/>
            <p:cNvSpPr/>
            <p:nvPr/>
          </p:nvSpPr>
          <p:spPr>
            <a:xfrm>
              <a:off x="2841525" y="3113775"/>
              <a:ext cx="5950" cy="23200"/>
            </a:xfrm>
            <a:custGeom>
              <a:avLst/>
              <a:gdLst/>
              <a:ahLst/>
              <a:cxnLst/>
              <a:rect l="l" t="t" r="r" b="b"/>
              <a:pathLst>
                <a:path w="238" h="928" extrusionOk="0">
                  <a:moveTo>
                    <a:pt x="0" y="0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17"/>
            <p:cNvSpPr/>
            <p:nvPr/>
          </p:nvSpPr>
          <p:spPr>
            <a:xfrm>
              <a:off x="2841525" y="3067200"/>
              <a:ext cx="5950" cy="23225"/>
            </a:xfrm>
            <a:custGeom>
              <a:avLst/>
              <a:gdLst/>
              <a:ahLst/>
              <a:cxnLst/>
              <a:rect l="l" t="t" r="r" b="b"/>
              <a:pathLst>
                <a:path w="238" h="929" extrusionOk="0">
                  <a:moveTo>
                    <a:pt x="0" y="0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17"/>
            <p:cNvSpPr/>
            <p:nvPr/>
          </p:nvSpPr>
          <p:spPr>
            <a:xfrm>
              <a:off x="2841525" y="2788150"/>
              <a:ext cx="5950" cy="23225"/>
            </a:xfrm>
            <a:custGeom>
              <a:avLst/>
              <a:gdLst/>
              <a:ahLst/>
              <a:cxnLst/>
              <a:rect l="l" t="t" r="r" b="b"/>
              <a:pathLst>
                <a:path w="238" h="929" extrusionOk="0">
                  <a:moveTo>
                    <a:pt x="0" y="1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17"/>
            <p:cNvSpPr/>
            <p:nvPr/>
          </p:nvSpPr>
          <p:spPr>
            <a:xfrm>
              <a:off x="2841525" y="2834725"/>
              <a:ext cx="5950" cy="23225"/>
            </a:xfrm>
            <a:custGeom>
              <a:avLst/>
              <a:gdLst/>
              <a:ahLst/>
              <a:cxnLst/>
              <a:rect l="l" t="t" r="r" b="b"/>
              <a:pathLst>
                <a:path w="238" h="929" extrusionOk="0">
                  <a:moveTo>
                    <a:pt x="0" y="0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17"/>
            <p:cNvSpPr/>
            <p:nvPr/>
          </p:nvSpPr>
          <p:spPr>
            <a:xfrm>
              <a:off x="2841525" y="3531450"/>
              <a:ext cx="5950" cy="23400"/>
            </a:xfrm>
            <a:custGeom>
              <a:avLst/>
              <a:gdLst/>
              <a:ahLst/>
              <a:cxnLst/>
              <a:rect l="l" t="t" r="r" b="b"/>
              <a:pathLst>
                <a:path w="238" h="936" extrusionOk="0">
                  <a:moveTo>
                    <a:pt x="0" y="1"/>
                  </a:moveTo>
                  <a:lnTo>
                    <a:pt x="0" y="936"/>
                  </a:lnTo>
                  <a:lnTo>
                    <a:pt x="237" y="936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17"/>
            <p:cNvSpPr/>
            <p:nvPr/>
          </p:nvSpPr>
          <p:spPr>
            <a:xfrm>
              <a:off x="2841525" y="2881100"/>
              <a:ext cx="5950" cy="23400"/>
            </a:xfrm>
            <a:custGeom>
              <a:avLst/>
              <a:gdLst/>
              <a:ahLst/>
              <a:cxnLst/>
              <a:rect l="l" t="t" r="r" b="b"/>
              <a:pathLst>
                <a:path w="238" h="936" extrusionOk="0">
                  <a:moveTo>
                    <a:pt x="0" y="1"/>
                  </a:moveTo>
                  <a:lnTo>
                    <a:pt x="0" y="936"/>
                  </a:lnTo>
                  <a:lnTo>
                    <a:pt x="237" y="936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17"/>
            <p:cNvSpPr/>
            <p:nvPr/>
          </p:nvSpPr>
          <p:spPr>
            <a:xfrm>
              <a:off x="2841525" y="3346250"/>
              <a:ext cx="5950" cy="23225"/>
            </a:xfrm>
            <a:custGeom>
              <a:avLst/>
              <a:gdLst/>
              <a:ahLst/>
              <a:cxnLst/>
              <a:rect l="l" t="t" r="r" b="b"/>
              <a:pathLst>
                <a:path w="238" h="929" extrusionOk="0">
                  <a:moveTo>
                    <a:pt x="0" y="0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17"/>
            <p:cNvSpPr/>
            <p:nvPr/>
          </p:nvSpPr>
          <p:spPr>
            <a:xfrm>
              <a:off x="2841525" y="3392800"/>
              <a:ext cx="5950" cy="23225"/>
            </a:xfrm>
            <a:custGeom>
              <a:avLst/>
              <a:gdLst/>
              <a:ahLst/>
              <a:cxnLst/>
              <a:rect l="l" t="t" r="r" b="b"/>
              <a:pathLst>
                <a:path w="238" h="929" extrusionOk="0">
                  <a:moveTo>
                    <a:pt x="0" y="1"/>
                  </a:moveTo>
                  <a:lnTo>
                    <a:pt x="0" y="929"/>
                  </a:lnTo>
                  <a:lnTo>
                    <a:pt x="237" y="929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17"/>
            <p:cNvSpPr/>
            <p:nvPr/>
          </p:nvSpPr>
          <p:spPr>
            <a:xfrm>
              <a:off x="2841525" y="3439200"/>
              <a:ext cx="5950" cy="23400"/>
            </a:xfrm>
            <a:custGeom>
              <a:avLst/>
              <a:gdLst/>
              <a:ahLst/>
              <a:cxnLst/>
              <a:rect l="l" t="t" r="r" b="b"/>
              <a:pathLst>
                <a:path w="238" h="936" extrusionOk="0">
                  <a:moveTo>
                    <a:pt x="0" y="1"/>
                  </a:moveTo>
                  <a:lnTo>
                    <a:pt x="0" y="935"/>
                  </a:lnTo>
                  <a:lnTo>
                    <a:pt x="237" y="935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17"/>
            <p:cNvSpPr/>
            <p:nvPr/>
          </p:nvSpPr>
          <p:spPr>
            <a:xfrm>
              <a:off x="2841525" y="3160150"/>
              <a:ext cx="5950" cy="23400"/>
            </a:xfrm>
            <a:custGeom>
              <a:avLst/>
              <a:gdLst/>
              <a:ahLst/>
              <a:cxnLst/>
              <a:rect l="l" t="t" r="r" b="b"/>
              <a:pathLst>
                <a:path w="238" h="936" extrusionOk="0">
                  <a:moveTo>
                    <a:pt x="0" y="1"/>
                  </a:moveTo>
                  <a:lnTo>
                    <a:pt x="0" y="936"/>
                  </a:lnTo>
                  <a:lnTo>
                    <a:pt x="237" y="936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17"/>
            <p:cNvSpPr/>
            <p:nvPr/>
          </p:nvSpPr>
          <p:spPr>
            <a:xfrm>
              <a:off x="2841525" y="3485075"/>
              <a:ext cx="5950" cy="23225"/>
            </a:xfrm>
            <a:custGeom>
              <a:avLst/>
              <a:gdLst/>
              <a:ahLst/>
              <a:cxnLst/>
              <a:rect l="l" t="t" r="r" b="b"/>
              <a:pathLst>
                <a:path w="238" h="929" extrusionOk="0">
                  <a:moveTo>
                    <a:pt x="0" y="0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17"/>
            <p:cNvSpPr/>
            <p:nvPr/>
          </p:nvSpPr>
          <p:spPr>
            <a:xfrm>
              <a:off x="2841525" y="3206725"/>
              <a:ext cx="5950" cy="23225"/>
            </a:xfrm>
            <a:custGeom>
              <a:avLst/>
              <a:gdLst/>
              <a:ahLst/>
              <a:cxnLst/>
              <a:rect l="l" t="t" r="r" b="b"/>
              <a:pathLst>
                <a:path w="238" h="929" extrusionOk="0">
                  <a:moveTo>
                    <a:pt x="0" y="0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17"/>
            <p:cNvSpPr/>
            <p:nvPr/>
          </p:nvSpPr>
          <p:spPr>
            <a:xfrm>
              <a:off x="2841525" y="3253300"/>
              <a:ext cx="5950" cy="23200"/>
            </a:xfrm>
            <a:custGeom>
              <a:avLst/>
              <a:gdLst/>
              <a:ahLst/>
              <a:cxnLst/>
              <a:rect l="l" t="t" r="r" b="b"/>
              <a:pathLst>
                <a:path w="238" h="928" extrusionOk="0">
                  <a:moveTo>
                    <a:pt x="0" y="0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17"/>
            <p:cNvSpPr/>
            <p:nvPr/>
          </p:nvSpPr>
          <p:spPr>
            <a:xfrm>
              <a:off x="2841525" y="3299675"/>
              <a:ext cx="5950" cy="23400"/>
            </a:xfrm>
            <a:custGeom>
              <a:avLst/>
              <a:gdLst/>
              <a:ahLst/>
              <a:cxnLst/>
              <a:rect l="l" t="t" r="r" b="b"/>
              <a:pathLst>
                <a:path w="238" h="936" extrusionOk="0">
                  <a:moveTo>
                    <a:pt x="0" y="1"/>
                  </a:moveTo>
                  <a:lnTo>
                    <a:pt x="0" y="935"/>
                  </a:lnTo>
                  <a:lnTo>
                    <a:pt x="237" y="935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17"/>
            <p:cNvSpPr/>
            <p:nvPr/>
          </p:nvSpPr>
          <p:spPr>
            <a:xfrm>
              <a:off x="2841525" y="3902075"/>
              <a:ext cx="5950" cy="11700"/>
            </a:xfrm>
            <a:custGeom>
              <a:avLst/>
              <a:gdLst/>
              <a:ahLst/>
              <a:cxnLst/>
              <a:rect l="l" t="t" r="r" b="b"/>
              <a:pathLst>
                <a:path w="238" h="468" extrusionOk="0">
                  <a:moveTo>
                    <a:pt x="0" y="0"/>
                  </a:moveTo>
                  <a:lnTo>
                    <a:pt x="0" y="468"/>
                  </a:lnTo>
                  <a:lnTo>
                    <a:pt x="237" y="468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19" name="Google Shape;1019;p17"/>
          <p:cNvGrpSpPr/>
          <p:nvPr/>
        </p:nvGrpSpPr>
        <p:grpSpPr>
          <a:xfrm>
            <a:off x="8028814" y="3951370"/>
            <a:ext cx="374657" cy="463150"/>
            <a:chOff x="8243489" y="4050570"/>
            <a:chExt cx="374657" cy="463150"/>
          </a:xfrm>
        </p:grpSpPr>
        <p:sp>
          <p:nvSpPr>
            <p:cNvPr id="1020" name="Google Shape;1020;p17"/>
            <p:cNvSpPr/>
            <p:nvPr/>
          </p:nvSpPr>
          <p:spPr>
            <a:xfrm>
              <a:off x="8243489" y="4051225"/>
              <a:ext cx="374657" cy="461828"/>
            </a:xfrm>
            <a:custGeom>
              <a:avLst/>
              <a:gdLst/>
              <a:ahLst/>
              <a:cxnLst/>
              <a:rect l="l" t="t" r="r" b="b"/>
              <a:pathLst>
                <a:path w="107815" h="132900" extrusionOk="0">
                  <a:moveTo>
                    <a:pt x="53908" y="30499"/>
                  </a:moveTo>
                  <a:cubicBezTo>
                    <a:pt x="65243" y="30499"/>
                    <a:pt x="74444" y="39725"/>
                    <a:pt x="74444" y="51162"/>
                  </a:cubicBezTo>
                  <a:cubicBezTo>
                    <a:pt x="74444" y="62472"/>
                    <a:pt x="65243" y="71698"/>
                    <a:pt x="53908" y="71698"/>
                  </a:cubicBezTo>
                  <a:cubicBezTo>
                    <a:pt x="42572" y="71698"/>
                    <a:pt x="33372" y="62472"/>
                    <a:pt x="33372" y="51162"/>
                  </a:cubicBezTo>
                  <a:cubicBezTo>
                    <a:pt x="33372" y="39725"/>
                    <a:pt x="42572" y="30499"/>
                    <a:pt x="53908" y="30499"/>
                  </a:cubicBezTo>
                  <a:close/>
                  <a:moveTo>
                    <a:pt x="53908" y="0"/>
                  </a:moveTo>
                  <a:cubicBezTo>
                    <a:pt x="24146" y="0"/>
                    <a:pt x="1" y="24145"/>
                    <a:pt x="1" y="53907"/>
                  </a:cubicBezTo>
                  <a:cubicBezTo>
                    <a:pt x="1" y="72867"/>
                    <a:pt x="9125" y="89489"/>
                    <a:pt x="19800" y="102629"/>
                  </a:cubicBezTo>
                  <a:cubicBezTo>
                    <a:pt x="35176" y="121462"/>
                    <a:pt x="53908" y="132899"/>
                    <a:pt x="53908" y="132899"/>
                  </a:cubicBezTo>
                  <a:cubicBezTo>
                    <a:pt x="53908" y="132899"/>
                    <a:pt x="107815" y="101460"/>
                    <a:pt x="107815" y="53907"/>
                  </a:cubicBezTo>
                  <a:cubicBezTo>
                    <a:pt x="107815" y="49993"/>
                    <a:pt x="107383" y="46282"/>
                    <a:pt x="106646" y="42571"/>
                  </a:cubicBezTo>
                  <a:cubicBezTo>
                    <a:pt x="101461" y="18223"/>
                    <a:pt x="79857" y="0"/>
                    <a:pt x="539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17"/>
            <p:cNvSpPr/>
            <p:nvPr/>
          </p:nvSpPr>
          <p:spPr>
            <a:xfrm>
              <a:off x="8244307" y="4050570"/>
              <a:ext cx="257600" cy="463150"/>
            </a:xfrm>
            <a:custGeom>
              <a:avLst/>
              <a:gdLst/>
              <a:ahLst/>
              <a:cxnLst/>
              <a:rect l="l" t="t" r="r" b="b"/>
              <a:pathLst>
                <a:path w="10304" h="18526" extrusionOk="0">
                  <a:moveTo>
                    <a:pt x="10304" y="569"/>
                  </a:moveTo>
                  <a:cubicBezTo>
                    <a:pt x="10352" y="391"/>
                    <a:pt x="7780" y="-157"/>
                    <a:pt x="6521" y="43"/>
                  </a:cubicBezTo>
                  <a:cubicBezTo>
                    <a:pt x="5262" y="243"/>
                    <a:pt x="3802" y="856"/>
                    <a:pt x="2749" y="1767"/>
                  </a:cubicBezTo>
                  <a:cubicBezTo>
                    <a:pt x="1697" y="2678"/>
                    <a:pt x="575" y="4056"/>
                    <a:pt x="206" y="5509"/>
                  </a:cubicBezTo>
                  <a:cubicBezTo>
                    <a:pt x="-163" y="6962"/>
                    <a:pt x="-24" y="8869"/>
                    <a:pt x="533" y="10485"/>
                  </a:cubicBezTo>
                  <a:cubicBezTo>
                    <a:pt x="1090" y="12102"/>
                    <a:pt x="2383" y="13868"/>
                    <a:pt x="3548" y="15208"/>
                  </a:cubicBezTo>
                  <a:cubicBezTo>
                    <a:pt x="4713" y="16548"/>
                    <a:pt x="7296" y="18466"/>
                    <a:pt x="7523" y="18525"/>
                  </a:cubicBezTo>
                  <a:cubicBezTo>
                    <a:pt x="7750" y="18584"/>
                    <a:pt x="5678" y="16542"/>
                    <a:pt x="4908" y="15561"/>
                  </a:cubicBezTo>
                  <a:cubicBezTo>
                    <a:pt x="4138" y="14580"/>
                    <a:pt x="3455" y="13897"/>
                    <a:pt x="2903" y="12640"/>
                  </a:cubicBezTo>
                  <a:cubicBezTo>
                    <a:pt x="2351" y="11383"/>
                    <a:pt x="1592" y="9536"/>
                    <a:pt x="1595" y="8020"/>
                  </a:cubicBezTo>
                  <a:cubicBezTo>
                    <a:pt x="1598" y="6504"/>
                    <a:pt x="2149" y="4697"/>
                    <a:pt x="2922" y="3546"/>
                  </a:cubicBezTo>
                  <a:cubicBezTo>
                    <a:pt x="3696" y="2395"/>
                    <a:pt x="5006" y="1609"/>
                    <a:pt x="6236" y="1113"/>
                  </a:cubicBezTo>
                  <a:cubicBezTo>
                    <a:pt x="7466" y="617"/>
                    <a:pt x="10257" y="747"/>
                    <a:pt x="10304" y="569"/>
                  </a:cubicBezTo>
                  <a:close/>
                </a:path>
              </a:pathLst>
            </a:custGeom>
            <a:solidFill>
              <a:srgbClr val="8162A7">
                <a:alpha val="45910"/>
              </a:srgbClr>
            </a:solidFill>
            <a:ln>
              <a:noFill/>
            </a:ln>
          </p:spPr>
        </p:sp>
      </p:grpSp>
      <p:grpSp>
        <p:nvGrpSpPr>
          <p:cNvPr id="1022" name="Google Shape;1022;p17"/>
          <p:cNvGrpSpPr/>
          <p:nvPr/>
        </p:nvGrpSpPr>
        <p:grpSpPr>
          <a:xfrm>
            <a:off x="618008" y="4513090"/>
            <a:ext cx="711583" cy="630414"/>
            <a:chOff x="460371" y="2406765"/>
            <a:chExt cx="711583" cy="630414"/>
          </a:xfrm>
        </p:grpSpPr>
        <p:grpSp>
          <p:nvGrpSpPr>
            <p:cNvPr id="1023" name="Google Shape;1023;p17"/>
            <p:cNvGrpSpPr/>
            <p:nvPr/>
          </p:nvGrpSpPr>
          <p:grpSpPr>
            <a:xfrm>
              <a:off x="666102" y="2406765"/>
              <a:ext cx="505852" cy="630414"/>
              <a:chOff x="666102" y="2406765"/>
              <a:chExt cx="505852" cy="630414"/>
            </a:xfrm>
          </p:grpSpPr>
          <p:grpSp>
            <p:nvGrpSpPr>
              <p:cNvPr id="1024" name="Google Shape;1024;p17"/>
              <p:cNvGrpSpPr/>
              <p:nvPr/>
            </p:nvGrpSpPr>
            <p:grpSpPr>
              <a:xfrm>
                <a:off x="1005172" y="2632603"/>
                <a:ext cx="166782" cy="404575"/>
                <a:chOff x="3816313" y="1611982"/>
                <a:chExt cx="1212958" cy="2940225"/>
              </a:xfrm>
            </p:grpSpPr>
            <p:sp>
              <p:nvSpPr>
                <p:cNvPr id="1025" name="Google Shape;1025;p17"/>
                <p:cNvSpPr/>
                <p:nvPr/>
              </p:nvSpPr>
              <p:spPr>
                <a:xfrm>
                  <a:off x="3816313" y="1613408"/>
                  <a:ext cx="1212958" cy="19499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52" h="6836" extrusionOk="0">
                      <a:moveTo>
                        <a:pt x="3422" y="1"/>
                      </a:moveTo>
                      <a:cubicBezTo>
                        <a:pt x="1540" y="1"/>
                        <a:pt x="14" y="1519"/>
                        <a:pt x="1" y="3404"/>
                      </a:cubicBezTo>
                      <a:cubicBezTo>
                        <a:pt x="1" y="5299"/>
                        <a:pt x="1524" y="6836"/>
                        <a:pt x="3420" y="6836"/>
                      </a:cubicBezTo>
                      <a:cubicBezTo>
                        <a:pt x="3430" y="6836"/>
                        <a:pt x="3440" y="6836"/>
                        <a:pt x="3450" y="6836"/>
                      </a:cubicBezTo>
                      <a:cubicBezTo>
                        <a:pt x="5316" y="6836"/>
                        <a:pt x="6836" y="5315"/>
                        <a:pt x="6852" y="3433"/>
                      </a:cubicBezTo>
                      <a:cubicBezTo>
                        <a:pt x="6852" y="1540"/>
                        <a:pt x="5326" y="1"/>
                        <a:pt x="3446" y="1"/>
                      </a:cubicBezTo>
                      <a:cubicBezTo>
                        <a:pt x="3438" y="1"/>
                        <a:pt x="3430" y="1"/>
                        <a:pt x="3422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26" name="Google Shape;1026;p17"/>
                <p:cNvSpPr/>
                <p:nvPr/>
              </p:nvSpPr>
              <p:spPr>
                <a:xfrm>
                  <a:off x="4199464" y="2602232"/>
                  <a:ext cx="351972" cy="1949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4" h="9712" extrusionOk="0">
                      <a:moveTo>
                        <a:pt x="1187" y="1"/>
                      </a:moveTo>
                      <a:lnTo>
                        <a:pt x="929" y="3420"/>
                      </a:lnTo>
                      <a:lnTo>
                        <a:pt x="14" y="2262"/>
                      </a:lnTo>
                      <a:lnTo>
                        <a:pt x="1" y="2276"/>
                      </a:lnTo>
                      <a:lnTo>
                        <a:pt x="900" y="3815"/>
                      </a:lnTo>
                      <a:lnTo>
                        <a:pt x="736" y="9712"/>
                      </a:lnTo>
                      <a:lnTo>
                        <a:pt x="1635" y="9712"/>
                      </a:lnTo>
                      <a:lnTo>
                        <a:pt x="1364" y="1854"/>
                      </a:lnTo>
                      <a:lnTo>
                        <a:pt x="2044" y="1020"/>
                      </a:lnTo>
                      <a:lnTo>
                        <a:pt x="2031" y="1007"/>
                      </a:lnTo>
                      <a:lnTo>
                        <a:pt x="1351" y="1648"/>
                      </a:lnTo>
                      <a:lnTo>
                        <a:pt x="1240" y="14"/>
                      </a:lnTo>
                      <a:lnTo>
                        <a:pt x="1187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27" name="Google Shape;1027;p17"/>
                <p:cNvSpPr/>
                <p:nvPr/>
              </p:nvSpPr>
              <p:spPr>
                <a:xfrm>
                  <a:off x="4331976" y="1611982"/>
                  <a:ext cx="697292" cy="19513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39" h="6841" extrusionOk="0">
                      <a:moveTo>
                        <a:pt x="383" y="1"/>
                      </a:moveTo>
                      <a:cubicBezTo>
                        <a:pt x="248" y="1"/>
                        <a:pt x="120" y="13"/>
                        <a:pt x="0" y="32"/>
                      </a:cubicBezTo>
                      <a:cubicBezTo>
                        <a:pt x="1651" y="290"/>
                        <a:pt x="2903" y="1722"/>
                        <a:pt x="2903" y="3438"/>
                      </a:cubicBezTo>
                      <a:cubicBezTo>
                        <a:pt x="2890" y="5141"/>
                        <a:pt x="1635" y="6556"/>
                        <a:pt x="0" y="6801"/>
                      </a:cubicBezTo>
                      <a:cubicBezTo>
                        <a:pt x="164" y="6828"/>
                        <a:pt x="327" y="6841"/>
                        <a:pt x="507" y="6841"/>
                      </a:cubicBezTo>
                      <a:cubicBezTo>
                        <a:pt x="517" y="6841"/>
                        <a:pt x="527" y="6841"/>
                        <a:pt x="537" y="6841"/>
                      </a:cubicBezTo>
                      <a:cubicBezTo>
                        <a:pt x="2403" y="6841"/>
                        <a:pt x="3923" y="5320"/>
                        <a:pt x="3939" y="3438"/>
                      </a:cubicBezTo>
                      <a:cubicBezTo>
                        <a:pt x="3939" y="1545"/>
                        <a:pt x="2413" y="6"/>
                        <a:pt x="533" y="6"/>
                      </a:cubicBezTo>
                      <a:cubicBezTo>
                        <a:pt x="482" y="2"/>
                        <a:pt x="432" y="1"/>
                        <a:pt x="383" y="1"/>
                      </a:cubicBezTo>
                      <a:close/>
                    </a:path>
                  </a:pathLst>
                </a:custGeom>
                <a:solidFill>
                  <a:srgbClr val="473A50">
                    <a:alpha val="4348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028" name="Google Shape;1028;p17"/>
              <p:cNvGrpSpPr/>
              <p:nvPr/>
            </p:nvGrpSpPr>
            <p:grpSpPr>
              <a:xfrm>
                <a:off x="666102" y="2406765"/>
                <a:ext cx="259816" cy="630384"/>
                <a:chOff x="3816313" y="1611982"/>
                <a:chExt cx="1212958" cy="2940225"/>
              </a:xfrm>
            </p:grpSpPr>
            <p:sp>
              <p:nvSpPr>
                <p:cNvPr id="1029" name="Google Shape;1029;p17"/>
                <p:cNvSpPr/>
                <p:nvPr/>
              </p:nvSpPr>
              <p:spPr>
                <a:xfrm>
                  <a:off x="3816313" y="1613408"/>
                  <a:ext cx="1212958" cy="19499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52" h="6836" extrusionOk="0">
                      <a:moveTo>
                        <a:pt x="3422" y="1"/>
                      </a:moveTo>
                      <a:cubicBezTo>
                        <a:pt x="1540" y="1"/>
                        <a:pt x="14" y="1519"/>
                        <a:pt x="1" y="3404"/>
                      </a:cubicBezTo>
                      <a:cubicBezTo>
                        <a:pt x="1" y="5299"/>
                        <a:pt x="1524" y="6836"/>
                        <a:pt x="3420" y="6836"/>
                      </a:cubicBezTo>
                      <a:cubicBezTo>
                        <a:pt x="3430" y="6836"/>
                        <a:pt x="3440" y="6836"/>
                        <a:pt x="3450" y="6836"/>
                      </a:cubicBezTo>
                      <a:cubicBezTo>
                        <a:pt x="5316" y="6836"/>
                        <a:pt x="6836" y="5315"/>
                        <a:pt x="6852" y="3433"/>
                      </a:cubicBezTo>
                      <a:cubicBezTo>
                        <a:pt x="6852" y="1540"/>
                        <a:pt x="5326" y="1"/>
                        <a:pt x="3446" y="1"/>
                      </a:cubicBezTo>
                      <a:cubicBezTo>
                        <a:pt x="3438" y="1"/>
                        <a:pt x="3430" y="1"/>
                        <a:pt x="3422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30" name="Google Shape;1030;p17"/>
                <p:cNvSpPr/>
                <p:nvPr/>
              </p:nvSpPr>
              <p:spPr>
                <a:xfrm>
                  <a:off x="4199464" y="2602232"/>
                  <a:ext cx="351972" cy="1949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4" h="9712" extrusionOk="0">
                      <a:moveTo>
                        <a:pt x="1187" y="1"/>
                      </a:moveTo>
                      <a:lnTo>
                        <a:pt x="929" y="3420"/>
                      </a:lnTo>
                      <a:lnTo>
                        <a:pt x="14" y="2262"/>
                      </a:lnTo>
                      <a:lnTo>
                        <a:pt x="1" y="2276"/>
                      </a:lnTo>
                      <a:lnTo>
                        <a:pt x="900" y="3815"/>
                      </a:lnTo>
                      <a:lnTo>
                        <a:pt x="736" y="9712"/>
                      </a:lnTo>
                      <a:lnTo>
                        <a:pt x="1635" y="9712"/>
                      </a:lnTo>
                      <a:lnTo>
                        <a:pt x="1364" y="1854"/>
                      </a:lnTo>
                      <a:lnTo>
                        <a:pt x="2044" y="1020"/>
                      </a:lnTo>
                      <a:lnTo>
                        <a:pt x="2031" y="1007"/>
                      </a:lnTo>
                      <a:lnTo>
                        <a:pt x="1351" y="1648"/>
                      </a:lnTo>
                      <a:lnTo>
                        <a:pt x="1240" y="14"/>
                      </a:lnTo>
                      <a:lnTo>
                        <a:pt x="1187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31" name="Google Shape;1031;p17"/>
                <p:cNvSpPr/>
                <p:nvPr/>
              </p:nvSpPr>
              <p:spPr>
                <a:xfrm>
                  <a:off x="4331976" y="1611982"/>
                  <a:ext cx="697292" cy="19513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39" h="6841" extrusionOk="0">
                      <a:moveTo>
                        <a:pt x="383" y="1"/>
                      </a:moveTo>
                      <a:cubicBezTo>
                        <a:pt x="248" y="1"/>
                        <a:pt x="120" y="13"/>
                        <a:pt x="0" y="32"/>
                      </a:cubicBezTo>
                      <a:cubicBezTo>
                        <a:pt x="1651" y="290"/>
                        <a:pt x="2903" y="1722"/>
                        <a:pt x="2903" y="3438"/>
                      </a:cubicBezTo>
                      <a:cubicBezTo>
                        <a:pt x="2890" y="5141"/>
                        <a:pt x="1635" y="6556"/>
                        <a:pt x="0" y="6801"/>
                      </a:cubicBezTo>
                      <a:cubicBezTo>
                        <a:pt x="164" y="6828"/>
                        <a:pt x="327" y="6841"/>
                        <a:pt x="507" y="6841"/>
                      </a:cubicBezTo>
                      <a:cubicBezTo>
                        <a:pt x="517" y="6841"/>
                        <a:pt x="527" y="6841"/>
                        <a:pt x="537" y="6841"/>
                      </a:cubicBezTo>
                      <a:cubicBezTo>
                        <a:pt x="2403" y="6841"/>
                        <a:pt x="3923" y="5320"/>
                        <a:pt x="3939" y="3438"/>
                      </a:cubicBezTo>
                      <a:cubicBezTo>
                        <a:pt x="3939" y="1545"/>
                        <a:pt x="2413" y="6"/>
                        <a:pt x="533" y="6"/>
                      </a:cubicBezTo>
                      <a:cubicBezTo>
                        <a:pt x="482" y="2"/>
                        <a:pt x="432" y="1"/>
                        <a:pt x="383" y="1"/>
                      </a:cubicBezTo>
                      <a:close/>
                    </a:path>
                  </a:pathLst>
                </a:custGeom>
                <a:solidFill>
                  <a:srgbClr val="473A50">
                    <a:alpha val="4348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032" name="Google Shape;1032;p17"/>
            <p:cNvGrpSpPr/>
            <p:nvPr/>
          </p:nvGrpSpPr>
          <p:grpSpPr>
            <a:xfrm>
              <a:off x="460371" y="2728161"/>
              <a:ext cx="166791" cy="302717"/>
              <a:chOff x="3816307" y="2352225"/>
              <a:chExt cx="1213027" cy="2199981"/>
            </a:xfrm>
          </p:grpSpPr>
          <p:sp>
            <p:nvSpPr>
              <p:cNvPr id="1033" name="Google Shape;1033;p17"/>
              <p:cNvSpPr/>
              <p:nvPr/>
            </p:nvSpPr>
            <p:spPr>
              <a:xfrm>
                <a:off x="3816307" y="2353110"/>
                <a:ext cx="1213027" cy="1210194"/>
              </a:xfrm>
              <a:custGeom>
                <a:avLst/>
                <a:gdLst/>
                <a:ahLst/>
                <a:cxnLst/>
                <a:rect l="l" t="t" r="r" b="b"/>
                <a:pathLst>
                  <a:path w="6852" h="6836" extrusionOk="0">
                    <a:moveTo>
                      <a:pt x="3422" y="1"/>
                    </a:moveTo>
                    <a:cubicBezTo>
                      <a:pt x="1540" y="1"/>
                      <a:pt x="14" y="1519"/>
                      <a:pt x="1" y="3404"/>
                    </a:cubicBezTo>
                    <a:cubicBezTo>
                      <a:pt x="1" y="5299"/>
                      <a:pt x="1524" y="6836"/>
                      <a:pt x="3420" y="6836"/>
                    </a:cubicBezTo>
                    <a:cubicBezTo>
                      <a:pt x="3430" y="6836"/>
                      <a:pt x="3440" y="6836"/>
                      <a:pt x="3450" y="6836"/>
                    </a:cubicBezTo>
                    <a:cubicBezTo>
                      <a:pt x="5316" y="6836"/>
                      <a:pt x="6836" y="5315"/>
                      <a:pt x="6852" y="3433"/>
                    </a:cubicBezTo>
                    <a:cubicBezTo>
                      <a:pt x="6852" y="1540"/>
                      <a:pt x="5326" y="1"/>
                      <a:pt x="3446" y="1"/>
                    </a:cubicBezTo>
                    <a:cubicBezTo>
                      <a:pt x="3438" y="1"/>
                      <a:pt x="3430" y="1"/>
                      <a:pt x="342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Google Shape;1034;p17"/>
              <p:cNvSpPr/>
              <p:nvPr/>
            </p:nvSpPr>
            <p:spPr>
              <a:xfrm>
                <a:off x="4199402" y="2832867"/>
                <a:ext cx="361854" cy="1719340"/>
              </a:xfrm>
              <a:custGeom>
                <a:avLst/>
                <a:gdLst/>
                <a:ahLst/>
                <a:cxnLst/>
                <a:rect l="l" t="t" r="r" b="b"/>
                <a:pathLst>
                  <a:path w="2044" h="9712" extrusionOk="0">
                    <a:moveTo>
                      <a:pt x="1187" y="1"/>
                    </a:moveTo>
                    <a:lnTo>
                      <a:pt x="929" y="3420"/>
                    </a:lnTo>
                    <a:lnTo>
                      <a:pt x="14" y="2262"/>
                    </a:lnTo>
                    <a:lnTo>
                      <a:pt x="1" y="2276"/>
                    </a:lnTo>
                    <a:lnTo>
                      <a:pt x="900" y="3815"/>
                    </a:lnTo>
                    <a:lnTo>
                      <a:pt x="736" y="9712"/>
                    </a:lnTo>
                    <a:lnTo>
                      <a:pt x="1635" y="9712"/>
                    </a:lnTo>
                    <a:lnTo>
                      <a:pt x="1364" y="1854"/>
                    </a:lnTo>
                    <a:lnTo>
                      <a:pt x="2044" y="1020"/>
                    </a:lnTo>
                    <a:lnTo>
                      <a:pt x="2031" y="1007"/>
                    </a:lnTo>
                    <a:lnTo>
                      <a:pt x="1351" y="1648"/>
                    </a:lnTo>
                    <a:lnTo>
                      <a:pt x="1240" y="14"/>
                    </a:lnTo>
                    <a:lnTo>
                      <a:pt x="11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Google Shape;1035;p17"/>
              <p:cNvSpPr/>
              <p:nvPr/>
            </p:nvSpPr>
            <p:spPr>
              <a:xfrm>
                <a:off x="4331999" y="2352225"/>
                <a:ext cx="697331" cy="1211079"/>
              </a:xfrm>
              <a:custGeom>
                <a:avLst/>
                <a:gdLst/>
                <a:ahLst/>
                <a:cxnLst/>
                <a:rect l="l" t="t" r="r" b="b"/>
                <a:pathLst>
                  <a:path w="3939" h="6841" extrusionOk="0">
                    <a:moveTo>
                      <a:pt x="383" y="1"/>
                    </a:moveTo>
                    <a:cubicBezTo>
                      <a:pt x="248" y="1"/>
                      <a:pt x="120" y="13"/>
                      <a:pt x="0" y="32"/>
                    </a:cubicBezTo>
                    <a:cubicBezTo>
                      <a:pt x="1651" y="290"/>
                      <a:pt x="2903" y="1722"/>
                      <a:pt x="2903" y="3438"/>
                    </a:cubicBezTo>
                    <a:cubicBezTo>
                      <a:pt x="2890" y="5141"/>
                      <a:pt x="1635" y="6556"/>
                      <a:pt x="0" y="6801"/>
                    </a:cubicBezTo>
                    <a:cubicBezTo>
                      <a:pt x="164" y="6828"/>
                      <a:pt x="327" y="6841"/>
                      <a:pt x="507" y="6841"/>
                    </a:cubicBezTo>
                    <a:cubicBezTo>
                      <a:pt x="517" y="6841"/>
                      <a:pt x="527" y="6841"/>
                      <a:pt x="537" y="6841"/>
                    </a:cubicBezTo>
                    <a:cubicBezTo>
                      <a:pt x="2403" y="6841"/>
                      <a:pt x="3923" y="5320"/>
                      <a:pt x="3939" y="3438"/>
                    </a:cubicBezTo>
                    <a:cubicBezTo>
                      <a:pt x="3939" y="1545"/>
                      <a:pt x="2413" y="6"/>
                      <a:pt x="533" y="6"/>
                    </a:cubicBezTo>
                    <a:cubicBezTo>
                      <a:pt x="482" y="2"/>
                      <a:pt x="432" y="1"/>
                      <a:pt x="383" y="1"/>
                    </a:cubicBezTo>
                    <a:close/>
                  </a:path>
                </a:pathLst>
              </a:custGeom>
              <a:solidFill>
                <a:srgbClr val="473A50">
                  <a:alpha val="434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2">
    <p:spTree>
      <p:nvGrpSpPr>
        <p:cNvPr id="1" name="Shape 1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9" name="Google Shape;1509;p20"/>
          <p:cNvSpPr txBox="1">
            <a:spLocks noGrp="1"/>
          </p:cNvSpPr>
          <p:nvPr>
            <p:ph type="title"/>
          </p:nvPr>
        </p:nvSpPr>
        <p:spPr>
          <a:xfrm>
            <a:off x="720000" y="3688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510" name="Google Shape;1510;p20"/>
          <p:cNvSpPr/>
          <p:nvPr/>
        </p:nvSpPr>
        <p:spPr>
          <a:xfrm>
            <a:off x="6976825" y="4465488"/>
            <a:ext cx="3059100" cy="3059100"/>
          </a:xfrm>
          <a:prstGeom prst="ellipse">
            <a:avLst/>
          </a:prstGeom>
          <a:solidFill>
            <a:srgbClr val="897FBB">
              <a:alpha val="291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11" name="Google Shape;1511;p20"/>
          <p:cNvGrpSpPr/>
          <p:nvPr/>
        </p:nvGrpSpPr>
        <p:grpSpPr>
          <a:xfrm>
            <a:off x="8024111" y="4358656"/>
            <a:ext cx="964529" cy="2918046"/>
            <a:chOff x="1825573" y="1896181"/>
            <a:chExt cx="964529" cy="2918046"/>
          </a:xfrm>
        </p:grpSpPr>
        <p:sp>
          <p:nvSpPr>
            <p:cNvPr id="1512" name="Google Shape;1512;p20"/>
            <p:cNvSpPr/>
            <p:nvPr/>
          </p:nvSpPr>
          <p:spPr>
            <a:xfrm>
              <a:off x="1825573" y="1896181"/>
              <a:ext cx="964529" cy="2918046"/>
            </a:xfrm>
            <a:custGeom>
              <a:avLst/>
              <a:gdLst/>
              <a:ahLst/>
              <a:cxnLst/>
              <a:rect l="l" t="t" r="r" b="b"/>
              <a:pathLst>
                <a:path w="7532" h="22787" extrusionOk="0">
                  <a:moveTo>
                    <a:pt x="3773" y="1"/>
                  </a:moveTo>
                  <a:cubicBezTo>
                    <a:pt x="1687" y="1"/>
                    <a:pt x="1" y="1691"/>
                    <a:pt x="1" y="3776"/>
                  </a:cubicBezTo>
                  <a:lnTo>
                    <a:pt x="1" y="15746"/>
                  </a:lnTo>
                  <a:lnTo>
                    <a:pt x="14" y="15746"/>
                  </a:lnTo>
                  <a:lnTo>
                    <a:pt x="14" y="22787"/>
                  </a:lnTo>
                  <a:lnTo>
                    <a:pt x="2861" y="22787"/>
                  </a:lnTo>
                  <a:lnTo>
                    <a:pt x="2861" y="13174"/>
                  </a:lnTo>
                  <a:lnTo>
                    <a:pt x="2861" y="3776"/>
                  </a:lnTo>
                  <a:cubicBezTo>
                    <a:pt x="2861" y="3269"/>
                    <a:pt x="3269" y="2861"/>
                    <a:pt x="3773" y="2861"/>
                  </a:cubicBezTo>
                  <a:cubicBezTo>
                    <a:pt x="4276" y="2861"/>
                    <a:pt x="4672" y="3269"/>
                    <a:pt x="4672" y="3776"/>
                  </a:cubicBezTo>
                  <a:lnTo>
                    <a:pt x="4672" y="8391"/>
                  </a:lnTo>
                  <a:lnTo>
                    <a:pt x="4672" y="22787"/>
                  </a:lnTo>
                  <a:lnTo>
                    <a:pt x="7532" y="22787"/>
                  </a:lnTo>
                  <a:lnTo>
                    <a:pt x="7532" y="7110"/>
                  </a:lnTo>
                  <a:lnTo>
                    <a:pt x="7532" y="3776"/>
                  </a:lnTo>
                  <a:cubicBezTo>
                    <a:pt x="7532" y="1691"/>
                    <a:pt x="5842" y="1"/>
                    <a:pt x="377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dist="76200" dir="2400000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13" name="Google Shape;1513;p20"/>
            <p:cNvGrpSpPr/>
            <p:nvPr/>
          </p:nvGrpSpPr>
          <p:grpSpPr>
            <a:xfrm>
              <a:off x="2001780" y="2072389"/>
              <a:ext cx="612115" cy="2698300"/>
              <a:chOff x="1718105" y="2072389"/>
              <a:chExt cx="612115" cy="2698300"/>
            </a:xfrm>
          </p:grpSpPr>
          <p:sp>
            <p:nvSpPr>
              <p:cNvPr id="1514" name="Google Shape;1514;p20"/>
              <p:cNvSpPr/>
              <p:nvPr/>
            </p:nvSpPr>
            <p:spPr>
              <a:xfrm>
                <a:off x="2316262" y="3811153"/>
                <a:ext cx="13958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9" extrusionOk="0">
                    <a:moveTo>
                      <a:pt x="1" y="1"/>
                    </a:moveTo>
                    <a:lnTo>
                      <a:pt x="1" y="439"/>
                    </a:lnTo>
                    <a:lnTo>
                      <a:pt x="109" y="439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5" name="Google Shape;1515;p20"/>
              <p:cNvSpPr/>
              <p:nvPr/>
            </p:nvSpPr>
            <p:spPr>
              <a:xfrm>
                <a:off x="2316262" y="3698207"/>
                <a:ext cx="13958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6" name="Google Shape;1516;p20"/>
              <p:cNvSpPr/>
              <p:nvPr/>
            </p:nvSpPr>
            <p:spPr>
              <a:xfrm>
                <a:off x="2316262" y="4036406"/>
                <a:ext cx="13958" cy="59547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65" extrusionOk="0">
                    <a:moveTo>
                      <a:pt x="1" y="0"/>
                    </a:moveTo>
                    <a:lnTo>
                      <a:pt x="1" y="27"/>
                    </a:lnTo>
                    <a:lnTo>
                      <a:pt x="1" y="435"/>
                    </a:lnTo>
                    <a:lnTo>
                      <a:pt x="1" y="465"/>
                    </a:lnTo>
                    <a:lnTo>
                      <a:pt x="109" y="465"/>
                    </a:lnTo>
                    <a:lnTo>
                      <a:pt x="109" y="435"/>
                    </a:lnTo>
                    <a:lnTo>
                      <a:pt x="109" y="27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Google Shape;1517;p20"/>
              <p:cNvSpPr/>
              <p:nvPr/>
            </p:nvSpPr>
            <p:spPr>
              <a:xfrm>
                <a:off x="2316262" y="3922948"/>
                <a:ext cx="13958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52" extrusionOk="0">
                    <a:moveTo>
                      <a:pt x="1" y="1"/>
                    </a:moveTo>
                    <a:lnTo>
                      <a:pt x="1" y="452"/>
                    </a:lnTo>
                    <a:lnTo>
                      <a:pt x="109" y="452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Google Shape;1518;p20"/>
              <p:cNvSpPr/>
              <p:nvPr/>
            </p:nvSpPr>
            <p:spPr>
              <a:xfrm>
                <a:off x="2316262" y="3023087"/>
                <a:ext cx="13958" cy="55705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5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Google Shape;1519;p20"/>
              <p:cNvSpPr/>
              <p:nvPr/>
            </p:nvSpPr>
            <p:spPr>
              <a:xfrm>
                <a:off x="2316262" y="3586412"/>
                <a:ext cx="13958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1" y="1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Google Shape;1520;p20"/>
              <p:cNvSpPr/>
              <p:nvPr/>
            </p:nvSpPr>
            <p:spPr>
              <a:xfrm>
                <a:off x="2316262" y="3472953"/>
                <a:ext cx="13958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1" y="1"/>
                    </a:moveTo>
                    <a:lnTo>
                      <a:pt x="1" y="436"/>
                    </a:lnTo>
                    <a:lnTo>
                      <a:pt x="109" y="436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Google Shape;1521;p20"/>
              <p:cNvSpPr/>
              <p:nvPr/>
            </p:nvSpPr>
            <p:spPr>
              <a:xfrm>
                <a:off x="2316262" y="3359623"/>
                <a:ext cx="13958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52" extrusionOk="0">
                    <a:moveTo>
                      <a:pt x="1" y="0"/>
                    </a:moveTo>
                    <a:lnTo>
                      <a:pt x="1" y="451"/>
                    </a:lnTo>
                    <a:lnTo>
                      <a:pt x="109" y="451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2" name="Google Shape;1522;p20"/>
              <p:cNvSpPr/>
              <p:nvPr/>
            </p:nvSpPr>
            <p:spPr>
              <a:xfrm>
                <a:off x="2316262" y="3134754"/>
                <a:ext cx="13958" cy="57498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49" extrusionOk="0">
                    <a:moveTo>
                      <a:pt x="1" y="1"/>
                    </a:moveTo>
                    <a:lnTo>
                      <a:pt x="1" y="449"/>
                    </a:lnTo>
                    <a:lnTo>
                      <a:pt x="109" y="449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3" name="Google Shape;1523;p20"/>
              <p:cNvSpPr/>
              <p:nvPr/>
            </p:nvSpPr>
            <p:spPr>
              <a:xfrm>
                <a:off x="2316262" y="3248213"/>
                <a:ext cx="13958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1" y="1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Google Shape;1524;p20"/>
              <p:cNvSpPr/>
              <p:nvPr/>
            </p:nvSpPr>
            <p:spPr>
              <a:xfrm>
                <a:off x="2316262" y="4714855"/>
                <a:ext cx="13958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1" y="1"/>
                    </a:moveTo>
                    <a:lnTo>
                      <a:pt x="1" y="436"/>
                    </a:lnTo>
                    <a:lnTo>
                      <a:pt x="109" y="436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Google Shape;1525;p20"/>
              <p:cNvSpPr/>
              <p:nvPr/>
            </p:nvSpPr>
            <p:spPr>
              <a:xfrm>
                <a:off x="2316262" y="4601524"/>
                <a:ext cx="13958" cy="57370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48" extrusionOk="0">
                    <a:moveTo>
                      <a:pt x="1" y="0"/>
                    </a:moveTo>
                    <a:lnTo>
                      <a:pt x="1" y="448"/>
                    </a:lnTo>
                    <a:lnTo>
                      <a:pt x="109" y="448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Google Shape;1526;p20"/>
              <p:cNvSpPr/>
              <p:nvPr/>
            </p:nvSpPr>
            <p:spPr>
              <a:xfrm>
                <a:off x="2316262" y="4489730"/>
                <a:ext cx="13958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9" extrusionOk="0">
                    <a:moveTo>
                      <a:pt x="1" y="0"/>
                    </a:moveTo>
                    <a:lnTo>
                      <a:pt x="1" y="438"/>
                    </a:lnTo>
                    <a:lnTo>
                      <a:pt x="109" y="438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7" name="Google Shape;1527;p20"/>
              <p:cNvSpPr/>
              <p:nvPr/>
            </p:nvSpPr>
            <p:spPr>
              <a:xfrm>
                <a:off x="2316262" y="4376271"/>
                <a:ext cx="13958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52" extrusionOk="0">
                    <a:moveTo>
                      <a:pt x="1" y="1"/>
                    </a:moveTo>
                    <a:lnTo>
                      <a:pt x="1" y="452"/>
                    </a:lnTo>
                    <a:lnTo>
                      <a:pt x="109" y="452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8" name="Google Shape;1528;p20"/>
              <p:cNvSpPr/>
              <p:nvPr/>
            </p:nvSpPr>
            <p:spPr>
              <a:xfrm>
                <a:off x="2316262" y="4264989"/>
                <a:ext cx="13958" cy="55705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5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Google Shape;1529;p20"/>
              <p:cNvSpPr/>
              <p:nvPr/>
            </p:nvSpPr>
            <p:spPr>
              <a:xfrm>
                <a:off x="2316262" y="4151530"/>
                <a:ext cx="13958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Google Shape;1530;p20"/>
              <p:cNvSpPr/>
              <p:nvPr/>
            </p:nvSpPr>
            <p:spPr>
              <a:xfrm>
                <a:off x="1901100" y="2081225"/>
                <a:ext cx="57882" cy="29837"/>
              </a:xfrm>
              <a:custGeom>
                <a:avLst/>
                <a:gdLst/>
                <a:ahLst/>
                <a:cxnLst/>
                <a:rect l="l" t="t" r="r" b="b"/>
                <a:pathLst>
                  <a:path w="452" h="233" extrusionOk="0">
                    <a:moveTo>
                      <a:pt x="422" y="1"/>
                    </a:moveTo>
                    <a:cubicBezTo>
                      <a:pt x="288" y="27"/>
                      <a:pt x="138" y="82"/>
                      <a:pt x="0" y="138"/>
                    </a:cubicBezTo>
                    <a:lnTo>
                      <a:pt x="43" y="233"/>
                    </a:lnTo>
                    <a:cubicBezTo>
                      <a:pt x="177" y="177"/>
                      <a:pt x="314" y="138"/>
                      <a:pt x="451" y="95"/>
                    </a:cubicBezTo>
                    <a:lnTo>
                      <a:pt x="42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Google Shape;1531;p20"/>
              <p:cNvSpPr/>
              <p:nvPr/>
            </p:nvSpPr>
            <p:spPr>
              <a:xfrm>
                <a:off x="1718105" y="2764795"/>
                <a:ext cx="13958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9" extrusionOk="0">
                    <a:moveTo>
                      <a:pt x="1" y="0"/>
                    </a:moveTo>
                    <a:lnTo>
                      <a:pt x="1" y="438"/>
                    </a:lnTo>
                    <a:lnTo>
                      <a:pt x="109" y="438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2" name="Google Shape;1532;p20"/>
              <p:cNvSpPr/>
              <p:nvPr/>
            </p:nvSpPr>
            <p:spPr>
              <a:xfrm>
                <a:off x="1718105" y="2878254"/>
                <a:ext cx="13958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9" extrusionOk="0">
                    <a:moveTo>
                      <a:pt x="1" y="0"/>
                    </a:moveTo>
                    <a:lnTo>
                      <a:pt x="1" y="438"/>
                    </a:lnTo>
                    <a:lnTo>
                      <a:pt x="109" y="438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3" name="Google Shape;1533;p20"/>
              <p:cNvSpPr/>
              <p:nvPr/>
            </p:nvSpPr>
            <p:spPr>
              <a:xfrm>
                <a:off x="1718105" y="2540055"/>
                <a:ext cx="13958" cy="55705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5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4" name="Google Shape;1534;p20"/>
              <p:cNvSpPr/>
              <p:nvPr/>
            </p:nvSpPr>
            <p:spPr>
              <a:xfrm>
                <a:off x="1742436" y="2208514"/>
                <a:ext cx="40338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315" h="439" extrusionOk="0">
                    <a:moveTo>
                      <a:pt x="220" y="0"/>
                    </a:moveTo>
                    <a:cubicBezTo>
                      <a:pt x="138" y="124"/>
                      <a:pt x="69" y="258"/>
                      <a:pt x="1" y="396"/>
                    </a:cubicBezTo>
                    <a:lnTo>
                      <a:pt x="108" y="438"/>
                    </a:lnTo>
                    <a:cubicBezTo>
                      <a:pt x="164" y="301"/>
                      <a:pt x="233" y="177"/>
                      <a:pt x="314" y="56"/>
                    </a:cubicBezTo>
                    <a:lnTo>
                      <a:pt x="22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5" name="Google Shape;1535;p20"/>
              <p:cNvSpPr/>
              <p:nvPr/>
            </p:nvSpPr>
            <p:spPr>
              <a:xfrm>
                <a:off x="1718105" y="2426596"/>
                <a:ext cx="13958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52" extrusionOk="0">
                    <a:moveTo>
                      <a:pt x="1" y="0"/>
                    </a:moveTo>
                    <a:lnTo>
                      <a:pt x="1" y="451"/>
                    </a:lnTo>
                    <a:lnTo>
                      <a:pt x="109" y="451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6" name="Google Shape;1536;p20"/>
              <p:cNvSpPr/>
              <p:nvPr/>
            </p:nvSpPr>
            <p:spPr>
              <a:xfrm>
                <a:off x="1806849" y="2126429"/>
                <a:ext cx="52504" cy="47381"/>
              </a:xfrm>
              <a:custGeom>
                <a:avLst/>
                <a:gdLst/>
                <a:ahLst/>
                <a:cxnLst/>
                <a:rect l="l" t="t" r="r" b="b"/>
                <a:pathLst>
                  <a:path w="410" h="370" extrusionOk="0">
                    <a:moveTo>
                      <a:pt x="341" y="1"/>
                    </a:moveTo>
                    <a:cubicBezTo>
                      <a:pt x="220" y="82"/>
                      <a:pt x="109" y="180"/>
                      <a:pt x="1" y="288"/>
                    </a:cubicBezTo>
                    <a:lnTo>
                      <a:pt x="83" y="370"/>
                    </a:lnTo>
                    <a:cubicBezTo>
                      <a:pt x="177" y="275"/>
                      <a:pt x="289" y="180"/>
                      <a:pt x="409" y="99"/>
                    </a:cubicBezTo>
                    <a:lnTo>
                      <a:pt x="34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7" name="Google Shape;1537;p20"/>
              <p:cNvSpPr/>
              <p:nvPr/>
            </p:nvSpPr>
            <p:spPr>
              <a:xfrm>
                <a:off x="1718105" y="2313137"/>
                <a:ext cx="21129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165" h="452" extrusionOk="0">
                    <a:moveTo>
                      <a:pt x="53" y="0"/>
                    </a:moveTo>
                    <a:cubicBezTo>
                      <a:pt x="27" y="151"/>
                      <a:pt x="14" y="301"/>
                      <a:pt x="1" y="451"/>
                    </a:cubicBezTo>
                    <a:lnTo>
                      <a:pt x="109" y="451"/>
                    </a:lnTo>
                    <a:cubicBezTo>
                      <a:pt x="122" y="314"/>
                      <a:pt x="135" y="164"/>
                      <a:pt x="164" y="30"/>
                    </a:cubicBezTo>
                    <a:lnTo>
                      <a:pt x="53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8" name="Google Shape;1538;p20"/>
              <p:cNvSpPr/>
              <p:nvPr/>
            </p:nvSpPr>
            <p:spPr>
              <a:xfrm>
                <a:off x="1718105" y="2653385"/>
                <a:ext cx="13958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1" y="1"/>
                    </a:moveTo>
                    <a:lnTo>
                      <a:pt x="1" y="436"/>
                    </a:lnTo>
                    <a:lnTo>
                      <a:pt x="109" y="436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9" name="Google Shape;1539;p20"/>
              <p:cNvSpPr/>
              <p:nvPr/>
            </p:nvSpPr>
            <p:spPr>
              <a:xfrm>
                <a:off x="1718105" y="3553374"/>
                <a:ext cx="13958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Google Shape;1540;p20"/>
              <p:cNvSpPr/>
              <p:nvPr/>
            </p:nvSpPr>
            <p:spPr>
              <a:xfrm>
                <a:off x="1718105" y="3666833"/>
                <a:ext cx="13958" cy="55705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5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Google Shape;1541;p20"/>
              <p:cNvSpPr/>
              <p:nvPr/>
            </p:nvSpPr>
            <p:spPr>
              <a:xfrm>
                <a:off x="1718105" y="2989921"/>
                <a:ext cx="13958" cy="57498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49" extrusionOk="0">
                    <a:moveTo>
                      <a:pt x="1" y="1"/>
                    </a:moveTo>
                    <a:lnTo>
                      <a:pt x="1" y="449"/>
                    </a:lnTo>
                    <a:lnTo>
                      <a:pt x="109" y="449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2" name="Google Shape;1542;p20"/>
              <p:cNvSpPr/>
              <p:nvPr/>
            </p:nvSpPr>
            <p:spPr>
              <a:xfrm>
                <a:off x="1718105" y="3778114"/>
                <a:ext cx="13958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52" extrusionOk="0">
                    <a:moveTo>
                      <a:pt x="1" y="1"/>
                    </a:moveTo>
                    <a:lnTo>
                      <a:pt x="1" y="452"/>
                    </a:lnTo>
                    <a:lnTo>
                      <a:pt x="109" y="452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3" name="Google Shape;1543;p20"/>
              <p:cNvSpPr/>
              <p:nvPr/>
            </p:nvSpPr>
            <p:spPr>
              <a:xfrm>
                <a:off x="1718105" y="3103380"/>
                <a:ext cx="13958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1" y="1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Google Shape;1544;p20"/>
              <p:cNvSpPr/>
              <p:nvPr/>
            </p:nvSpPr>
            <p:spPr>
              <a:xfrm>
                <a:off x="1718105" y="3214790"/>
                <a:ext cx="13958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52" extrusionOk="0">
                    <a:moveTo>
                      <a:pt x="1" y="0"/>
                    </a:moveTo>
                    <a:lnTo>
                      <a:pt x="1" y="451"/>
                    </a:lnTo>
                    <a:lnTo>
                      <a:pt x="109" y="451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Google Shape;1545;p20"/>
              <p:cNvSpPr/>
              <p:nvPr/>
            </p:nvSpPr>
            <p:spPr>
              <a:xfrm>
                <a:off x="1718105" y="3441579"/>
                <a:ext cx="13958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1" y="1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6" name="Google Shape;1546;p20"/>
              <p:cNvSpPr/>
              <p:nvPr/>
            </p:nvSpPr>
            <p:spPr>
              <a:xfrm>
                <a:off x="1718105" y="3328120"/>
                <a:ext cx="13958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9" extrusionOk="0">
                    <a:moveTo>
                      <a:pt x="1" y="1"/>
                    </a:moveTo>
                    <a:lnTo>
                      <a:pt x="1" y="439"/>
                    </a:lnTo>
                    <a:lnTo>
                      <a:pt x="109" y="439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7" name="Google Shape;1547;p20"/>
              <p:cNvSpPr/>
              <p:nvPr/>
            </p:nvSpPr>
            <p:spPr>
              <a:xfrm>
                <a:off x="2316262" y="2459634"/>
                <a:ext cx="13958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52" extrusionOk="0">
                    <a:moveTo>
                      <a:pt x="1" y="0"/>
                    </a:moveTo>
                    <a:lnTo>
                      <a:pt x="1" y="452"/>
                    </a:lnTo>
                    <a:lnTo>
                      <a:pt x="109" y="452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8" name="Google Shape;1548;p20"/>
              <p:cNvSpPr/>
              <p:nvPr/>
            </p:nvSpPr>
            <p:spPr>
              <a:xfrm>
                <a:off x="2316262" y="2573093"/>
                <a:ext cx="13958" cy="55705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5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9" name="Google Shape;1549;p20"/>
              <p:cNvSpPr/>
              <p:nvPr/>
            </p:nvSpPr>
            <p:spPr>
              <a:xfrm>
                <a:off x="2316262" y="2686552"/>
                <a:ext cx="13958" cy="55705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5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0" name="Google Shape;1550;p20"/>
              <p:cNvSpPr/>
              <p:nvPr/>
            </p:nvSpPr>
            <p:spPr>
              <a:xfrm>
                <a:off x="2316262" y="2798218"/>
                <a:ext cx="13958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1" y="1"/>
                    </a:moveTo>
                    <a:lnTo>
                      <a:pt x="1" y="436"/>
                    </a:lnTo>
                    <a:lnTo>
                      <a:pt x="109" y="436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1" name="Google Shape;1551;p20"/>
              <p:cNvSpPr/>
              <p:nvPr/>
            </p:nvSpPr>
            <p:spPr>
              <a:xfrm>
                <a:off x="2012894" y="2072389"/>
                <a:ext cx="57370" cy="17800"/>
              </a:xfrm>
              <a:custGeom>
                <a:avLst/>
                <a:gdLst/>
                <a:ahLst/>
                <a:cxnLst/>
                <a:rect l="l" t="t" r="r" b="b"/>
                <a:pathLst>
                  <a:path w="448" h="139" extrusionOk="0">
                    <a:moveTo>
                      <a:pt x="0" y="1"/>
                    </a:moveTo>
                    <a:lnTo>
                      <a:pt x="0" y="112"/>
                    </a:lnTo>
                    <a:lnTo>
                      <a:pt x="95" y="112"/>
                    </a:lnTo>
                    <a:cubicBezTo>
                      <a:pt x="203" y="112"/>
                      <a:pt x="327" y="125"/>
                      <a:pt x="435" y="138"/>
                    </a:cubicBezTo>
                    <a:lnTo>
                      <a:pt x="448" y="30"/>
                    </a:lnTo>
                    <a:cubicBezTo>
                      <a:pt x="327" y="14"/>
                      <a:pt x="216" y="1"/>
                      <a:pt x="95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2" name="Google Shape;1552;p20"/>
              <p:cNvSpPr/>
              <p:nvPr/>
            </p:nvSpPr>
            <p:spPr>
              <a:xfrm>
                <a:off x="2314597" y="2346176"/>
                <a:ext cx="15623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122" h="452" extrusionOk="0">
                    <a:moveTo>
                      <a:pt x="109" y="1"/>
                    </a:moveTo>
                    <a:lnTo>
                      <a:pt x="1" y="17"/>
                    </a:lnTo>
                    <a:cubicBezTo>
                      <a:pt x="14" y="99"/>
                      <a:pt x="14" y="180"/>
                      <a:pt x="14" y="262"/>
                    </a:cubicBezTo>
                    <a:lnTo>
                      <a:pt x="14" y="452"/>
                    </a:lnTo>
                    <a:lnTo>
                      <a:pt x="122" y="452"/>
                    </a:lnTo>
                    <a:lnTo>
                      <a:pt x="122" y="262"/>
                    </a:lnTo>
                    <a:cubicBezTo>
                      <a:pt x="122" y="180"/>
                      <a:pt x="122" y="99"/>
                      <a:pt x="10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3" name="Google Shape;1553;p20"/>
              <p:cNvSpPr/>
              <p:nvPr/>
            </p:nvSpPr>
            <p:spPr>
              <a:xfrm>
                <a:off x="2283223" y="2238223"/>
                <a:ext cx="34832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272" h="436" extrusionOk="0">
                    <a:moveTo>
                      <a:pt x="108" y="0"/>
                    </a:moveTo>
                    <a:lnTo>
                      <a:pt x="1" y="43"/>
                    </a:lnTo>
                    <a:cubicBezTo>
                      <a:pt x="66" y="177"/>
                      <a:pt x="122" y="301"/>
                      <a:pt x="164" y="435"/>
                    </a:cubicBezTo>
                    <a:lnTo>
                      <a:pt x="272" y="409"/>
                    </a:lnTo>
                    <a:cubicBezTo>
                      <a:pt x="229" y="272"/>
                      <a:pt x="177" y="125"/>
                      <a:pt x="10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4" name="Google Shape;1554;p20"/>
              <p:cNvSpPr/>
              <p:nvPr/>
            </p:nvSpPr>
            <p:spPr>
              <a:xfrm>
                <a:off x="2216633" y="2147430"/>
                <a:ext cx="49174" cy="50711"/>
              </a:xfrm>
              <a:custGeom>
                <a:avLst/>
                <a:gdLst/>
                <a:ahLst/>
                <a:cxnLst/>
                <a:rect l="l" t="t" r="r" b="b"/>
                <a:pathLst>
                  <a:path w="384" h="396" extrusionOk="0">
                    <a:moveTo>
                      <a:pt x="70" y="0"/>
                    </a:moveTo>
                    <a:lnTo>
                      <a:pt x="1" y="82"/>
                    </a:lnTo>
                    <a:cubicBezTo>
                      <a:pt x="96" y="180"/>
                      <a:pt x="207" y="288"/>
                      <a:pt x="289" y="396"/>
                    </a:cubicBezTo>
                    <a:lnTo>
                      <a:pt x="383" y="327"/>
                    </a:lnTo>
                    <a:cubicBezTo>
                      <a:pt x="289" y="206"/>
                      <a:pt x="177" y="98"/>
                      <a:pt x="7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5" name="Google Shape;1555;p20"/>
              <p:cNvSpPr/>
              <p:nvPr/>
            </p:nvSpPr>
            <p:spPr>
              <a:xfrm>
                <a:off x="2120846" y="2090061"/>
                <a:ext cx="57882" cy="36496"/>
              </a:xfrm>
              <a:custGeom>
                <a:avLst/>
                <a:gdLst/>
                <a:ahLst/>
                <a:cxnLst/>
                <a:rect l="l" t="t" r="r" b="b"/>
                <a:pathLst>
                  <a:path w="452" h="285" extrusionOk="0">
                    <a:moveTo>
                      <a:pt x="43" y="0"/>
                    </a:moveTo>
                    <a:lnTo>
                      <a:pt x="0" y="108"/>
                    </a:lnTo>
                    <a:cubicBezTo>
                      <a:pt x="138" y="151"/>
                      <a:pt x="272" y="219"/>
                      <a:pt x="396" y="285"/>
                    </a:cubicBezTo>
                    <a:lnTo>
                      <a:pt x="451" y="190"/>
                    </a:lnTo>
                    <a:cubicBezTo>
                      <a:pt x="314" y="108"/>
                      <a:pt x="177" y="56"/>
                      <a:pt x="4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6" name="Google Shape;1556;p20"/>
              <p:cNvSpPr/>
              <p:nvPr/>
            </p:nvSpPr>
            <p:spPr>
              <a:xfrm>
                <a:off x="2316262" y="2911293"/>
                <a:ext cx="13958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9" extrusionOk="0">
                    <a:moveTo>
                      <a:pt x="1" y="0"/>
                    </a:moveTo>
                    <a:lnTo>
                      <a:pt x="1" y="438"/>
                    </a:lnTo>
                    <a:lnTo>
                      <a:pt x="109" y="438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7" name="Google Shape;1557;p20"/>
              <p:cNvSpPr/>
              <p:nvPr/>
            </p:nvSpPr>
            <p:spPr>
              <a:xfrm>
                <a:off x="1718105" y="4003368"/>
                <a:ext cx="15623" cy="5570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435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22" y="435"/>
                    </a:lnTo>
                    <a:lnTo>
                      <a:pt x="12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8" name="Google Shape;1558;p20"/>
              <p:cNvSpPr/>
              <p:nvPr/>
            </p:nvSpPr>
            <p:spPr>
              <a:xfrm>
                <a:off x="1718105" y="4114650"/>
                <a:ext cx="15623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122" h="452" extrusionOk="0">
                    <a:moveTo>
                      <a:pt x="1" y="1"/>
                    </a:moveTo>
                    <a:lnTo>
                      <a:pt x="1" y="452"/>
                    </a:lnTo>
                    <a:lnTo>
                      <a:pt x="122" y="452"/>
                    </a:lnTo>
                    <a:lnTo>
                      <a:pt x="12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9" name="Google Shape;1559;p20"/>
              <p:cNvSpPr/>
              <p:nvPr/>
            </p:nvSpPr>
            <p:spPr>
              <a:xfrm>
                <a:off x="1718105" y="3889909"/>
                <a:ext cx="15623" cy="57498"/>
              </a:xfrm>
              <a:custGeom>
                <a:avLst/>
                <a:gdLst/>
                <a:ahLst/>
                <a:cxnLst/>
                <a:rect l="l" t="t" r="r" b="b"/>
                <a:pathLst>
                  <a:path w="122" h="449" extrusionOk="0">
                    <a:moveTo>
                      <a:pt x="1" y="0"/>
                    </a:moveTo>
                    <a:lnTo>
                      <a:pt x="1" y="14"/>
                    </a:lnTo>
                    <a:lnTo>
                      <a:pt x="1" y="177"/>
                    </a:lnTo>
                    <a:lnTo>
                      <a:pt x="1" y="448"/>
                    </a:lnTo>
                    <a:lnTo>
                      <a:pt x="122" y="448"/>
                    </a:lnTo>
                    <a:lnTo>
                      <a:pt x="12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0" name="Google Shape;1560;p20"/>
              <p:cNvSpPr/>
              <p:nvPr/>
            </p:nvSpPr>
            <p:spPr>
              <a:xfrm>
                <a:off x="1718105" y="4228109"/>
                <a:ext cx="15623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22" h="439" extrusionOk="0">
                    <a:moveTo>
                      <a:pt x="1" y="0"/>
                    </a:moveTo>
                    <a:lnTo>
                      <a:pt x="1" y="438"/>
                    </a:lnTo>
                    <a:lnTo>
                      <a:pt x="122" y="438"/>
                    </a:lnTo>
                    <a:lnTo>
                      <a:pt x="12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1" name="Google Shape;1561;p20"/>
              <p:cNvSpPr/>
              <p:nvPr/>
            </p:nvSpPr>
            <p:spPr>
              <a:xfrm>
                <a:off x="1718105" y="4341568"/>
                <a:ext cx="15623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22" h="436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22" y="435"/>
                    </a:lnTo>
                    <a:lnTo>
                      <a:pt x="12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2" name="Google Shape;1562;p20"/>
              <p:cNvSpPr/>
              <p:nvPr/>
            </p:nvSpPr>
            <p:spPr>
              <a:xfrm>
                <a:off x="1718105" y="4453362"/>
                <a:ext cx="15623" cy="5570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435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22" y="435"/>
                    </a:lnTo>
                    <a:lnTo>
                      <a:pt x="12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3" name="Google Shape;1563;p20"/>
              <p:cNvSpPr/>
              <p:nvPr/>
            </p:nvSpPr>
            <p:spPr>
              <a:xfrm>
                <a:off x="1718105" y="4678103"/>
                <a:ext cx="15623" cy="59547"/>
              </a:xfrm>
              <a:custGeom>
                <a:avLst/>
                <a:gdLst/>
                <a:ahLst/>
                <a:cxnLst/>
                <a:rect l="l" t="t" r="r" b="b"/>
                <a:pathLst>
                  <a:path w="122" h="465" extrusionOk="0">
                    <a:moveTo>
                      <a:pt x="1" y="0"/>
                    </a:moveTo>
                    <a:lnTo>
                      <a:pt x="1" y="30"/>
                    </a:lnTo>
                    <a:lnTo>
                      <a:pt x="1" y="451"/>
                    </a:lnTo>
                    <a:lnTo>
                      <a:pt x="1" y="464"/>
                    </a:lnTo>
                    <a:lnTo>
                      <a:pt x="122" y="464"/>
                    </a:lnTo>
                    <a:lnTo>
                      <a:pt x="122" y="451"/>
                    </a:lnTo>
                    <a:lnTo>
                      <a:pt x="122" y="30"/>
                    </a:lnTo>
                    <a:lnTo>
                      <a:pt x="12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4" name="Google Shape;1564;p20"/>
              <p:cNvSpPr/>
              <p:nvPr/>
            </p:nvSpPr>
            <p:spPr>
              <a:xfrm>
                <a:off x="1718105" y="4566693"/>
                <a:ext cx="15623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22" h="436" extrusionOk="0">
                    <a:moveTo>
                      <a:pt x="1" y="1"/>
                    </a:moveTo>
                    <a:lnTo>
                      <a:pt x="1" y="436"/>
                    </a:lnTo>
                    <a:lnTo>
                      <a:pt x="122" y="436"/>
                    </a:lnTo>
                    <a:lnTo>
                      <a:pt x="12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565" name="Google Shape;1565;p20"/>
          <p:cNvGrpSpPr/>
          <p:nvPr/>
        </p:nvGrpSpPr>
        <p:grpSpPr>
          <a:xfrm flipH="1">
            <a:off x="456093" y="4513162"/>
            <a:ext cx="514249" cy="630515"/>
            <a:chOff x="1551613" y="4513162"/>
            <a:chExt cx="514249" cy="630515"/>
          </a:xfrm>
        </p:grpSpPr>
        <p:grpSp>
          <p:nvGrpSpPr>
            <p:cNvPr id="1566" name="Google Shape;1566;p20"/>
            <p:cNvGrpSpPr/>
            <p:nvPr/>
          </p:nvGrpSpPr>
          <p:grpSpPr>
            <a:xfrm>
              <a:off x="1551613" y="4513162"/>
              <a:ext cx="347653" cy="630515"/>
              <a:chOff x="3816307" y="2352225"/>
              <a:chExt cx="1213027" cy="2199981"/>
            </a:xfrm>
          </p:grpSpPr>
          <p:sp>
            <p:nvSpPr>
              <p:cNvPr id="1567" name="Google Shape;1567;p20"/>
              <p:cNvSpPr/>
              <p:nvPr/>
            </p:nvSpPr>
            <p:spPr>
              <a:xfrm>
                <a:off x="3816307" y="2353110"/>
                <a:ext cx="1213027" cy="1210194"/>
              </a:xfrm>
              <a:custGeom>
                <a:avLst/>
                <a:gdLst/>
                <a:ahLst/>
                <a:cxnLst/>
                <a:rect l="l" t="t" r="r" b="b"/>
                <a:pathLst>
                  <a:path w="6852" h="6836" extrusionOk="0">
                    <a:moveTo>
                      <a:pt x="3422" y="1"/>
                    </a:moveTo>
                    <a:cubicBezTo>
                      <a:pt x="1540" y="1"/>
                      <a:pt x="14" y="1519"/>
                      <a:pt x="1" y="3404"/>
                    </a:cubicBezTo>
                    <a:cubicBezTo>
                      <a:pt x="1" y="5299"/>
                      <a:pt x="1524" y="6836"/>
                      <a:pt x="3420" y="6836"/>
                    </a:cubicBezTo>
                    <a:cubicBezTo>
                      <a:pt x="3430" y="6836"/>
                      <a:pt x="3440" y="6836"/>
                      <a:pt x="3450" y="6836"/>
                    </a:cubicBezTo>
                    <a:cubicBezTo>
                      <a:pt x="5316" y="6836"/>
                      <a:pt x="6836" y="5315"/>
                      <a:pt x="6852" y="3433"/>
                    </a:cubicBezTo>
                    <a:cubicBezTo>
                      <a:pt x="6852" y="1540"/>
                      <a:pt x="5326" y="1"/>
                      <a:pt x="3446" y="1"/>
                    </a:cubicBezTo>
                    <a:cubicBezTo>
                      <a:pt x="3438" y="1"/>
                      <a:pt x="3430" y="1"/>
                      <a:pt x="342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8" name="Google Shape;1568;p20"/>
              <p:cNvSpPr/>
              <p:nvPr/>
            </p:nvSpPr>
            <p:spPr>
              <a:xfrm>
                <a:off x="4199402" y="2832867"/>
                <a:ext cx="361854" cy="1719340"/>
              </a:xfrm>
              <a:custGeom>
                <a:avLst/>
                <a:gdLst/>
                <a:ahLst/>
                <a:cxnLst/>
                <a:rect l="l" t="t" r="r" b="b"/>
                <a:pathLst>
                  <a:path w="2044" h="9712" extrusionOk="0">
                    <a:moveTo>
                      <a:pt x="1187" y="1"/>
                    </a:moveTo>
                    <a:lnTo>
                      <a:pt x="929" y="3420"/>
                    </a:lnTo>
                    <a:lnTo>
                      <a:pt x="14" y="2262"/>
                    </a:lnTo>
                    <a:lnTo>
                      <a:pt x="1" y="2276"/>
                    </a:lnTo>
                    <a:lnTo>
                      <a:pt x="900" y="3815"/>
                    </a:lnTo>
                    <a:lnTo>
                      <a:pt x="736" y="9712"/>
                    </a:lnTo>
                    <a:lnTo>
                      <a:pt x="1635" y="9712"/>
                    </a:lnTo>
                    <a:lnTo>
                      <a:pt x="1364" y="1854"/>
                    </a:lnTo>
                    <a:lnTo>
                      <a:pt x="2044" y="1020"/>
                    </a:lnTo>
                    <a:lnTo>
                      <a:pt x="2031" y="1007"/>
                    </a:lnTo>
                    <a:lnTo>
                      <a:pt x="1351" y="1648"/>
                    </a:lnTo>
                    <a:lnTo>
                      <a:pt x="1240" y="14"/>
                    </a:lnTo>
                    <a:lnTo>
                      <a:pt x="11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9" name="Google Shape;1569;p20"/>
              <p:cNvSpPr/>
              <p:nvPr/>
            </p:nvSpPr>
            <p:spPr>
              <a:xfrm>
                <a:off x="4331999" y="2352225"/>
                <a:ext cx="697331" cy="1211079"/>
              </a:xfrm>
              <a:custGeom>
                <a:avLst/>
                <a:gdLst/>
                <a:ahLst/>
                <a:cxnLst/>
                <a:rect l="l" t="t" r="r" b="b"/>
                <a:pathLst>
                  <a:path w="3939" h="6841" extrusionOk="0">
                    <a:moveTo>
                      <a:pt x="383" y="1"/>
                    </a:moveTo>
                    <a:cubicBezTo>
                      <a:pt x="248" y="1"/>
                      <a:pt x="120" y="13"/>
                      <a:pt x="0" y="32"/>
                    </a:cubicBezTo>
                    <a:cubicBezTo>
                      <a:pt x="1651" y="290"/>
                      <a:pt x="2903" y="1722"/>
                      <a:pt x="2903" y="3438"/>
                    </a:cubicBezTo>
                    <a:cubicBezTo>
                      <a:pt x="2890" y="5141"/>
                      <a:pt x="1635" y="6556"/>
                      <a:pt x="0" y="6801"/>
                    </a:cubicBezTo>
                    <a:cubicBezTo>
                      <a:pt x="164" y="6828"/>
                      <a:pt x="327" y="6841"/>
                      <a:pt x="507" y="6841"/>
                    </a:cubicBezTo>
                    <a:cubicBezTo>
                      <a:pt x="517" y="6841"/>
                      <a:pt x="527" y="6841"/>
                      <a:pt x="537" y="6841"/>
                    </a:cubicBezTo>
                    <a:cubicBezTo>
                      <a:pt x="2403" y="6841"/>
                      <a:pt x="3923" y="5320"/>
                      <a:pt x="3939" y="3438"/>
                    </a:cubicBezTo>
                    <a:cubicBezTo>
                      <a:pt x="3939" y="1545"/>
                      <a:pt x="2413" y="6"/>
                      <a:pt x="533" y="6"/>
                    </a:cubicBezTo>
                    <a:cubicBezTo>
                      <a:pt x="482" y="2"/>
                      <a:pt x="432" y="1"/>
                      <a:pt x="383" y="1"/>
                    </a:cubicBezTo>
                    <a:close/>
                  </a:path>
                </a:pathLst>
              </a:custGeom>
              <a:solidFill>
                <a:srgbClr val="473A50">
                  <a:alpha val="434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70" name="Google Shape;1570;p20"/>
            <p:cNvGrpSpPr/>
            <p:nvPr/>
          </p:nvGrpSpPr>
          <p:grpSpPr>
            <a:xfrm>
              <a:off x="1899071" y="4839761"/>
              <a:ext cx="166791" cy="302717"/>
              <a:chOff x="3816307" y="2352225"/>
              <a:chExt cx="1213027" cy="2199981"/>
            </a:xfrm>
          </p:grpSpPr>
          <p:sp>
            <p:nvSpPr>
              <p:cNvPr id="1571" name="Google Shape;1571;p20"/>
              <p:cNvSpPr/>
              <p:nvPr/>
            </p:nvSpPr>
            <p:spPr>
              <a:xfrm>
                <a:off x="3816307" y="2353110"/>
                <a:ext cx="1213027" cy="1210194"/>
              </a:xfrm>
              <a:custGeom>
                <a:avLst/>
                <a:gdLst/>
                <a:ahLst/>
                <a:cxnLst/>
                <a:rect l="l" t="t" r="r" b="b"/>
                <a:pathLst>
                  <a:path w="6852" h="6836" extrusionOk="0">
                    <a:moveTo>
                      <a:pt x="3422" y="1"/>
                    </a:moveTo>
                    <a:cubicBezTo>
                      <a:pt x="1540" y="1"/>
                      <a:pt x="14" y="1519"/>
                      <a:pt x="1" y="3404"/>
                    </a:cubicBezTo>
                    <a:cubicBezTo>
                      <a:pt x="1" y="5299"/>
                      <a:pt x="1524" y="6836"/>
                      <a:pt x="3420" y="6836"/>
                    </a:cubicBezTo>
                    <a:cubicBezTo>
                      <a:pt x="3430" y="6836"/>
                      <a:pt x="3440" y="6836"/>
                      <a:pt x="3450" y="6836"/>
                    </a:cubicBezTo>
                    <a:cubicBezTo>
                      <a:pt x="5316" y="6836"/>
                      <a:pt x="6836" y="5315"/>
                      <a:pt x="6852" y="3433"/>
                    </a:cubicBezTo>
                    <a:cubicBezTo>
                      <a:pt x="6852" y="1540"/>
                      <a:pt x="5326" y="1"/>
                      <a:pt x="3446" y="1"/>
                    </a:cubicBezTo>
                    <a:cubicBezTo>
                      <a:pt x="3438" y="1"/>
                      <a:pt x="3430" y="1"/>
                      <a:pt x="342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2" name="Google Shape;1572;p20"/>
              <p:cNvSpPr/>
              <p:nvPr/>
            </p:nvSpPr>
            <p:spPr>
              <a:xfrm>
                <a:off x="4199402" y="2832867"/>
                <a:ext cx="361854" cy="1719340"/>
              </a:xfrm>
              <a:custGeom>
                <a:avLst/>
                <a:gdLst/>
                <a:ahLst/>
                <a:cxnLst/>
                <a:rect l="l" t="t" r="r" b="b"/>
                <a:pathLst>
                  <a:path w="2044" h="9712" extrusionOk="0">
                    <a:moveTo>
                      <a:pt x="1187" y="1"/>
                    </a:moveTo>
                    <a:lnTo>
                      <a:pt x="929" y="3420"/>
                    </a:lnTo>
                    <a:lnTo>
                      <a:pt x="14" y="2262"/>
                    </a:lnTo>
                    <a:lnTo>
                      <a:pt x="1" y="2276"/>
                    </a:lnTo>
                    <a:lnTo>
                      <a:pt x="900" y="3815"/>
                    </a:lnTo>
                    <a:lnTo>
                      <a:pt x="736" y="9712"/>
                    </a:lnTo>
                    <a:lnTo>
                      <a:pt x="1635" y="9712"/>
                    </a:lnTo>
                    <a:lnTo>
                      <a:pt x="1364" y="1854"/>
                    </a:lnTo>
                    <a:lnTo>
                      <a:pt x="2044" y="1020"/>
                    </a:lnTo>
                    <a:lnTo>
                      <a:pt x="2031" y="1007"/>
                    </a:lnTo>
                    <a:lnTo>
                      <a:pt x="1351" y="1648"/>
                    </a:lnTo>
                    <a:lnTo>
                      <a:pt x="1240" y="14"/>
                    </a:lnTo>
                    <a:lnTo>
                      <a:pt x="11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3" name="Google Shape;1573;p20"/>
              <p:cNvSpPr/>
              <p:nvPr/>
            </p:nvSpPr>
            <p:spPr>
              <a:xfrm>
                <a:off x="4331999" y="2352225"/>
                <a:ext cx="697331" cy="1211079"/>
              </a:xfrm>
              <a:custGeom>
                <a:avLst/>
                <a:gdLst/>
                <a:ahLst/>
                <a:cxnLst/>
                <a:rect l="l" t="t" r="r" b="b"/>
                <a:pathLst>
                  <a:path w="3939" h="6841" extrusionOk="0">
                    <a:moveTo>
                      <a:pt x="383" y="1"/>
                    </a:moveTo>
                    <a:cubicBezTo>
                      <a:pt x="248" y="1"/>
                      <a:pt x="120" y="13"/>
                      <a:pt x="0" y="32"/>
                    </a:cubicBezTo>
                    <a:cubicBezTo>
                      <a:pt x="1651" y="290"/>
                      <a:pt x="2903" y="1722"/>
                      <a:pt x="2903" y="3438"/>
                    </a:cubicBezTo>
                    <a:cubicBezTo>
                      <a:pt x="2890" y="5141"/>
                      <a:pt x="1635" y="6556"/>
                      <a:pt x="0" y="6801"/>
                    </a:cubicBezTo>
                    <a:cubicBezTo>
                      <a:pt x="164" y="6828"/>
                      <a:pt x="327" y="6841"/>
                      <a:pt x="507" y="6841"/>
                    </a:cubicBezTo>
                    <a:cubicBezTo>
                      <a:pt x="517" y="6841"/>
                      <a:pt x="527" y="6841"/>
                      <a:pt x="537" y="6841"/>
                    </a:cubicBezTo>
                    <a:cubicBezTo>
                      <a:pt x="2403" y="6841"/>
                      <a:pt x="3923" y="5320"/>
                      <a:pt x="3939" y="3438"/>
                    </a:cubicBezTo>
                    <a:cubicBezTo>
                      <a:pt x="3939" y="1545"/>
                      <a:pt x="2413" y="6"/>
                      <a:pt x="533" y="6"/>
                    </a:cubicBezTo>
                    <a:cubicBezTo>
                      <a:pt x="482" y="2"/>
                      <a:pt x="432" y="1"/>
                      <a:pt x="383" y="1"/>
                    </a:cubicBezTo>
                    <a:close/>
                  </a:path>
                </a:pathLst>
              </a:custGeom>
              <a:solidFill>
                <a:srgbClr val="473A50">
                  <a:alpha val="434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574" name="Google Shape;1574;p20"/>
          <p:cNvGrpSpPr/>
          <p:nvPr/>
        </p:nvGrpSpPr>
        <p:grpSpPr>
          <a:xfrm>
            <a:off x="-1359250" y="-107675"/>
            <a:ext cx="2079250" cy="1802500"/>
            <a:chOff x="349725" y="59275"/>
            <a:chExt cx="2079250" cy="1802500"/>
          </a:xfrm>
        </p:grpSpPr>
        <p:sp>
          <p:nvSpPr>
            <p:cNvPr id="1575" name="Google Shape;1575;p20"/>
            <p:cNvSpPr/>
            <p:nvPr/>
          </p:nvSpPr>
          <p:spPr>
            <a:xfrm>
              <a:off x="349725" y="59275"/>
              <a:ext cx="2079250" cy="1802500"/>
            </a:xfrm>
            <a:custGeom>
              <a:avLst/>
              <a:gdLst/>
              <a:ahLst/>
              <a:cxnLst/>
              <a:rect l="l" t="t" r="r" b="b"/>
              <a:pathLst>
                <a:path w="83170" h="72100" extrusionOk="0">
                  <a:moveTo>
                    <a:pt x="66287" y="0"/>
                  </a:moveTo>
                  <a:lnTo>
                    <a:pt x="66287" y="48908"/>
                  </a:lnTo>
                  <a:lnTo>
                    <a:pt x="66211" y="49080"/>
                  </a:lnTo>
                  <a:lnTo>
                    <a:pt x="66287" y="49386"/>
                  </a:lnTo>
                  <a:cubicBezTo>
                    <a:pt x="66287" y="50265"/>
                    <a:pt x="66058" y="52579"/>
                    <a:pt x="64777" y="53860"/>
                  </a:cubicBezTo>
                  <a:cubicBezTo>
                    <a:pt x="63898" y="54739"/>
                    <a:pt x="62311" y="55217"/>
                    <a:pt x="59997" y="55217"/>
                  </a:cubicBezTo>
                  <a:lnTo>
                    <a:pt x="0" y="55217"/>
                  </a:lnTo>
                  <a:lnTo>
                    <a:pt x="0" y="72100"/>
                  </a:lnTo>
                  <a:lnTo>
                    <a:pt x="59997" y="72100"/>
                  </a:lnTo>
                  <a:cubicBezTo>
                    <a:pt x="68926" y="72100"/>
                    <a:pt x="74260" y="68429"/>
                    <a:pt x="77128" y="65331"/>
                  </a:cubicBezTo>
                  <a:cubicBezTo>
                    <a:pt x="83093" y="59041"/>
                    <a:pt x="83170" y="50743"/>
                    <a:pt x="83170" y="48755"/>
                  </a:cubicBezTo>
                  <a:lnTo>
                    <a:pt x="8317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dist="57150" dir="21540000" algn="bl" rotWithShape="0">
                <a:schemeClr val="dk1">
                  <a:alpha val="3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1576;p20"/>
            <p:cNvSpPr/>
            <p:nvPr/>
          </p:nvSpPr>
          <p:spPr>
            <a:xfrm>
              <a:off x="443400" y="166800"/>
              <a:ext cx="1782450" cy="1503775"/>
            </a:xfrm>
            <a:custGeom>
              <a:avLst/>
              <a:gdLst/>
              <a:ahLst/>
              <a:cxnLst/>
              <a:rect l="l" t="t" r="r" b="b"/>
              <a:pathLst>
                <a:path w="71298" h="60151" extrusionOk="0">
                  <a:moveTo>
                    <a:pt x="70666" y="1"/>
                  </a:moveTo>
                  <a:lnTo>
                    <a:pt x="70666" y="2544"/>
                  </a:lnTo>
                  <a:lnTo>
                    <a:pt x="71297" y="2544"/>
                  </a:lnTo>
                  <a:lnTo>
                    <a:pt x="71297" y="1"/>
                  </a:lnTo>
                  <a:close/>
                  <a:moveTo>
                    <a:pt x="70666" y="5106"/>
                  </a:moveTo>
                  <a:lnTo>
                    <a:pt x="70666" y="7649"/>
                  </a:lnTo>
                  <a:lnTo>
                    <a:pt x="71297" y="7649"/>
                  </a:lnTo>
                  <a:lnTo>
                    <a:pt x="71297" y="5106"/>
                  </a:lnTo>
                  <a:close/>
                  <a:moveTo>
                    <a:pt x="70666" y="10192"/>
                  </a:moveTo>
                  <a:lnTo>
                    <a:pt x="70666" y="12754"/>
                  </a:lnTo>
                  <a:lnTo>
                    <a:pt x="71297" y="12754"/>
                  </a:lnTo>
                  <a:lnTo>
                    <a:pt x="71297" y="10192"/>
                  </a:lnTo>
                  <a:close/>
                  <a:moveTo>
                    <a:pt x="70666" y="15297"/>
                  </a:moveTo>
                  <a:lnTo>
                    <a:pt x="70666" y="17839"/>
                  </a:lnTo>
                  <a:lnTo>
                    <a:pt x="71297" y="17839"/>
                  </a:lnTo>
                  <a:lnTo>
                    <a:pt x="71297" y="15297"/>
                  </a:lnTo>
                  <a:close/>
                  <a:moveTo>
                    <a:pt x="70666" y="20401"/>
                  </a:moveTo>
                  <a:lnTo>
                    <a:pt x="70666" y="22944"/>
                  </a:lnTo>
                  <a:lnTo>
                    <a:pt x="71297" y="22944"/>
                  </a:lnTo>
                  <a:lnTo>
                    <a:pt x="71297" y="20401"/>
                  </a:lnTo>
                  <a:close/>
                  <a:moveTo>
                    <a:pt x="70666" y="25487"/>
                  </a:moveTo>
                  <a:lnTo>
                    <a:pt x="70666" y="28049"/>
                  </a:lnTo>
                  <a:lnTo>
                    <a:pt x="71297" y="28049"/>
                  </a:lnTo>
                  <a:lnTo>
                    <a:pt x="71297" y="25487"/>
                  </a:lnTo>
                  <a:close/>
                  <a:moveTo>
                    <a:pt x="70666" y="30592"/>
                  </a:moveTo>
                  <a:lnTo>
                    <a:pt x="70666" y="33135"/>
                  </a:lnTo>
                  <a:lnTo>
                    <a:pt x="71297" y="33135"/>
                  </a:lnTo>
                  <a:lnTo>
                    <a:pt x="71297" y="30592"/>
                  </a:lnTo>
                  <a:close/>
                  <a:moveTo>
                    <a:pt x="70666" y="35697"/>
                  </a:moveTo>
                  <a:lnTo>
                    <a:pt x="70666" y="38240"/>
                  </a:lnTo>
                  <a:lnTo>
                    <a:pt x="71297" y="38240"/>
                  </a:lnTo>
                  <a:lnTo>
                    <a:pt x="71297" y="35697"/>
                  </a:lnTo>
                  <a:close/>
                  <a:moveTo>
                    <a:pt x="70666" y="40783"/>
                  </a:moveTo>
                  <a:lnTo>
                    <a:pt x="70666" y="43345"/>
                  </a:lnTo>
                  <a:lnTo>
                    <a:pt x="71297" y="43345"/>
                  </a:lnTo>
                  <a:lnTo>
                    <a:pt x="71297" y="40783"/>
                  </a:lnTo>
                  <a:close/>
                  <a:moveTo>
                    <a:pt x="70666" y="45888"/>
                  </a:moveTo>
                  <a:cubicBezTo>
                    <a:pt x="70590" y="46442"/>
                    <a:pt x="70590" y="47322"/>
                    <a:pt x="70341" y="48354"/>
                  </a:cubicBezTo>
                  <a:lnTo>
                    <a:pt x="70991" y="48526"/>
                  </a:lnTo>
                  <a:cubicBezTo>
                    <a:pt x="71221" y="47398"/>
                    <a:pt x="71221" y="46519"/>
                    <a:pt x="71297" y="45888"/>
                  </a:cubicBezTo>
                  <a:close/>
                  <a:moveTo>
                    <a:pt x="69787" y="50821"/>
                  </a:moveTo>
                  <a:cubicBezTo>
                    <a:pt x="69481" y="51624"/>
                    <a:pt x="69156" y="52427"/>
                    <a:pt x="68754" y="53058"/>
                  </a:cubicBezTo>
                  <a:lnTo>
                    <a:pt x="69309" y="53383"/>
                  </a:lnTo>
                  <a:cubicBezTo>
                    <a:pt x="69710" y="52656"/>
                    <a:pt x="70112" y="51872"/>
                    <a:pt x="70341" y="50993"/>
                  </a:cubicBezTo>
                  <a:lnTo>
                    <a:pt x="69787" y="50821"/>
                  </a:lnTo>
                  <a:close/>
                  <a:moveTo>
                    <a:pt x="67397" y="55122"/>
                  </a:moveTo>
                  <a:cubicBezTo>
                    <a:pt x="66842" y="55773"/>
                    <a:pt x="66211" y="56327"/>
                    <a:pt x="65561" y="56805"/>
                  </a:cubicBezTo>
                  <a:lnTo>
                    <a:pt x="65963" y="57359"/>
                  </a:lnTo>
                  <a:cubicBezTo>
                    <a:pt x="66689" y="56805"/>
                    <a:pt x="67320" y="56251"/>
                    <a:pt x="67875" y="55524"/>
                  </a:cubicBezTo>
                  <a:lnTo>
                    <a:pt x="67397" y="55122"/>
                  </a:lnTo>
                  <a:close/>
                  <a:moveTo>
                    <a:pt x="63420" y="58086"/>
                  </a:moveTo>
                  <a:cubicBezTo>
                    <a:pt x="62693" y="58392"/>
                    <a:pt x="61910" y="58717"/>
                    <a:pt x="61107" y="58946"/>
                  </a:cubicBezTo>
                  <a:lnTo>
                    <a:pt x="61259" y="59520"/>
                  </a:lnTo>
                  <a:cubicBezTo>
                    <a:pt x="62139" y="59348"/>
                    <a:pt x="62942" y="59042"/>
                    <a:pt x="63745" y="58640"/>
                  </a:cubicBezTo>
                  <a:lnTo>
                    <a:pt x="63420" y="58086"/>
                  </a:lnTo>
                  <a:close/>
                  <a:moveTo>
                    <a:pt x="1" y="59520"/>
                  </a:moveTo>
                  <a:lnTo>
                    <a:pt x="1" y="60151"/>
                  </a:lnTo>
                  <a:lnTo>
                    <a:pt x="2563" y="60151"/>
                  </a:lnTo>
                  <a:lnTo>
                    <a:pt x="2563" y="59520"/>
                  </a:lnTo>
                  <a:close/>
                  <a:moveTo>
                    <a:pt x="5106" y="59520"/>
                  </a:moveTo>
                  <a:lnTo>
                    <a:pt x="5106" y="60151"/>
                  </a:lnTo>
                  <a:lnTo>
                    <a:pt x="7648" y="60151"/>
                  </a:lnTo>
                  <a:lnTo>
                    <a:pt x="7648" y="59520"/>
                  </a:lnTo>
                  <a:close/>
                  <a:moveTo>
                    <a:pt x="10210" y="59520"/>
                  </a:moveTo>
                  <a:lnTo>
                    <a:pt x="10210" y="60151"/>
                  </a:lnTo>
                  <a:lnTo>
                    <a:pt x="12753" y="60151"/>
                  </a:lnTo>
                  <a:lnTo>
                    <a:pt x="12753" y="59520"/>
                  </a:lnTo>
                  <a:close/>
                  <a:moveTo>
                    <a:pt x="15296" y="59520"/>
                  </a:moveTo>
                  <a:lnTo>
                    <a:pt x="15296" y="60151"/>
                  </a:lnTo>
                  <a:lnTo>
                    <a:pt x="17858" y="60151"/>
                  </a:lnTo>
                  <a:lnTo>
                    <a:pt x="17858" y="59520"/>
                  </a:lnTo>
                  <a:close/>
                  <a:moveTo>
                    <a:pt x="20401" y="59520"/>
                  </a:moveTo>
                  <a:lnTo>
                    <a:pt x="20401" y="60151"/>
                  </a:lnTo>
                  <a:lnTo>
                    <a:pt x="22944" y="60151"/>
                  </a:lnTo>
                  <a:lnTo>
                    <a:pt x="22944" y="59520"/>
                  </a:lnTo>
                  <a:close/>
                  <a:moveTo>
                    <a:pt x="25506" y="59520"/>
                  </a:moveTo>
                  <a:lnTo>
                    <a:pt x="25506" y="60151"/>
                  </a:lnTo>
                  <a:lnTo>
                    <a:pt x="28049" y="60151"/>
                  </a:lnTo>
                  <a:lnTo>
                    <a:pt x="28049" y="59520"/>
                  </a:lnTo>
                  <a:close/>
                  <a:moveTo>
                    <a:pt x="30592" y="59520"/>
                  </a:moveTo>
                  <a:lnTo>
                    <a:pt x="30592" y="60151"/>
                  </a:lnTo>
                  <a:lnTo>
                    <a:pt x="33154" y="60151"/>
                  </a:lnTo>
                  <a:lnTo>
                    <a:pt x="33154" y="59520"/>
                  </a:lnTo>
                  <a:close/>
                  <a:moveTo>
                    <a:pt x="35697" y="59520"/>
                  </a:moveTo>
                  <a:lnTo>
                    <a:pt x="35697" y="60151"/>
                  </a:lnTo>
                  <a:lnTo>
                    <a:pt x="38316" y="60151"/>
                  </a:lnTo>
                  <a:lnTo>
                    <a:pt x="38316" y="59520"/>
                  </a:lnTo>
                  <a:close/>
                  <a:moveTo>
                    <a:pt x="40878" y="59520"/>
                  </a:moveTo>
                  <a:lnTo>
                    <a:pt x="40878" y="60151"/>
                  </a:lnTo>
                  <a:lnTo>
                    <a:pt x="43421" y="60151"/>
                  </a:lnTo>
                  <a:lnTo>
                    <a:pt x="43421" y="59520"/>
                  </a:lnTo>
                  <a:close/>
                  <a:moveTo>
                    <a:pt x="45964" y="59520"/>
                  </a:moveTo>
                  <a:lnTo>
                    <a:pt x="45964" y="60151"/>
                  </a:lnTo>
                  <a:lnTo>
                    <a:pt x="48526" y="60151"/>
                  </a:lnTo>
                  <a:lnTo>
                    <a:pt x="48526" y="59520"/>
                  </a:lnTo>
                  <a:close/>
                  <a:moveTo>
                    <a:pt x="51069" y="59520"/>
                  </a:moveTo>
                  <a:lnTo>
                    <a:pt x="51069" y="60151"/>
                  </a:lnTo>
                  <a:lnTo>
                    <a:pt x="53612" y="60151"/>
                  </a:lnTo>
                  <a:lnTo>
                    <a:pt x="53612" y="59520"/>
                  </a:lnTo>
                  <a:close/>
                  <a:moveTo>
                    <a:pt x="58640" y="59348"/>
                  </a:moveTo>
                  <a:cubicBezTo>
                    <a:pt x="57914" y="59424"/>
                    <a:pt x="57130" y="59520"/>
                    <a:pt x="56250" y="59520"/>
                  </a:cubicBezTo>
                  <a:lnTo>
                    <a:pt x="56174" y="59520"/>
                  </a:lnTo>
                  <a:lnTo>
                    <a:pt x="56174" y="60151"/>
                  </a:lnTo>
                  <a:lnTo>
                    <a:pt x="56250" y="60151"/>
                  </a:lnTo>
                  <a:cubicBezTo>
                    <a:pt x="57130" y="60151"/>
                    <a:pt x="57914" y="60074"/>
                    <a:pt x="58717" y="59998"/>
                  </a:cubicBezTo>
                  <a:lnTo>
                    <a:pt x="58640" y="59348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77" name="Google Shape;1577;p20"/>
          <p:cNvGrpSpPr/>
          <p:nvPr/>
        </p:nvGrpSpPr>
        <p:grpSpPr>
          <a:xfrm>
            <a:off x="8319039" y="4002345"/>
            <a:ext cx="374657" cy="463150"/>
            <a:chOff x="8243489" y="4050570"/>
            <a:chExt cx="374657" cy="463150"/>
          </a:xfrm>
        </p:grpSpPr>
        <p:sp>
          <p:nvSpPr>
            <p:cNvPr id="1578" name="Google Shape;1578;p20"/>
            <p:cNvSpPr/>
            <p:nvPr/>
          </p:nvSpPr>
          <p:spPr>
            <a:xfrm>
              <a:off x="8243489" y="4051225"/>
              <a:ext cx="374657" cy="461828"/>
            </a:xfrm>
            <a:custGeom>
              <a:avLst/>
              <a:gdLst/>
              <a:ahLst/>
              <a:cxnLst/>
              <a:rect l="l" t="t" r="r" b="b"/>
              <a:pathLst>
                <a:path w="107815" h="132900" extrusionOk="0">
                  <a:moveTo>
                    <a:pt x="53908" y="30499"/>
                  </a:moveTo>
                  <a:cubicBezTo>
                    <a:pt x="65243" y="30499"/>
                    <a:pt x="74444" y="39725"/>
                    <a:pt x="74444" y="51162"/>
                  </a:cubicBezTo>
                  <a:cubicBezTo>
                    <a:pt x="74444" y="62472"/>
                    <a:pt x="65243" y="71698"/>
                    <a:pt x="53908" y="71698"/>
                  </a:cubicBezTo>
                  <a:cubicBezTo>
                    <a:pt x="42572" y="71698"/>
                    <a:pt x="33372" y="62472"/>
                    <a:pt x="33372" y="51162"/>
                  </a:cubicBezTo>
                  <a:cubicBezTo>
                    <a:pt x="33372" y="39725"/>
                    <a:pt x="42572" y="30499"/>
                    <a:pt x="53908" y="30499"/>
                  </a:cubicBezTo>
                  <a:close/>
                  <a:moveTo>
                    <a:pt x="53908" y="0"/>
                  </a:moveTo>
                  <a:cubicBezTo>
                    <a:pt x="24146" y="0"/>
                    <a:pt x="1" y="24145"/>
                    <a:pt x="1" y="53907"/>
                  </a:cubicBezTo>
                  <a:cubicBezTo>
                    <a:pt x="1" y="72867"/>
                    <a:pt x="9125" y="89489"/>
                    <a:pt x="19800" y="102629"/>
                  </a:cubicBezTo>
                  <a:cubicBezTo>
                    <a:pt x="35176" y="121462"/>
                    <a:pt x="53908" y="132899"/>
                    <a:pt x="53908" y="132899"/>
                  </a:cubicBezTo>
                  <a:cubicBezTo>
                    <a:pt x="53908" y="132899"/>
                    <a:pt x="107815" y="101460"/>
                    <a:pt x="107815" y="53907"/>
                  </a:cubicBezTo>
                  <a:cubicBezTo>
                    <a:pt x="107815" y="49993"/>
                    <a:pt x="107383" y="46282"/>
                    <a:pt x="106646" y="42571"/>
                  </a:cubicBezTo>
                  <a:cubicBezTo>
                    <a:pt x="101461" y="18223"/>
                    <a:pt x="79857" y="0"/>
                    <a:pt x="539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1579;p20"/>
            <p:cNvSpPr/>
            <p:nvPr/>
          </p:nvSpPr>
          <p:spPr>
            <a:xfrm>
              <a:off x="8244307" y="4050570"/>
              <a:ext cx="257600" cy="463150"/>
            </a:xfrm>
            <a:custGeom>
              <a:avLst/>
              <a:gdLst/>
              <a:ahLst/>
              <a:cxnLst/>
              <a:rect l="l" t="t" r="r" b="b"/>
              <a:pathLst>
                <a:path w="10304" h="18526" extrusionOk="0">
                  <a:moveTo>
                    <a:pt x="10304" y="569"/>
                  </a:moveTo>
                  <a:cubicBezTo>
                    <a:pt x="10352" y="391"/>
                    <a:pt x="7780" y="-157"/>
                    <a:pt x="6521" y="43"/>
                  </a:cubicBezTo>
                  <a:cubicBezTo>
                    <a:pt x="5262" y="243"/>
                    <a:pt x="3802" y="856"/>
                    <a:pt x="2749" y="1767"/>
                  </a:cubicBezTo>
                  <a:cubicBezTo>
                    <a:pt x="1697" y="2678"/>
                    <a:pt x="575" y="4056"/>
                    <a:pt x="206" y="5509"/>
                  </a:cubicBezTo>
                  <a:cubicBezTo>
                    <a:pt x="-163" y="6962"/>
                    <a:pt x="-24" y="8869"/>
                    <a:pt x="533" y="10485"/>
                  </a:cubicBezTo>
                  <a:cubicBezTo>
                    <a:pt x="1090" y="12102"/>
                    <a:pt x="2383" y="13868"/>
                    <a:pt x="3548" y="15208"/>
                  </a:cubicBezTo>
                  <a:cubicBezTo>
                    <a:pt x="4713" y="16548"/>
                    <a:pt x="7296" y="18466"/>
                    <a:pt x="7523" y="18525"/>
                  </a:cubicBezTo>
                  <a:cubicBezTo>
                    <a:pt x="7750" y="18584"/>
                    <a:pt x="5678" y="16542"/>
                    <a:pt x="4908" y="15561"/>
                  </a:cubicBezTo>
                  <a:cubicBezTo>
                    <a:pt x="4138" y="14580"/>
                    <a:pt x="3455" y="13897"/>
                    <a:pt x="2903" y="12640"/>
                  </a:cubicBezTo>
                  <a:cubicBezTo>
                    <a:pt x="2351" y="11383"/>
                    <a:pt x="1592" y="9536"/>
                    <a:pt x="1595" y="8020"/>
                  </a:cubicBezTo>
                  <a:cubicBezTo>
                    <a:pt x="1598" y="6504"/>
                    <a:pt x="2149" y="4697"/>
                    <a:pt x="2922" y="3546"/>
                  </a:cubicBezTo>
                  <a:cubicBezTo>
                    <a:pt x="3696" y="2395"/>
                    <a:pt x="5006" y="1609"/>
                    <a:pt x="6236" y="1113"/>
                  </a:cubicBezTo>
                  <a:cubicBezTo>
                    <a:pt x="7466" y="617"/>
                    <a:pt x="10257" y="747"/>
                    <a:pt x="10304" y="569"/>
                  </a:cubicBezTo>
                  <a:close/>
                </a:path>
              </a:pathLst>
            </a:custGeom>
            <a:solidFill>
              <a:srgbClr val="8162A7">
                <a:alpha val="45910"/>
              </a:srgbClr>
            </a:solidFill>
            <a:ln>
              <a:noFill/>
            </a:ln>
          </p:spPr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4" name="Google Shape;1794;p23"/>
          <p:cNvSpPr/>
          <p:nvPr/>
        </p:nvSpPr>
        <p:spPr>
          <a:xfrm flipH="1">
            <a:off x="-820831" y="4481688"/>
            <a:ext cx="3059100" cy="3059100"/>
          </a:xfrm>
          <a:prstGeom prst="ellipse">
            <a:avLst/>
          </a:prstGeom>
          <a:solidFill>
            <a:srgbClr val="897FBB">
              <a:alpha val="291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95" name="Google Shape;1795;p23"/>
          <p:cNvGrpSpPr/>
          <p:nvPr/>
        </p:nvGrpSpPr>
        <p:grpSpPr>
          <a:xfrm flipH="1">
            <a:off x="157091" y="4203130"/>
            <a:ext cx="1103228" cy="3337661"/>
            <a:chOff x="1825573" y="1896181"/>
            <a:chExt cx="964529" cy="2918046"/>
          </a:xfrm>
        </p:grpSpPr>
        <p:sp>
          <p:nvSpPr>
            <p:cNvPr id="1796" name="Google Shape;1796;p23"/>
            <p:cNvSpPr/>
            <p:nvPr/>
          </p:nvSpPr>
          <p:spPr>
            <a:xfrm>
              <a:off x="1825573" y="1896181"/>
              <a:ext cx="964529" cy="2918046"/>
            </a:xfrm>
            <a:custGeom>
              <a:avLst/>
              <a:gdLst/>
              <a:ahLst/>
              <a:cxnLst/>
              <a:rect l="l" t="t" r="r" b="b"/>
              <a:pathLst>
                <a:path w="7532" h="22787" extrusionOk="0">
                  <a:moveTo>
                    <a:pt x="3773" y="1"/>
                  </a:moveTo>
                  <a:cubicBezTo>
                    <a:pt x="1687" y="1"/>
                    <a:pt x="1" y="1691"/>
                    <a:pt x="1" y="3776"/>
                  </a:cubicBezTo>
                  <a:lnTo>
                    <a:pt x="1" y="15746"/>
                  </a:lnTo>
                  <a:lnTo>
                    <a:pt x="14" y="15746"/>
                  </a:lnTo>
                  <a:lnTo>
                    <a:pt x="14" y="22787"/>
                  </a:lnTo>
                  <a:lnTo>
                    <a:pt x="2861" y="22787"/>
                  </a:lnTo>
                  <a:lnTo>
                    <a:pt x="2861" y="13174"/>
                  </a:lnTo>
                  <a:lnTo>
                    <a:pt x="2861" y="3776"/>
                  </a:lnTo>
                  <a:cubicBezTo>
                    <a:pt x="2861" y="3269"/>
                    <a:pt x="3269" y="2861"/>
                    <a:pt x="3773" y="2861"/>
                  </a:cubicBezTo>
                  <a:cubicBezTo>
                    <a:pt x="4276" y="2861"/>
                    <a:pt x="4672" y="3269"/>
                    <a:pt x="4672" y="3776"/>
                  </a:cubicBezTo>
                  <a:lnTo>
                    <a:pt x="4672" y="8391"/>
                  </a:lnTo>
                  <a:lnTo>
                    <a:pt x="4672" y="22787"/>
                  </a:lnTo>
                  <a:lnTo>
                    <a:pt x="7532" y="22787"/>
                  </a:lnTo>
                  <a:lnTo>
                    <a:pt x="7532" y="7110"/>
                  </a:lnTo>
                  <a:lnTo>
                    <a:pt x="7532" y="3776"/>
                  </a:lnTo>
                  <a:cubicBezTo>
                    <a:pt x="7532" y="1691"/>
                    <a:pt x="5842" y="1"/>
                    <a:pt x="377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dist="76200" dir="2400000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97" name="Google Shape;1797;p23"/>
            <p:cNvGrpSpPr/>
            <p:nvPr/>
          </p:nvGrpSpPr>
          <p:grpSpPr>
            <a:xfrm>
              <a:off x="2001780" y="2072389"/>
              <a:ext cx="612115" cy="2698300"/>
              <a:chOff x="1718105" y="2072389"/>
              <a:chExt cx="612115" cy="2698300"/>
            </a:xfrm>
          </p:grpSpPr>
          <p:sp>
            <p:nvSpPr>
              <p:cNvPr id="1798" name="Google Shape;1798;p23"/>
              <p:cNvSpPr/>
              <p:nvPr/>
            </p:nvSpPr>
            <p:spPr>
              <a:xfrm>
                <a:off x="2316262" y="3811153"/>
                <a:ext cx="13958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9" extrusionOk="0">
                    <a:moveTo>
                      <a:pt x="1" y="1"/>
                    </a:moveTo>
                    <a:lnTo>
                      <a:pt x="1" y="439"/>
                    </a:lnTo>
                    <a:lnTo>
                      <a:pt x="109" y="439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9" name="Google Shape;1799;p23"/>
              <p:cNvSpPr/>
              <p:nvPr/>
            </p:nvSpPr>
            <p:spPr>
              <a:xfrm>
                <a:off x="2316262" y="3698207"/>
                <a:ext cx="13958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0" name="Google Shape;1800;p23"/>
              <p:cNvSpPr/>
              <p:nvPr/>
            </p:nvSpPr>
            <p:spPr>
              <a:xfrm>
                <a:off x="2316262" y="4036406"/>
                <a:ext cx="13958" cy="59547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65" extrusionOk="0">
                    <a:moveTo>
                      <a:pt x="1" y="0"/>
                    </a:moveTo>
                    <a:lnTo>
                      <a:pt x="1" y="27"/>
                    </a:lnTo>
                    <a:lnTo>
                      <a:pt x="1" y="435"/>
                    </a:lnTo>
                    <a:lnTo>
                      <a:pt x="1" y="465"/>
                    </a:lnTo>
                    <a:lnTo>
                      <a:pt x="109" y="465"/>
                    </a:lnTo>
                    <a:lnTo>
                      <a:pt x="109" y="435"/>
                    </a:lnTo>
                    <a:lnTo>
                      <a:pt x="109" y="27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1" name="Google Shape;1801;p23"/>
              <p:cNvSpPr/>
              <p:nvPr/>
            </p:nvSpPr>
            <p:spPr>
              <a:xfrm>
                <a:off x="2316262" y="3922948"/>
                <a:ext cx="13958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52" extrusionOk="0">
                    <a:moveTo>
                      <a:pt x="1" y="1"/>
                    </a:moveTo>
                    <a:lnTo>
                      <a:pt x="1" y="452"/>
                    </a:lnTo>
                    <a:lnTo>
                      <a:pt x="109" y="452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2" name="Google Shape;1802;p23"/>
              <p:cNvSpPr/>
              <p:nvPr/>
            </p:nvSpPr>
            <p:spPr>
              <a:xfrm>
                <a:off x="2316262" y="3023087"/>
                <a:ext cx="13958" cy="55705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5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3" name="Google Shape;1803;p23"/>
              <p:cNvSpPr/>
              <p:nvPr/>
            </p:nvSpPr>
            <p:spPr>
              <a:xfrm>
                <a:off x="2316262" y="3586412"/>
                <a:ext cx="13958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1" y="1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4" name="Google Shape;1804;p23"/>
              <p:cNvSpPr/>
              <p:nvPr/>
            </p:nvSpPr>
            <p:spPr>
              <a:xfrm>
                <a:off x="2316262" y="3472953"/>
                <a:ext cx="13958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1" y="1"/>
                    </a:moveTo>
                    <a:lnTo>
                      <a:pt x="1" y="436"/>
                    </a:lnTo>
                    <a:lnTo>
                      <a:pt x="109" y="436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5" name="Google Shape;1805;p23"/>
              <p:cNvSpPr/>
              <p:nvPr/>
            </p:nvSpPr>
            <p:spPr>
              <a:xfrm>
                <a:off x="2316262" y="3359623"/>
                <a:ext cx="13958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52" extrusionOk="0">
                    <a:moveTo>
                      <a:pt x="1" y="0"/>
                    </a:moveTo>
                    <a:lnTo>
                      <a:pt x="1" y="451"/>
                    </a:lnTo>
                    <a:lnTo>
                      <a:pt x="109" y="451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6" name="Google Shape;1806;p23"/>
              <p:cNvSpPr/>
              <p:nvPr/>
            </p:nvSpPr>
            <p:spPr>
              <a:xfrm>
                <a:off x="2316262" y="3134754"/>
                <a:ext cx="13958" cy="57498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49" extrusionOk="0">
                    <a:moveTo>
                      <a:pt x="1" y="1"/>
                    </a:moveTo>
                    <a:lnTo>
                      <a:pt x="1" y="449"/>
                    </a:lnTo>
                    <a:lnTo>
                      <a:pt x="109" y="449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7" name="Google Shape;1807;p23"/>
              <p:cNvSpPr/>
              <p:nvPr/>
            </p:nvSpPr>
            <p:spPr>
              <a:xfrm>
                <a:off x="2316262" y="3248213"/>
                <a:ext cx="13958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1" y="1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8" name="Google Shape;1808;p23"/>
              <p:cNvSpPr/>
              <p:nvPr/>
            </p:nvSpPr>
            <p:spPr>
              <a:xfrm>
                <a:off x="2316262" y="4714855"/>
                <a:ext cx="13958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1" y="1"/>
                    </a:moveTo>
                    <a:lnTo>
                      <a:pt x="1" y="436"/>
                    </a:lnTo>
                    <a:lnTo>
                      <a:pt x="109" y="436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9" name="Google Shape;1809;p23"/>
              <p:cNvSpPr/>
              <p:nvPr/>
            </p:nvSpPr>
            <p:spPr>
              <a:xfrm>
                <a:off x="2316262" y="4601524"/>
                <a:ext cx="13958" cy="57370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48" extrusionOk="0">
                    <a:moveTo>
                      <a:pt x="1" y="0"/>
                    </a:moveTo>
                    <a:lnTo>
                      <a:pt x="1" y="448"/>
                    </a:lnTo>
                    <a:lnTo>
                      <a:pt x="109" y="448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0" name="Google Shape;1810;p23"/>
              <p:cNvSpPr/>
              <p:nvPr/>
            </p:nvSpPr>
            <p:spPr>
              <a:xfrm>
                <a:off x="2316262" y="4489730"/>
                <a:ext cx="13958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9" extrusionOk="0">
                    <a:moveTo>
                      <a:pt x="1" y="0"/>
                    </a:moveTo>
                    <a:lnTo>
                      <a:pt x="1" y="438"/>
                    </a:lnTo>
                    <a:lnTo>
                      <a:pt x="109" y="438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1" name="Google Shape;1811;p23"/>
              <p:cNvSpPr/>
              <p:nvPr/>
            </p:nvSpPr>
            <p:spPr>
              <a:xfrm>
                <a:off x="2316262" y="4376271"/>
                <a:ext cx="13958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52" extrusionOk="0">
                    <a:moveTo>
                      <a:pt x="1" y="1"/>
                    </a:moveTo>
                    <a:lnTo>
                      <a:pt x="1" y="452"/>
                    </a:lnTo>
                    <a:lnTo>
                      <a:pt x="109" y="452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2" name="Google Shape;1812;p23"/>
              <p:cNvSpPr/>
              <p:nvPr/>
            </p:nvSpPr>
            <p:spPr>
              <a:xfrm>
                <a:off x="2316262" y="4264989"/>
                <a:ext cx="13958" cy="55705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5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3" name="Google Shape;1813;p23"/>
              <p:cNvSpPr/>
              <p:nvPr/>
            </p:nvSpPr>
            <p:spPr>
              <a:xfrm>
                <a:off x="2316262" y="4151530"/>
                <a:ext cx="13958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4" name="Google Shape;1814;p23"/>
              <p:cNvSpPr/>
              <p:nvPr/>
            </p:nvSpPr>
            <p:spPr>
              <a:xfrm>
                <a:off x="1901100" y="2081225"/>
                <a:ext cx="57882" cy="29837"/>
              </a:xfrm>
              <a:custGeom>
                <a:avLst/>
                <a:gdLst/>
                <a:ahLst/>
                <a:cxnLst/>
                <a:rect l="l" t="t" r="r" b="b"/>
                <a:pathLst>
                  <a:path w="452" h="233" extrusionOk="0">
                    <a:moveTo>
                      <a:pt x="422" y="1"/>
                    </a:moveTo>
                    <a:cubicBezTo>
                      <a:pt x="288" y="27"/>
                      <a:pt x="138" y="82"/>
                      <a:pt x="0" y="138"/>
                    </a:cubicBezTo>
                    <a:lnTo>
                      <a:pt x="43" y="233"/>
                    </a:lnTo>
                    <a:cubicBezTo>
                      <a:pt x="177" y="177"/>
                      <a:pt x="314" y="138"/>
                      <a:pt x="451" y="95"/>
                    </a:cubicBezTo>
                    <a:lnTo>
                      <a:pt x="42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5" name="Google Shape;1815;p23"/>
              <p:cNvSpPr/>
              <p:nvPr/>
            </p:nvSpPr>
            <p:spPr>
              <a:xfrm>
                <a:off x="1718105" y="2764795"/>
                <a:ext cx="13958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9" extrusionOk="0">
                    <a:moveTo>
                      <a:pt x="1" y="0"/>
                    </a:moveTo>
                    <a:lnTo>
                      <a:pt x="1" y="438"/>
                    </a:lnTo>
                    <a:lnTo>
                      <a:pt x="109" y="438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6" name="Google Shape;1816;p23"/>
              <p:cNvSpPr/>
              <p:nvPr/>
            </p:nvSpPr>
            <p:spPr>
              <a:xfrm>
                <a:off x="1718105" y="2878254"/>
                <a:ext cx="13958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9" extrusionOk="0">
                    <a:moveTo>
                      <a:pt x="1" y="0"/>
                    </a:moveTo>
                    <a:lnTo>
                      <a:pt x="1" y="438"/>
                    </a:lnTo>
                    <a:lnTo>
                      <a:pt x="109" y="438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7" name="Google Shape;1817;p23"/>
              <p:cNvSpPr/>
              <p:nvPr/>
            </p:nvSpPr>
            <p:spPr>
              <a:xfrm>
                <a:off x="1718105" y="2540055"/>
                <a:ext cx="13958" cy="55705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5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8" name="Google Shape;1818;p23"/>
              <p:cNvSpPr/>
              <p:nvPr/>
            </p:nvSpPr>
            <p:spPr>
              <a:xfrm>
                <a:off x="1742436" y="2208514"/>
                <a:ext cx="40338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315" h="439" extrusionOk="0">
                    <a:moveTo>
                      <a:pt x="220" y="0"/>
                    </a:moveTo>
                    <a:cubicBezTo>
                      <a:pt x="138" y="124"/>
                      <a:pt x="69" y="258"/>
                      <a:pt x="1" y="396"/>
                    </a:cubicBezTo>
                    <a:lnTo>
                      <a:pt x="108" y="438"/>
                    </a:lnTo>
                    <a:cubicBezTo>
                      <a:pt x="164" y="301"/>
                      <a:pt x="233" y="177"/>
                      <a:pt x="314" y="56"/>
                    </a:cubicBezTo>
                    <a:lnTo>
                      <a:pt x="22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9" name="Google Shape;1819;p23"/>
              <p:cNvSpPr/>
              <p:nvPr/>
            </p:nvSpPr>
            <p:spPr>
              <a:xfrm>
                <a:off x="1718105" y="2426596"/>
                <a:ext cx="13958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52" extrusionOk="0">
                    <a:moveTo>
                      <a:pt x="1" y="0"/>
                    </a:moveTo>
                    <a:lnTo>
                      <a:pt x="1" y="451"/>
                    </a:lnTo>
                    <a:lnTo>
                      <a:pt x="109" y="451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0" name="Google Shape;1820;p23"/>
              <p:cNvSpPr/>
              <p:nvPr/>
            </p:nvSpPr>
            <p:spPr>
              <a:xfrm>
                <a:off x="1806849" y="2126429"/>
                <a:ext cx="52504" cy="47381"/>
              </a:xfrm>
              <a:custGeom>
                <a:avLst/>
                <a:gdLst/>
                <a:ahLst/>
                <a:cxnLst/>
                <a:rect l="l" t="t" r="r" b="b"/>
                <a:pathLst>
                  <a:path w="410" h="370" extrusionOk="0">
                    <a:moveTo>
                      <a:pt x="341" y="1"/>
                    </a:moveTo>
                    <a:cubicBezTo>
                      <a:pt x="220" y="82"/>
                      <a:pt x="109" y="180"/>
                      <a:pt x="1" y="288"/>
                    </a:cubicBezTo>
                    <a:lnTo>
                      <a:pt x="83" y="370"/>
                    </a:lnTo>
                    <a:cubicBezTo>
                      <a:pt x="177" y="275"/>
                      <a:pt x="289" y="180"/>
                      <a:pt x="409" y="99"/>
                    </a:cubicBezTo>
                    <a:lnTo>
                      <a:pt x="34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1" name="Google Shape;1821;p23"/>
              <p:cNvSpPr/>
              <p:nvPr/>
            </p:nvSpPr>
            <p:spPr>
              <a:xfrm>
                <a:off x="1718105" y="2313137"/>
                <a:ext cx="21129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165" h="452" extrusionOk="0">
                    <a:moveTo>
                      <a:pt x="53" y="0"/>
                    </a:moveTo>
                    <a:cubicBezTo>
                      <a:pt x="27" y="151"/>
                      <a:pt x="14" y="301"/>
                      <a:pt x="1" y="451"/>
                    </a:cubicBezTo>
                    <a:lnTo>
                      <a:pt x="109" y="451"/>
                    </a:lnTo>
                    <a:cubicBezTo>
                      <a:pt x="122" y="314"/>
                      <a:pt x="135" y="164"/>
                      <a:pt x="164" y="30"/>
                    </a:cubicBezTo>
                    <a:lnTo>
                      <a:pt x="53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2" name="Google Shape;1822;p23"/>
              <p:cNvSpPr/>
              <p:nvPr/>
            </p:nvSpPr>
            <p:spPr>
              <a:xfrm>
                <a:off x="1718105" y="2653385"/>
                <a:ext cx="13958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1" y="1"/>
                    </a:moveTo>
                    <a:lnTo>
                      <a:pt x="1" y="436"/>
                    </a:lnTo>
                    <a:lnTo>
                      <a:pt x="109" y="436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3" name="Google Shape;1823;p23"/>
              <p:cNvSpPr/>
              <p:nvPr/>
            </p:nvSpPr>
            <p:spPr>
              <a:xfrm>
                <a:off x="1718105" y="3553374"/>
                <a:ext cx="13958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4" name="Google Shape;1824;p23"/>
              <p:cNvSpPr/>
              <p:nvPr/>
            </p:nvSpPr>
            <p:spPr>
              <a:xfrm>
                <a:off x="1718105" y="3666833"/>
                <a:ext cx="13958" cy="55705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5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5" name="Google Shape;1825;p23"/>
              <p:cNvSpPr/>
              <p:nvPr/>
            </p:nvSpPr>
            <p:spPr>
              <a:xfrm>
                <a:off x="1718105" y="2989921"/>
                <a:ext cx="13958" cy="57498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49" extrusionOk="0">
                    <a:moveTo>
                      <a:pt x="1" y="1"/>
                    </a:moveTo>
                    <a:lnTo>
                      <a:pt x="1" y="449"/>
                    </a:lnTo>
                    <a:lnTo>
                      <a:pt x="109" y="449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6" name="Google Shape;1826;p23"/>
              <p:cNvSpPr/>
              <p:nvPr/>
            </p:nvSpPr>
            <p:spPr>
              <a:xfrm>
                <a:off x="1718105" y="3778114"/>
                <a:ext cx="13958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52" extrusionOk="0">
                    <a:moveTo>
                      <a:pt x="1" y="1"/>
                    </a:moveTo>
                    <a:lnTo>
                      <a:pt x="1" y="452"/>
                    </a:lnTo>
                    <a:lnTo>
                      <a:pt x="109" y="452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7" name="Google Shape;1827;p23"/>
              <p:cNvSpPr/>
              <p:nvPr/>
            </p:nvSpPr>
            <p:spPr>
              <a:xfrm>
                <a:off x="1718105" y="3103380"/>
                <a:ext cx="13958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1" y="1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8" name="Google Shape;1828;p23"/>
              <p:cNvSpPr/>
              <p:nvPr/>
            </p:nvSpPr>
            <p:spPr>
              <a:xfrm>
                <a:off x="1718105" y="3214790"/>
                <a:ext cx="13958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52" extrusionOk="0">
                    <a:moveTo>
                      <a:pt x="1" y="0"/>
                    </a:moveTo>
                    <a:lnTo>
                      <a:pt x="1" y="451"/>
                    </a:lnTo>
                    <a:lnTo>
                      <a:pt x="109" y="451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9" name="Google Shape;1829;p23"/>
              <p:cNvSpPr/>
              <p:nvPr/>
            </p:nvSpPr>
            <p:spPr>
              <a:xfrm>
                <a:off x="1718105" y="3441579"/>
                <a:ext cx="13958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1" y="1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0" name="Google Shape;1830;p23"/>
              <p:cNvSpPr/>
              <p:nvPr/>
            </p:nvSpPr>
            <p:spPr>
              <a:xfrm>
                <a:off x="1718105" y="3328120"/>
                <a:ext cx="13958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9" extrusionOk="0">
                    <a:moveTo>
                      <a:pt x="1" y="1"/>
                    </a:moveTo>
                    <a:lnTo>
                      <a:pt x="1" y="439"/>
                    </a:lnTo>
                    <a:lnTo>
                      <a:pt x="109" y="439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1" name="Google Shape;1831;p23"/>
              <p:cNvSpPr/>
              <p:nvPr/>
            </p:nvSpPr>
            <p:spPr>
              <a:xfrm>
                <a:off x="2316262" y="2459634"/>
                <a:ext cx="13958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52" extrusionOk="0">
                    <a:moveTo>
                      <a:pt x="1" y="0"/>
                    </a:moveTo>
                    <a:lnTo>
                      <a:pt x="1" y="452"/>
                    </a:lnTo>
                    <a:lnTo>
                      <a:pt x="109" y="452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2" name="Google Shape;1832;p23"/>
              <p:cNvSpPr/>
              <p:nvPr/>
            </p:nvSpPr>
            <p:spPr>
              <a:xfrm>
                <a:off x="2316262" y="2573093"/>
                <a:ext cx="13958" cy="55705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5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3" name="Google Shape;1833;p23"/>
              <p:cNvSpPr/>
              <p:nvPr/>
            </p:nvSpPr>
            <p:spPr>
              <a:xfrm>
                <a:off x="2316262" y="2686552"/>
                <a:ext cx="13958" cy="55705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5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4" name="Google Shape;1834;p23"/>
              <p:cNvSpPr/>
              <p:nvPr/>
            </p:nvSpPr>
            <p:spPr>
              <a:xfrm>
                <a:off x="2316262" y="2798218"/>
                <a:ext cx="13958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1" y="1"/>
                    </a:moveTo>
                    <a:lnTo>
                      <a:pt x="1" y="436"/>
                    </a:lnTo>
                    <a:lnTo>
                      <a:pt x="109" y="436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5" name="Google Shape;1835;p23"/>
              <p:cNvSpPr/>
              <p:nvPr/>
            </p:nvSpPr>
            <p:spPr>
              <a:xfrm>
                <a:off x="2012894" y="2072389"/>
                <a:ext cx="57370" cy="17800"/>
              </a:xfrm>
              <a:custGeom>
                <a:avLst/>
                <a:gdLst/>
                <a:ahLst/>
                <a:cxnLst/>
                <a:rect l="l" t="t" r="r" b="b"/>
                <a:pathLst>
                  <a:path w="448" h="139" extrusionOk="0">
                    <a:moveTo>
                      <a:pt x="0" y="1"/>
                    </a:moveTo>
                    <a:lnTo>
                      <a:pt x="0" y="112"/>
                    </a:lnTo>
                    <a:lnTo>
                      <a:pt x="95" y="112"/>
                    </a:lnTo>
                    <a:cubicBezTo>
                      <a:pt x="203" y="112"/>
                      <a:pt x="327" y="125"/>
                      <a:pt x="435" y="138"/>
                    </a:cubicBezTo>
                    <a:lnTo>
                      <a:pt x="448" y="30"/>
                    </a:lnTo>
                    <a:cubicBezTo>
                      <a:pt x="327" y="14"/>
                      <a:pt x="216" y="1"/>
                      <a:pt x="95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6" name="Google Shape;1836;p23"/>
              <p:cNvSpPr/>
              <p:nvPr/>
            </p:nvSpPr>
            <p:spPr>
              <a:xfrm>
                <a:off x="2314597" y="2346176"/>
                <a:ext cx="15623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122" h="452" extrusionOk="0">
                    <a:moveTo>
                      <a:pt x="109" y="1"/>
                    </a:moveTo>
                    <a:lnTo>
                      <a:pt x="1" y="17"/>
                    </a:lnTo>
                    <a:cubicBezTo>
                      <a:pt x="14" y="99"/>
                      <a:pt x="14" y="180"/>
                      <a:pt x="14" y="262"/>
                    </a:cubicBezTo>
                    <a:lnTo>
                      <a:pt x="14" y="452"/>
                    </a:lnTo>
                    <a:lnTo>
                      <a:pt x="122" y="452"/>
                    </a:lnTo>
                    <a:lnTo>
                      <a:pt x="122" y="262"/>
                    </a:lnTo>
                    <a:cubicBezTo>
                      <a:pt x="122" y="180"/>
                      <a:pt x="122" y="99"/>
                      <a:pt x="10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7" name="Google Shape;1837;p23"/>
              <p:cNvSpPr/>
              <p:nvPr/>
            </p:nvSpPr>
            <p:spPr>
              <a:xfrm>
                <a:off x="2283223" y="2238223"/>
                <a:ext cx="34832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272" h="436" extrusionOk="0">
                    <a:moveTo>
                      <a:pt x="108" y="0"/>
                    </a:moveTo>
                    <a:lnTo>
                      <a:pt x="1" y="43"/>
                    </a:lnTo>
                    <a:cubicBezTo>
                      <a:pt x="66" y="177"/>
                      <a:pt x="122" y="301"/>
                      <a:pt x="164" y="435"/>
                    </a:cubicBezTo>
                    <a:lnTo>
                      <a:pt x="272" y="409"/>
                    </a:lnTo>
                    <a:cubicBezTo>
                      <a:pt x="229" y="272"/>
                      <a:pt x="177" y="125"/>
                      <a:pt x="10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8" name="Google Shape;1838;p23"/>
              <p:cNvSpPr/>
              <p:nvPr/>
            </p:nvSpPr>
            <p:spPr>
              <a:xfrm>
                <a:off x="2216633" y="2147430"/>
                <a:ext cx="49174" cy="50711"/>
              </a:xfrm>
              <a:custGeom>
                <a:avLst/>
                <a:gdLst/>
                <a:ahLst/>
                <a:cxnLst/>
                <a:rect l="l" t="t" r="r" b="b"/>
                <a:pathLst>
                  <a:path w="384" h="396" extrusionOk="0">
                    <a:moveTo>
                      <a:pt x="70" y="0"/>
                    </a:moveTo>
                    <a:lnTo>
                      <a:pt x="1" y="82"/>
                    </a:lnTo>
                    <a:cubicBezTo>
                      <a:pt x="96" y="180"/>
                      <a:pt x="207" y="288"/>
                      <a:pt x="289" y="396"/>
                    </a:cubicBezTo>
                    <a:lnTo>
                      <a:pt x="383" y="327"/>
                    </a:lnTo>
                    <a:cubicBezTo>
                      <a:pt x="289" y="206"/>
                      <a:pt x="177" y="98"/>
                      <a:pt x="7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9" name="Google Shape;1839;p23"/>
              <p:cNvSpPr/>
              <p:nvPr/>
            </p:nvSpPr>
            <p:spPr>
              <a:xfrm>
                <a:off x="2120846" y="2090061"/>
                <a:ext cx="57882" cy="36496"/>
              </a:xfrm>
              <a:custGeom>
                <a:avLst/>
                <a:gdLst/>
                <a:ahLst/>
                <a:cxnLst/>
                <a:rect l="l" t="t" r="r" b="b"/>
                <a:pathLst>
                  <a:path w="452" h="285" extrusionOk="0">
                    <a:moveTo>
                      <a:pt x="43" y="0"/>
                    </a:moveTo>
                    <a:lnTo>
                      <a:pt x="0" y="108"/>
                    </a:lnTo>
                    <a:cubicBezTo>
                      <a:pt x="138" y="151"/>
                      <a:pt x="272" y="219"/>
                      <a:pt x="396" y="285"/>
                    </a:cubicBezTo>
                    <a:lnTo>
                      <a:pt x="451" y="190"/>
                    </a:lnTo>
                    <a:cubicBezTo>
                      <a:pt x="314" y="108"/>
                      <a:pt x="177" y="56"/>
                      <a:pt x="4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0" name="Google Shape;1840;p23"/>
              <p:cNvSpPr/>
              <p:nvPr/>
            </p:nvSpPr>
            <p:spPr>
              <a:xfrm>
                <a:off x="2316262" y="2911293"/>
                <a:ext cx="13958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9" extrusionOk="0">
                    <a:moveTo>
                      <a:pt x="1" y="0"/>
                    </a:moveTo>
                    <a:lnTo>
                      <a:pt x="1" y="438"/>
                    </a:lnTo>
                    <a:lnTo>
                      <a:pt x="109" y="438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1" name="Google Shape;1841;p23"/>
              <p:cNvSpPr/>
              <p:nvPr/>
            </p:nvSpPr>
            <p:spPr>
              <a:xfrm>
                <a:off x="1718105" y="4003368"/>
                <a:ext cx="15623" cy="5570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435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22" y="435"/>
                    </a:lnTo>
                    <a:lnTo>
                      <a:pt x="12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2" name="Google Shape;1842;p23"/>
              <p:cNvSpPr/>
              <p:nvPr/>
            </p:nvSpPr>
            <p:spPr>
              <a:xfrm>
                <a:off x="1718105" y="4114650"/>
                <a:ext cx="15623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122" h="452" extrusionOk="0">
                    <a:moveTo>
                      <a:pt x="1" y="1"/>
                    </a:moveTo>
                    <a:lnTo>
                      <a:pt x="1" y="452"/>
                    </a:lnTo>
                    <a:lnTo>
                      <a:pt x="122" y="452"/>
                    </a:lnTo>
                    <a:lnTo>
                      <a:pt x="12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3" name="Google Shape;1843;p23"/>
              <p:cNvSpPr/>
              <p:nvPr/>
            </p:nvSpPr>
            <p:spPr>
              <a:xfrm>
                <a:off x="1718105" y="3889909"/>
                <a:ext cx="15623" cy="57498"/>
              </a:xfrm>
              <a:custGeom>
                <a:avLst/>
                <a:gdLst/>
                <a:ahLst/>
                <a:cxnLst/>
                <a:rect l="l" t="t" r="r" b="b"/>
                <a:pathLst>
                  <a:path w="122" h="449" extrusionOk="0">
                    <a:moveTo>
                      <a:pt x="1" y="0"/>
                    </a:moveTo>
                    <a:lnTo>
                      <a:pt x="1" y="14"/>
                    </a:lnTo>
                    <a:lnTo>
                      <a:pt x="1" y="177"/>
                    </a:lnTo>
                    <a:lnTo>
                      <a:pt x="1" y="448"/>
                    </a:lnTo>
                    <a:lnTo>
                      <a:pt x="122" y="448"/>
                    </a:lnTo>
                    <a:lnTo>
                      <a:pt x="12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4" name="Google Shape;1844;p23"/>
              <p:cNvSpPr/>
              <p:nvPr/>
            </p:nvSpPr>
            <p:spPr>
              <a:xfrm>
                <a:off x="1718105" y="4228109"/>
                <a:ext cx="15623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22" h="439" extrusionOk="0">
                    <a:moveTo>
                      <a:pt x="1" y="0"/>
                    </a:moveTo>
                    <a:lnTo>
                      <a:pt x="1" y="438"/>
                    </a:lnTo>
                    <a:lnTo>
                      <a:pt x="122" y="438"/>
                    </a:lnTo>
                    <a:lnTo>
                      <a:pt x="12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5" name="Google Shape;1845;p23"/>
              <p:cNvSpPr/>
              <p:nvPr/>
            </p:nvSpPr>
            <p:spPr>
              <a:xfrm>
                <a:off x="1718105" y="4341568"/>
                <a:ext cx="15623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22" h="436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22" y="435"/>
                    </a:lnTo>
                    <a:lnTo>
                      <a:pt x="12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6" name="Google Shape;1846;p23"/>
              <p:cNvSpPr/>
              <p:nvPr/>
            </p:nvSpPr>
            <p:spPr>
              <a:xfrm>
                <a:off x="1718105" y="4453362"/>
                <a:ext cx="15623" cy="5570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435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22" y="435"/>
                    </a:lnTo>
                    <a:lnTo>
                      <a:pt x="12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7" name="Google Shape;1847;p23"/>
              <p:cNvSpPr/>
              <p:nvPr/>
            </p:nvSpPr>
            <p:spPr>
              <a:xfrm>
                <a:off x="1718105" y="4678103"/>
                <a:ext cx="15623" cy="59547"/>
              </a:xfrm>
              <a:custGeom>
                <a:avLst/>
                <a:gdLst/>
                <a:ahLst/>
                <a:cxnLst/>
                <a:rect l="l" t="t" r="r" b="b"/>
                <a:pathLst>
                  <a:path w="122" h="465" extrusionOk="0">
                    <a:moveTo>
                      <a:pt x="1" y="0"/>
                    </a:moveTo>
                    <a:lnTo>
                      <a:pt x="1" y="30"/>
                    </a:lnTo>
                    <a:lnTo>
                      <a:pt x="1" y="451"/>
                    </a:lnTo>
                    <a:lnTo>
                      <a:pt x="1" y="464"/>
                    </a:lnTo>
                    <a:lnTo>
                      <a:pt x="122" y="464"/>
                    </a:lnTo>
                    <a:lnTo>
                      <a:pt x="122" y="451"/>
                    </a:lnTo>
                    <a:lnTo>
                      <a:pt x="122" y="30"/>
                    </a:lnTo>
                    <a:lnTo>
                      <a:pt x="12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8" name="Google Shape;1848;p23"/>
              <p:cNvSpPr/>
              <p:nvPr/>
            </p:nvSpPr>
            <p:spPr>
              <a:xfrm>
                <a:off x="1718105" y="4566693"/>
                <a:ext cx="15623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22" h="436" extrusionOk="0">
                    <a:moveTo>
                      <a:pt x="1" y="1"/>
                    </a:moveTo>
                    <a:lnTo>
                      <a:pt x="1" y="436"/>
                    </a:lnTo>
                    <a:lnTo>
                      <a:pt x="122" y="436"/>
                    </a:lnTo>
                    <a:lnTo>
                      <a:pt x="12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849" name="Google Shape;1849;p23"/>
          <p:cNvGrpSpPr/>
          <p:nvPr/>
        </p:nvGrpSpPr>
        <p:grpSpPr>
          <a:xfrm>
            <a:off x="8430767" y="-1618067"/>
            <a:ext cx="4242221" cy="6761580"/>
            <a:chOff x="1336575" y="1389950"/>
            <a:chExt cx="1583450" cy="2523825"/>
          </a:xfrm>
        </p:grpSpPr>
        <p:sp>
          <p:nvSpPr>
            <p:cNvPr id="1850" name="Google Shape;1850;p23"/>
            <p:cNvSpPr/>
            <p:nvPr/>
          </p:nvSpPr>
          <p:spPr>
            <a:xfrm>
              <a:off x="1336575" y="1389950"/>
              <a:ext cx="1583450" cy="2523825"/>
            </a:xfrm>
            <a:custGeom>
              <a:avLst/>
              <a:gdLst/>
              <a:ahLst/>
              <a:cxnLst/>
              <a:rect l="l" t="t" r="r" b="b"/>
              <a:pathLst>
                <a:path w="63338" h="100953" extrusionOk="0">
                  <a:moveTo>
                    <a:pt x="1" y="1"/>
                  </a:moveTo>
                  <a:lnTo>
                    <a:pt x="1" y="45116"/>
                  </a:lnTo>
                  <a:cubicBezTo>
                    <a:pt x="1" y="48401"/>
                    <a:pt x="1340" y="50320"/>
                    <a:pt x="2470" y="51366"/>
                  </a:cubicBezTo>
                  <a:cubicBezTo>
                    <a:pt x="4773" y="53543"/>
                    <a:pt x="7793" y="53571"/>
                    <a:pt x="8519" y="53571"/>
                  </a:cubicBezTo>
                  <a:lnTo>
                    <a:pt x="54938" y="53571"/>
                  </a:lnTo>
                  <a:lnTo>
                    <a:pt x="55057" y="53543"/>
                  </a:lnTo>
                  <a:cubicBezTo>
                    <a:pt x="55378" y="53543"/>
                    <a:pt x="56222" y="53633"/>
                    <a:pt x="56682" y="54094"/>
                  </a:cubicBezTo>
                  <a:cubicBezTo>
                    <a:pt x="57003" y="54415"/>
                    <a:pt x="57177" y="55001"/>
                    <a:pt x="57177" y="55838"/>
                  </a:cubicBezTo>
                  <a:lnTo>
                    <a:pt x="57177" y="100953"/>
                  </a:lnTo>
                  <a:lnTo>
                    <a:pt x="63337" y="100953"/>
                  </a:lnTo>
                  <a:lnTo>
                    <a:pt x="63337" y="55838"/>
                  </a:lnTo>
                  <a:cubicBezTo>
                    <a:pt x="63337" y="52587"/>
                    <a:pt x="62005" y="50641"/>
                    <a:pt x="60868" y="49594"/>
                  </a:cubicBezTo>
                  <a:cubicBezTo>
                    <a:pt x="58783" y="47611"/>
                    <a:pt x="56100" y="47406"/>
                    <a:pt x="55082" y="47406"/>
                  </a:cubicBezTo>
                  <a:cubicBezTo>
                    <a:pt x="54979" y="47406"/>
                    <a:pt x="54893" y="47408"/>
                    <a:pt x="54826" y="47411"/>
                  </a:cubicBezTo>
                  <a:lnTo>
                    <a:pt x="8463" y="47411"/>
                  </a:lnTo>
                  <a:lnTo>
                    <a:pt x="8400" y="47383"/>
                  </a:lnTo>
                  <a:lnTo>
                    <a:pt x="8289" y="47411"/>
                  </a:lnTo>
                  <a:cubicBezTo>
                    <a:pt x="7968" y="47411"/>
                    <a:pt x="7124" y="47327"/>
                    <a:pt x="6656" y="46888"/>
                  </a:cubicBezTo>
                  <a:cubicBezTo>
                    <a:pt x="6342" y="46539"/>
                    <a:pt x="6168" y="45960"/>
                    <a:pt x="6168" y="45116"/>
                  </a:cubicBezTo>
                  <a:lnTo>
                    <a:pt x="616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dist="57150" dir="6300000" algn="bl" rotWithShape="0">
                <a:schemeClr val="dk1">
                  <a:alpha val="3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1" name="Google Shape;1851;p23"/>
            <p:cNvSpPr/>
            <p:nvPr/>
          </p:nvSpPr>
          <p:spPr>
            <a:xfrm>
              <a:off x="2510150" y="2649325"/>
              <a:ext cx="11700" cy="5775"/>
            </a:xfrm>
            <a:custGeom>
              <a:avLst/>
              <a:gdLst/>
              <a:ahLst/>
              <a:cxnLst/>
              <a:rect l="l" t="t" r="r" b="b"/>
              <a:pathLst>
                <a:path w="468" h="231" extrusionOk="0">
                  <a:moveTo>
                    <a:pt x="0" y="1"/>
                  </a:moveTo>
                  <a:lnTo>
                    <a:pt x="0" y="231"/>
                  </a:lnTo>
                  <a:lnTo>
                    <a:pt x="468" y="231"/>
                  </a:lnTo>
                  <a:lnTo>
                    <a:pt x="46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2" name="Google Shape;1852;p23"/>
            <p:cNvSpPr/>
            <p:nvPr/>
          </p:nvSpPr>
          <p:spPr>
            <a:xfrm>
              <a:off x="1406350" y="1423450"/>
              <a:ext cx="1080625" cy="1231650"/>
            </a:xfrm>
            <a:custGeom>
              <a:avLst/>
              <a:gdLst/>
              <a:ahLst/>
              <a:cxnLst/>
              <a:rect l="l" t="t" r="r" b="b"/>
              <a:pathLst>
                <a:path w="43225" h="49266" extrusionOk="0">
                  <a:moveTo>
                    <a:pt x="0" y="0"/>
                  </a:moveTo>
                  <a:lnTo>
                    <a:pt x="0" y="928"/>
                  </a:lnTo>
                  <a:lnTo>
                    <a:pt x="238" y="928"/>
                  </a:lnTo>
                  <a:lnTo>
                    <a:pt x="238" y="0"/>
                  </a:lnTo>
                  <a:close/>
                  <a:moveTo>
                    <a:pt x="0" y="1863"/>
                  </a:moveTo>
                  <a:lnTo>
                    <a:pt x="0" y="2791"/>
                  </a:lnTo>
                  <a:lnTo>
                    <a:pt x="238" y="2791"/>
                  </a:lnTo>
                  <a:lnTo>
                    <a:pt x="238" y="1863"/>
                  </a:lnTo>
                  <a:close/>
                  <a:moveTo>
                    <a:pt x="0" y="3719"/>
                  </a:moveTo>
                  <a:lnTo>
                    <a:pt x="0" y="4653"/>
                  </a:lnTo>
                  <a:lnTo>
                    <a:pt x="238" y="4653"/>
                  </a:lnTo>
                  <a:lnTo>
                    <a:pt x="238" y="3719"/>
                  </a:lnTo>
                  <a:close/>
                  <a:moveTo>
                    <a:pt x="0" y="5581"/>
                  </a:moveTo>
                  <a:lnTo>
                    <a:pt x="0" y="6509"/>
                  </a:lnTo>
                  <a:lnTo>
                    <a:pt x="238" y="6509"/>
                  </a:lnTo>
                  <a:lnTo>
                    <a:pt x="238" y="5581"/>
                  </a:lnTo>
                  <a:close/>
                  <a:moveTo>
                    <a:pt x="0" y="7444"/>
                  </a:moveTo>
                  <a:lnTo>
                    <a:pt x="0" y="8372"/>
                  </a:lnTo>
                  <a:lnTo>
                    <a:pt x="238" y="8372"/>
                  </a:lnTo>
                  <a:lnTo>
                    <a:pt x="238" y="7444"/>
                  </a:lnTo>
                  <a:close/>
                  <a:moveTo>
                    <a:pt x="0" y="9300"/>
                  </a:moveTo>
                  <a:lnTo>
                    <a:pt x="0" y="10234"/>
                  </a:lnTo>
                  <a:lnTo>
                    <a:pt x="238" y="10234"/>
                  </a:lnTo>
                  <a:lnTo>
                    <a:pt x="238" y="9300"/>
                  </a:lnTo>
                  <a:close/>
                  <a:moveTo>
                    <a:pt x="0" y="11162"/>
                  </a:moveTo>
                  <a:lnTo>
                    <a:pt x="0" y="12090"/>
                  </a:lnTo>
                  <a:lnTo>
                    <a:pt x="238" y="12090"/>
                  </a:lnTo>
                  <a:lnTo>
                    <a:pt x="238" y="11162"/>
                  </a:lnTo>
                  <a:close/>
                  <a:moveTo>
                    <a:pt x="0" y="13025"/>
                  </a:moveTo>
                  <a:lnTo>
                    <a:pt x="0" y="13953"/>
                  </a:lnTo>
                  <a:lnTo>
                    <a:pt x="238" y="13953"/>
                  </a:lnTo>
                  <a:lnTo>
                    <a:pt x="238" y="13025"/>
                  </a:lnTo>
                  <a:close/>
                  <a:moveTo>
                    <a:pt x="0" y="14880"/>
                  </a:moveTo>
                  <a:lnTo>
                    <a:pt x="0" y="15815"/>
                  </a:lnTo>
                  <a:lnTo>
                    <a:pt x="238" y="15815"/>
                  </a:lnTo>
                  <a:lnTo>
                    <a:pt x="238" y="14880"/>
                  </a:lnTo>
                  <a:close/>
                  <a:moveTo>
                    <a:pt x="0" y="16743"/>
                  </a:moveTo>
                  <a:lnTo>
                    <a:pt x="0" y="17671"/>
                  </a:lnTo>
                  <a:lnTo>
                    <a:pt x="238" y="17671"/>
                  </a:lnTo>
                  <a:lnTo>
                    <a:pt x="238" y="16743"/>
                  </a:lnTo>
                  <a:close/>
                  <a:moveTo>
                    <a:pt x="0" y="18606"/>
                  </a:moveTo>
                  <a:lnTo>
                    <a:pt x="0" y="19534"/>
                  </a:lnTo>
                  <a:lnTo>
                    <a:pt x="238" y="19534"/>
                  </a:lnTo>
                  <a:lnTo>
                    <a:pt x="238" y="18606"/>
                  </a:lnTo>
                  <a:close/>
                  <a:moveTo>
                    <a:pt x="0" y="20461"/>
                  </a:moveTo>
                  <a:lnTo>
                    <a:pt x="0" y="21396"/>
                  </a:lnTo>
                  <a:lnTo>
                    <a:pt x="238" y="21396"/>
                  </a:lnTo>
                  <a:lnTo>
                    <a:pt x="238" y="20461"/>
                  </a:lnTo>
                  <a:close/>
                  <a:moveTo>
                    <a:pt x="0" y="22324"/>
                  </a:moveTo>
                  <a:lnTo>
                    <a:pt x="0" y="23252"/>
                  </a:lnTo>
                  <a:lnTo>
                    <a:pt x="238" y="23252"/>
                  </a:lnTo>
                  <a:lnTo>
                    <a:pt x="238" y="22324"/>
                  </a:lnTo>
                  <a:close/>
                  <a:moveTo>
                    <a:pt x="0" y="24187"/>
                  </a:moveTo>
                  <a:lnTo>
                    <a:pt x="0" y="25114"/>
                  </a:lnTo>
                  <a:lnTo>
                    <a:pt x="238" y="25114"/>
                  </a:lnTo>
                  <a:lnTo>
                    <a:pt x="238" y="24187"/>
                  </a:lnTo>
                  <a:close/>
                  <a:moveTo>
                    <a:pt x="0" y="26014"/>
                  </a:moveTo>
                  <a:lnTo>
                    <a:pt x="0" y="26942"/>
                  </a:lnTo>
                  <a:lnTo>
                    <a:pt x="238" y="26942"/>
                  </a:lnTo>
                  <a:lnTo>
                    <a:pt x="238" y="26014"/>
                  </a:lnTo>
                  <a:close/>
                  <a:moveTo>
                    <a:pt x="0" y="27877"/>
                  </a:moveTo>
                  <a:lnTo>
                    <a:pt x="0" y="28805"/>
                  </a:lnTo>
                  <a:lnTo>
                    <a:pt x="238" y="28805"/>
                  </a:lnTo>
                  <a:lnTo>
                    <a:pt x="238" y="27877"/>
                  </a:lnTo>
                  <a:close/>
                  <a:moveTo>
                    <a:pt x="0" y="29733"/>
                  </a:moveTo>
                  <a:lnTo>
                    <a:pt x="0" y="30667"/>
                  </a:lnTo>
                  <a:lnTo>
                    <a:pt x="238" y="30667"/>
                  </a:lnTo>
                  <a:lnTo>
                    <a:pt x="238" y="29733"/>
                  </a:lnTo>
                  <a:close/>
                  <a:moveTo>
                    <a:pt x="0" y="31595"/>
                  </a:moveTo>
                  <a:lnTo>
                    <a:pt x="0" y="32523"/>
                  </a:lnTo>
                  <a:lnTo>
                    <a:pt x="238" y="32523"/>
                  </a:lnTo>
                  <a:lnTo>
                    <a:pt x="238" y="31595"/>
                  </a:lnTo>
                  <a:close/>
                  <a:moveTo>
                    <a:pt x="0" y="33458"/>
                  </a:moveTo>
                  <a:lnTo>
                    <a:pt x="0" y="34386"/>
                  </a:lnTo>
                  <a:lnTo>
                    <a:pt x="238" y="34386"/>
                  </a:lnTo>
                  <a:lnTo>
                    <a:pt x="238" y="33458"/>
                  </a:lnTo>
                  <a:close/>
                  <a:moveTo>
                    <a:pt x="0" y="35314"/>
                  </a:moveTo>
                  <a:lnTo>
                    <a:pt x="0" y="36248"/>
                  </a:lnTo>
                  <a:lnTo>
                    <a:pt x="238" y="36248"/>
                  </a:lnTo>
                  <a:lnTo>
                    <a:pt x="238" y="35314"/>
                  </a:lnTo>
                  <a:close/>
                  <a:moveTo>
                    <a:pt x="0" y="37176"/>
                  </a:moveTo>
                  <a:lnTo>
                    <a:pt x="0" y="38104"/>
                  </a:lnTo>
                  <a:lnTo>
                    <a:pt x="238" y="38104"/>
                  </a:lnTo>
                  <a:lnTo>
                    <a:pt x="238" y="37176"/>
                  </a:lnTo>
                  <a:close/>
                  <a:moveTo>
                    <a:pt x="0" y="39039"/>
                  </a:moveTo>
                  <a:lnTo>
                    <a:pt x="0" y="39967"/>
                  </a:lnTo>
                  <a:lnTo>
                    <a:pt x="238" y="39967"/>
                  </a:lnTo>
                  <a:lnTo>
                    <a:pt x="238" y="39039"/>
                  </a:lnTo>
                  <a:close/>
                  <a:moveTo>
                    <a:pt x="0" y="40894"/>
                  </a:moveTo>
                  <a:lnTo>
                    <a:pt x="0" y="41829"/>
                  </a:lnTo>
                  <a:lnTo>
                    <a:pt x="238" y="41829"/>
                  </a:lnTo>
                  <a:lnTo>
                    <a:pt x="238" y="40894"/>
                  </a:lnTo>
                  <a:close/>
                  <a:moveTo>
                    <a:pt x="0" y="42757"/>
                  </a:moveTo>
                  <a:lnTo>
                    <a:pt x="0" y="43720"/>
                  </a:lnTo>
                  <a:lnTo>
                    <a:pt x="238" y="43720"/>
                  </a:lnTo>
                  <a:lnTo>
                    <a:pt x="238" y="42757"/>
                  </a:lnTo>
                  <a:close/>
                  <a:moveTo>
                    <a:pt x="293" y="44620"/>
                  </a:moveTo>
                  <a:lnTo>
                    <a:pt x="63" y="44648"/>
                  </a:lnTo>
                  <a:cubicBezTo>
                    <a:pt x="91" y="44969"/>
                    <a:pt x="147" y="45289"/>
                    <a:pt x="203" y="45575"/>
                  </a:cubicBezTo>
                  <a:lnTo>
                    <a:pt x="440" y="45520"/>
                  </a:lnTo>
                  <a:cubicBezTo>
                    <a:pt x="377" y="45227"/>
                    <a:pt x="321" y="44941"/>
                    <a:pt x="293" y="44620"/>
                  </a:cubicBezTo>
                  <a:close/>
                  <a:moveTo>
                    <a:pt x="726" y="46364"/>
                  </a:moveTo>
                  <a:lnTo>
                    <a:pt x="524" y="46475"/>
                  </a:lnTo>
                  <a:cubicBezTo>
                    <a:pt x="670" y="46768"/>
                    <a:pt x="817" y="47033"/>
                    <a:pt x="991" y="47292"/>
                  </a:cubicBezTo>
                  <a:lnTo>
                    <a:pt x="1193" y="47145"/>
                  </a:lnTo>
                  <a:cubicBezTo>
                    <a:pt x="1019" y="46915"/>
                    <a:pt x="872" y="46650"/>
                    <a:pt x="726" y="46364"/>
                  </a:cubicBezTo>
                  <a:close/>
                  <a:moveTo>
                    <a:pt x="1807" y="47815"/>
                  </a:moveTo>
                  <a:lnTo>
                    <a:pt x="1661" y="47989"/>
                  </a:lnTo>
                  <a:cubicBezTo>
                    <a:pt x="1891" y="48192"/>
                    <a:pt x="2156" y="48366"/>
                    <a:pt x="2414" y="48540"/>
                  </a:cubicBezTo>
                  <a:lnTo>
                    <a:pt x="2533" y="48338"/>
                  </a:lnTo>
                  <a:cubicBezTo>
                    <a:pt x="2268" y="48192"/>
                    <a:pt x="2037" y="48017"/>
                    <a:pt x="1807" y="47815"/>
                  </a:cubicBezTo>
                  <a:close/>
                  <a:moveTo>
                    <a:pt x="3377" y="48687"/>
                  </a:moveTo>
                  <a:lnTo>
                    <a:pt x="3286" y="48917"/>
                  </a:lnTo>
                  <a:cubicBezTo>
                    <a:pt x="3579" y="49008"/>
                    <a:pt x="3900" y="49091"/>
                    <a:pt x="4214" y="49154"/>
                  </a:cubicBezTo>
                  <a:lnTo>
                    <a:pt x="4249" y="48917"/>
                  </a:lnTo>
                  <a:cubicBezTo>
                    <a:pt x="3956" y="48861"/>
                    <a:pt x="3635" y="48805"/>
                    <a:pt x="3377" y="48687"/>
                  </a:cubicBezTo>
                  <a:close/>
                  <a:moveTo>
                    <a:pt x="5149" y="49036"/>
                  </a:moveTo>
                  <a:lnTo>
                    <a:pt x="5149" y="49266"/>
                  </a:lnTo>
                  <a:lnTo>
                    <a:pt x="6077" y="49266"/>
                  </a:lnTo>
                  <a:lnTo>
                    <a:pt x="6077" y="49036"/>
                  </a:lnTo>
                  <a:close/>
                  <a:moveTo>
                    <a:pt x="7004" y="49036"/>
                  </a:moveTo>
                  <a:lnTo>
                    <a:pt x="7004" y="49266"/>
                  </a:lnTo>
                  <a:lnTo>
                    <a:pt x="7939" y="49266"/>
                  </a:lnTo>
                  <a:lnTo>
                    <a:pt x="7939" y="49036"/>
                  </a:lnTo>
                  <a:close/>
                  <a:moveTo>
                    <a:pt x="8867" y="49036"/>
                  </a:moveTo>
                  <a:lnTo>
                    <a:pt x="8867" y="49266"/>
                  </a:lnTo>
                  <a:lnTo>
                    <a:pt x="9795" y="49266"/>
                  </a:lnTo>
                  <a:lnTo>
                    <a:pt x="9795" y="49036"/>
                  </a:lnTo>
                  <a:close/>
                  <a:moveTo>
                    <a:pt x="10730" y="49036"/>
                  </a:moveTo>
                  <a:lnTo>
                    <a:pt x="10730" y="49266"/>
                  </a:lnTo>
                  <a:lnTo>
                    <a:pt x="11658" y="49266"/>
                  </a:lnTo>
                  <a:lnTo>
                    <a:pt x="11658" y="49036"/>
                  </a:lnTo>
                  <a:close/>
                  <a:moveTo>
                    <a:pt x="12585" y="49036"/>
                  </a:moveTo>
                  <a:lnTo>
                    <a:pt x="12585" y="49266"/>
                  </a:lnTo>
                  <a:lnTo>
                    <a:pt x="13520" y="49266"/>
                  </a:lnTo>
                  <a:lnTo>
                    <a:pt x="13520" y="49036"/>
                  </a:lnTo>
                  <a:close/>
                  <a:moveTo>
                    <a:pt x="14448" y="49036"/>
                  </a:moveTo>
                  <a:lnTo>
                    <a:pt x="14448" y="49266"/>
                  </a:lnTo>
                  <a:lnTo>
                    <a:pt x="15376" y="49266"/>
                  </a:lnTo>
                  <a:lnTo>
                    <a:pt x="15376" y="49036"/>
                  </a:lnTo>
                  <a:close/>
                  <a:moveTo>
                    <a:pt x="16283" y="49036"/>
                  </a:moveTo>
                  <a:lnTo>
                    <a:pt x="16283" y="49266"/>
                  </a:lnTo>
                  <a:lnTo>
                    <a:pt x="17211" y="49266"/>
                  </a:lnTo>
                  <a:lnTo>
                    <a:pt x="17211" y="49036"/>
                  </a:lnTo>
                  <a:close/>
                  <a:moveTo>
                    <a:pt x="18138" y="49036"/>
                  </a:moveTo>
                  <a:lnTo>
                    <a:pt x="18138" y="49266"/>
                  </a:lnTo>
                  <a:lnTo>
                    <a:pt x="19073" y="49266"/>
                  </a:lnTo>
                  <a:lnTo>
                    <a:pt x="19073" y="49036"/>
                  </a:lnTo>
                  <a:close/>
                  <a:moveTo>
                    <a:pt x="20001" y="49036"/>
                  </a:moveTo>
                  <a:lnTo>
                    <a:pt x="20001" y="49266"/>
                  </a:lnTo>
                  <a:lnTo>
                    <a:pt x="20929" y="49266"/>
                  </a:lnTo>
                  <a:lnTo>
                    <a:pt x="20929" y="49036"/>
                  </a:lnTo>
                  <a:close/>
                  <a:moveTo>
                    <a:pt x="21864" y="49036"/>
                  </a:moveTo>
                  <a:lnTo>
                    <a:pt x="21864" y="49266"/>
                  </a:lnTo>
                  <a:lnTo>
                    <a:pt x="22791" y="49266"/>
                  </a:lnTo>
                  <a:lnTo>
                    <a:pt x="22791" y="49036"/>
                  </a:lnTo>
                  <a:close/>
                  <a:moveTo>
                    <a:pt x="23719" y="49036"/>
                  </a:moveTo>
                  <a:lnTo>
                    <a:pt x="23719" y="49266"/>
                  </a:lnTo>
                  <a:lnTo>
                    <a:pt x="24654" y="49266"/>
                  </a:lnTo>
                  <a:lnTo>
                    <a:pt x="24654" y="49036"/>
                  </a:lnTo>
                  <a:close/>
                  <a:moveTo>
                    <a:pt x="25582" y="49036"/>
                  </a:moveTo>
                  <a:lnTo>
                    <a:pt x="25582" y="49266"/>
                  </a:lnTo>
                  <a:lnTo>
                    <a:pt x="26510" y="49266"/>
                  </a:lnTo>
                  <a:lnTo>
                    <a:pt x="26510" y="49036"/>
                  </a:lnTo>
                  <a:close/>
                  <a:moveTo>
                    <a:pt x="27445" y="49036"/>
                  </a:moveTo>
                  <a:lnTo>
                    <a:pt x="27445" y="49266"/>
                  </a:lnTo>
                  <a:lnTo>
                    <a:pt x="28372" y="49266"/>
                  </a:lnTo>
                  <a:lnTo>
                    <a:pt x="28372" y="49036"/>
                  </a:lnTo>
                  <a:close/>
                  <a:moveTo>
                    <a:pt x="29300" y="49036"/>
                  </a:moveTo>
                  <a:lnTo>
                    <a:pt x="29300" y="49266"/>
                  </a:lnTo>
                  <a:lnTo>
                    <a:pt x="30235" y="49266"/>
                  </a:lnTo>
                  <a:lnTo>
                    <a:pt x="30235" y="49036"/>
                  </a:lnTo>
                  <a:close/>
                  <a:moveTo>
                    <a:pt x="31163" y="49036"/>
                  </a:moveTo>
                  <a:lnTo>
                    <a:pt x="31163" y="49266"/>
                  </a:lnTo>
                  <a:lnTo>
                    <a:pt x="32063" y="49266"/>
                  </a:lnTo>
                  <a:lnTo>
                    <a:pt x="32063" y="49036"/>
                  </a:lnTo>
                  <a:close/>
                  <a:moveTo>
                    <a:pt x="32991" y="49036"/>
                  </a:moveTo>
                  <a:lnTo>
                    <a:pt x="32991" y="49266"/>
                  </a:lnTo>
                  <a:lnTo>
                    <a:pt x="33925" y="49266"/>
                  </a:lnTo>
                  <a:lnTo>
                    <a:pt x="33925" y="49036"/>
                  </a:lnTo>
                  <a:close/>
                  <a:moveTo>
                    <a:pt x="34853" y="49036"/>
                  </a:moveTo>
                  <a:lnTo>
                    <a:pt x="34853" y="49266"/>
                  </a:lnTo>
                  <a:lnTo>
                    <a:pt x="35781" y="49266"/>
                  </a:lnTo>
                  <a:lnTo>
                    <a:pt x="35781" y="49036"/>
                  </a:lnTo>
                  <a:close/>
                  <a:moveTo>
                    <a:pt x="36716" y="49036"/>
                  </a:moveTo>
                  <a:lnTo>
                    <a:pt x="36716" y="49266"/>
                  </a:lnTo>
                  <a:lnTo>
                    <a:pt x="37644" y="49266"/>
                  </a:lnTo>
                  <a:lnTo>
                    <a:pt x="37644" y="49036"/>
                  </a:lnTo>
                  <a:close/>
                  <a:moveTo>
                    <a:pt x="38571" y="49036"/>
                  </a:moveTo>
                  <a:lnTo>
                    <a:pt x="38571" y="49266"/>
                  </a:lnTo>
                  <a:lnTo>
                    <a:pt x="39506" y="49266"/>
                  </a:lnTo>
                  <a:lnTo>
                    <a:pt x="39506" y="49036"/>
                  </a:lnTo>
                  <a:close/>
                  <a:moveTo>
                    <a:pt x="40434" y="49036"/>
                  </a:moveTo>
                  <a:lnTo>
                    <a:pt x="40434" y="49266"/>
                  </a:lnTo>
                  <a:lnTo>
                    <a:pt x="41362" y="49266"/>
                  </a:lnTo>
                  <a:lnTo>
                    <a:pt x="41362" y="49036"/>
                  </a:lnTo>
                  <a:close/>
                  <a:moveTo>
                    <a:pt x="42297" y="49036"/>
                  </a:moveTo>
                  <a:lnTo>
                    <a:pt x="42297" y="49266"/>
                  </a:lnTo>
                  <a:lnTo>
                    <a:pt x="43225" y="49266"/>
                  </a:lnTo>
                  <a:lnTo>
                    <a:pt x="43225" y="4903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3" name="Google Shape;1853;p23"/>
            <p:cNvSpPr/>
            <p:nvPr/>
          </p:nvSpPr>
          <p:spPr>
            <a:xfrm>
              <a:off x="1406350" y="1389950"/>
              <a:ext cx="5950" cy="11725"/>
            </a:xfrm>
            <a:custGeom>
              <a:avLst/>
              <a:gdLst/>
              <a:ahLst/>
              <a:cxnLst/>
              <a:rect l="l" t="t" r="r" b="b"/>
              <a:pathLst>
                <a:path w="238" h="469" extrusionOk="0">
                  <a:moveTo>
                    <a:pt x="0" y="1"/>
                  </a:moveTo>
                  <a:lnTo>
                    <a:pt x="0" y="468"/>
                  </a:lnTo>
                  <a:lnTo>
                    <a:pt x="238" y="468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4" name="Google Shape;1854;p23"/>
            <p:cNvSpPr/>
            <p:nvPr/>
          </p:nvSpPr>
          <p:spPr>
            <a:xfrm>
              <a:off x="2841525" y="3857075"/>
              <a:ext cx="5950" cy="24100"/>
            </a:xfrm>
            <a:custGeom>
              <a:avLst/>
              <a:gdLst/>
              <a:ahLst/>
              <a:cxnLst/>
              <a:rect l="l" t="t" r="r" b="b"/>
              <a:pathLst>
                <a:path w="238" h="964" extrusionOk="0">
                  <a:moveTo>
                    <a:pt x="0" y="0"/>
                  </a:moveTo>
                  <a:lnTo>
                    <a:pt x="0" y="963"/>
                  </a:lnTo>
                  <a:lnTo>
                    <a:pt x="237" y="963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5" name="Google Shape;1855;p23"/>
            <p:cNvSpPr/>
            <p:nvPr/>
          </p:nvSpPr>
          <p:spPr>
            <a:xfrm>
              <a:off x="2841525" y="3810500"/>
              <a:ext cx="5950" cy="23400"/>
            </a:xfrm>
            <a:custGeom>
              <a:avLst/>
              <a:gdLst/>
              <a:ahLst/>
              <a:cxnLst/>
              <a:rect l="l" t="t" r="r" b="b"/>
              <a:pathLst>
                <a:path w="238" h="936" extrusionOk="0">
                  <a:moveTo>
                    <a:pt x="0" y="1"/>
                  </a:moveTo>
                  <a:lnTo>
                    <a:pt x="0" y="936"/>
                  </a:lnTo>
                  <a:lnTo>
                    <a:pt x="237" y="936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6" name="Google Shape;1856;p23"/>
            <p:cNvSpPr/>
            <p:nvPr/>
          </p:nvSpPr>
          <p:spPr>
            <a:xfrm>
              <a:off x="2836450" y="2740900"/>
              <a:ext cx="10325" cy="24075"/>
            </a:xfrm>
            <a:custGeom>
              <a:avLst/>
              <a:gdLst/>
              <a:ahLst/>
              <a:cxnLst/>
              <a:rect l="l" t="t" r="r" b="b"/>
              <a:pathLst>
                <a:path w="413" h="963" extrusionOk="0">
                  <a:moveTo>
                    <a:pt x="238" y="0"/>
                  </a:moveTo>
                  <a:lnTo>
                    <a:pt x="1" y="56"/>
                  </a:lnTo>
                  <a:cubicBezTo>
                    <a:pt x="91" y="349"/>
                    <a:pt x="147" y="642"/>
                    <a:pt x="175" y="963"/>
                  </a:cubicBezTo>
                  <a:lnTo>
                    <a:pt x="412" y="928"/>
                  </a:lnTo>
                  <a:cubicBezTo>
                    <a:pt x="350" y="614"/>
                    <a:pt x="322" y="293"/>
                    <a:pt x="23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7" name="Google Shape;1857;p23"/>
            <p:cNvSpPr/>
            <p:nvPr/>
          </p:nvSpPr>
          <p:spPr>
            <a:xfrm>
              <a:off x="2841525" y="3717550"/>
              <a:ext cx="5950" cy="23225"/>
            </a:xfrm>
            <a:custGeom>
              <a:avLst/>
              <a:gdLst/>
              <a:ahLst/>
              <a:cxnLst/>
              <a:rect l="l" t="t" r="r" b="b"/>
              <a:pathLst>
                <a:path w="238" h="929" extrusionOk="0">
                  <a:moveTo>
                    <a:pt x="0" y="1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8" name="Google Shape;1858;p23"/>
            <p:cNvSpPr/>
            <p:nvPr/>
          </p:nvSpPr>
          <p:spPr>
            <a:xfrm>
              <a:off x="2841525" y="3624600"/>
              <a:ext cx="5950" cy="23225"/>
            </a:xfrm>
            <a:custGeom>
              <a:avLst/>
              <a:gdLst/>
              <a:ahLst/>
              <a:cxnLst/>
              <a:rect l="l" t="t" r="r" b="b"/>
              <a:pathLst>
                <a:path w="238" h="929" extrusionOk="0">
                  <a:moveTo>
                    <a:pt x="0" y="0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9" name="Google Shape;1859;p23"/>
            <p:cNvSpPr/>
            <p:nvPr/>
          </p:nvSpPr>
          <p:spPr>
            <a:xfrm>
              <a:off x="2841525" y="3578025"/>
              <a:ext cx="5950" cy="23225"/>
            </a:xfrm>
            <a:custGeom>
              <a:avLst/>
              <a:gdLst/>
              <a:ahLst/>
              <a:cxnLst/>
              <a:rect l="l" t="t" r="r" b="b"/>
              <a:pathLst>
                <a:path w="238" h="929" extrusionOk="0">
                  <a:moveTo>
                    <a:pt x="0" y="1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0" name="Google Shape;1860;p23"/>
            <p:cNvSpPr/>
            <p:nvPr/>
          </p:nvSpPr>
          <p:spPr>
            <a:xfrm>
              <a:off x="2841525" y="3764125"/>
              <a:ext cx="5950" cy="23200"/>
            </a:xfrm>
            <a:custGeom>
              <a:avLst/>
              <a:gdLst/>
              <a:ahLst/>
              <a:cxnLst/>
              <a:rect l="l" t="t" r="r" b="b"/>
              <a:pathLst>
                <a:path w="238" h="928" extrusionOk="0">
                  <a:moveTo>
                    <a:pt x="0" y="0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1" name="Google Shape;1861;p23"/>
            <p:cNvSpPr/>
            <p:nvPr/>
          </p:nvSpPr>
          <p:spPr>
            <a:xfrm>
              <a:off x="2817625" y="2697975"/>
              <a:ext cx="16775" cy="23400"/>
            </a:xfrm>
            <a:custGeom>
              <a:avLst/>
              <a:gdLst/>
              <a:ahLst/>
              <a:cxnLst/>
              <a:rect l="l" t="t" r="r" b="b"/>
              <a:pathLst>
                <a:path w="671" h="936" extrusionOk="0">
                  <a:moveTo>
                    <a:pt x="203" y="1"/>
                  </a:moveTo>
                  <a:lnTo>
                    <a:pt x="0" y="147"/>
                  </a:lnTo>
                  <a:cubicBezTo>
                    <a:pt x="175" y="378"/>
                    <a:pt x="349" y="643"/>
                    <a:pt x="468" y="936"/>
                  </a:cubicBezTo>
                  <a:lnTo>
                    <a:pt x="670" y="845"/>
                  </a:lnTo>
                  <a:cubicBezTo>
                    <a:pt x="551" y="552"/>
                    <a:pt x="377" y="266"/>
                    <a:pt x="20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2" name="Google Shape;1862;p23"/>
            <p:cNvSpPr/>
            <p:nvPr/>
          </p:nvSpPr>
          <p:spPr>
            <a:xfrm>
              <a:off x="2841525" y="3670975"/>
              <a:ext cx="5950" cy="23400"/>
            </a:xfrm>
            <a:custGeom>
              <a:avLst/>
              <a:gdLst/>
              <a:ahLst/>
              <a:cxnLst/>
              <a:rect l="l" t="t" r="r" b="b"/>
              <a:pathLst>
                <a:path w="238" h="936" extrusionOk="0">
                  <a:moveTo>
                    <a:pt x="0" y="1"/>
                  </a:moveTo>
                  <a:lnTo>
                    <a:pt x="0" y="936"/>
                  </a:lnTo>
                  <a:lnTo>
                    <a:pt x="237" y="936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3" name="Google Shape;1863;p23"/>
            <p:cNvSpPr/>
            <p:nvPr/>
          </p:nvSpPr>
          <p:spPr>
            <a:xfrm>
              <a:off x="2510150" y="2649325"/>
              <a:ext cx="23400" cy="5775"/>
            </a:xfrm>
            <a:custGeom>
              <a:avLst/>
              <a:gdLst/>
              <a:ahLst/>
              <a:cxnLst/>
              <a:rect l="l" t="t" r="r" b="b"/>
              <a:pathLst>
                <a:path w="936" h="231" extrusionOk="0">
                  <a:moveTo>
                    <a:pt x="0" y="1"/>
                  </a:moveTo>
                  <a:lnTo>
                    <a:pt x="0" y="231"/>
                  </a:lnTo>
                  <a:lnTo>
                    <a:pt x="935" y="231"/>
                  </a:lnTo>
                  <a:lnTo>
                    <a:pt x="93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4" name="Google Shape;1864;p23"/>
            <p:cNvSpPr/>
            <p:nvPr/>
          </p:nvSpPr>
          <p:spPr>
            <a:xfrm>
              <a:off x="2556725" y="2649325"/>
              <a:ext cx="22500" cy="5775"/>
            </a:xfrm>
            <a:custGeom>
              <a:avLst/>
              <a:gdLst/>
              <a:ahLst/>
              <a:cxnLst/>
              <a:rect l="l" t="t" r="r" b="b"/>
              <a:pathLst>
                <a:path w="900" h="231" extrusionOk="0">
                  <a:moveTo>
                    <a:pt x="0" y="1"/>
                  </a:moveTo>
                  <a:lnTo>
                    <a:pt x="0" y="231"/>
                  </a:lnTo>
                  <a:lnTo>
                    <a:pt x="900" y="231"/>
                  </a:lnTo>
                  <a:lnTo>
                    <a:pt x="90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5" name="Google Shape;1865;p23"/>
            <p:cNvSpPr/>
            <p:nvPr/>
          </p:nvSpPr>
          <p:spPr>
            <a:xfrm>
              <a:off x="2648975" y="2649325"/>
              <a:ext cx="23400" cy="5775"/>
            </a:xfrm>
            <a:custGeom>
              <a:avLst/>
              <a:gdLst/>
              <a:ahLst/>
              <a:cxnLst/>
              <a:rect l="l" t="t" r="r" b="b"/>
              <a:pathLst>
                <a:path w="936" h="231" extrusionOk="0">
                  <a:moveTo>
                    <a:pt x="0" y="1"/>
                  </a:moveTo>
                  <a:lnTo>
                    <a:pt x="0" y="231"/>
                  </a:lnTo>
                  <a:lnTo>
                    <a:pt x="935" y="231"/>
                  </a:lnTo>
                  <a:lnTo>
                    <a:pt x="93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6" name="Google Shape;1866;p23"/>
            <p:cNvSpPr/>
            <p:nvPr/>
          </p:nvSpPr>
          <p:spPr>
            <a:xfrm>
              <a:off x="2602575" y="2649325"/>
              <a:ext cx="23225" cy="5775"/>
            </a:xfrm>
            <a:custGeom>
              <a:avLst/>
              <a:gdLst/>
              <a:ahLst/>
              <a:cxnLst/>
              <a:rect l="l" t="t" r="r" b="b"/>
              <a:pathLst>
                <a:path w="929" h="231" extrusionOk="0">
                  <a:moveTo>
                    <a:pt x="1" y="1"/>
                  </a:moveTo>
                  <a:lnTo>
                    <a:pt x="1" y="231"/>
                  </a:lnTo>
                  <a:lnTo>
                    <a:pt x="929" y="231"/>
                  </a:lnTo>
                  <a:lnTo>
                    <a:pt x="92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7" name="Google Shape;1867;p23"/>
            <p:cNvSpPr/>
            <p:nvPr/>
          </p:nvSpPr>
          <p:spPr>
            <a:xfrm>
              <a:off x="2695550" y="2648625"/>
              <a:ext cx="23200" cy="6475"/>
            </a:xfrm>
            <a:custGeom>
              <a:avLst/>
              <a:gdLst/>
              <a:ahLst/>
              <a:cxnLst/>
              <a:rect l="l" t="t" r="r" b="b"/>
              <a:pathLst>
                <a:path w="928" h="259" extrusionOk="0">
                  <a:moveTo>
                    <a:pt x="753" y="1"/>
                  </a:moveTo>
                  <a:cubicBezTo>
                    <a:pt x="670" y="1"/>
                    <a:pt x="607" y="29"/>
                    <a:pt x="607" y="29"/>
                  </a:cubicBezTo>
                  <a:lnTo>
                    <a:pt x="0" y="29"/>
                  </a:lnTo>
                  <a:lnTo>
                    <a:pt x="0" y="259"/>
                  </a:lnTo>
                  <a:lnTo>
                    <a:pt x="607" y="259"/>
                  </a:lnTo>
                  <a:cubicBezTo>
                    <a:pt x="607" y="259"/>
                    <a:pt x="670" y="231"/>
                    <a:pt x="753" y="231"/>
                  </a:cubicBezTo>
                  <a:cubicBezTo>
                    <a:pt x="816" y="231"/>
                    <a:pt x="872" y="231"/>
                    <a:pt x="928" y="259"/>
                  </a:cubicBezTo>
                  <a:lnTo>
                    <a:pt x="928" y="29"/>
                  </a:lnTo>
                  <a:cubicBezTo>
                    <a:pt x="872" y="1"/>
                    <a:pt x="816" y="1"/>
                    <a:pt x="75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8" name="Google Shape;1868;p23"/>
            <p:cNvSpPr/>
            <p:nvPr/>
          </p:nvSpPr>
          <p:spPr>
            <a:xfrm>
              <a:off x="2741225" y="2651600"/>
              <a:ext cx="24100" cy="11525"/>
            </a:xfrm>
            <a:custGeom>
              <a:avLst/>
              <a:gdLst/>
              <a:ahLst/>
              <a:cxnLst/>
              <a:rect l="l" t="t" r="r" b="b"/>
              <a:pathLst>
                <a:path w="964" h="461" extrusionOk="0">
                  <a:moveTo>
                    <a:pt x="64" y="0"/>
                  </a:moveTo>
                  <a:lnTo>
                    <a:pt x="1" y="231"/>
                  </a:lnTo>
                  <a:cubicBezTo>
                    <a:pt x="322" y="286"/>
                    <a:pt x="615" y="349"/>
                    <a:pt x="908" y="461"/>
                  </a:cubicBezTo>
                  <a:lnTo>
                    <a:pt x="964" y="231"/>
                  </a:lnTo>
                  <a:cubicBezTo>
                    <a:pt x="671" y="140"/>
                    <a:pt x="384" y="56"/>
                    <a:pt x="6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9" name="Google Shape;1869;p23"/>
            <p:cNvSpPr/>
            <p:nvPr/>
          </p:nvSpPr>
          <p:spPr>
            <a:xfrm>
              <a:off x="2784125" y="2667475"/>
              <a:ext cx="22525" cy="17450"/>
            </a:xfrm>
            <a:custGeom>
              <a:avLst/>
              <a:gdLst/>
              <a:ahLst/>
              <a:cxnLst/>
              <a:rect l="l" t="t" r="r" b="b"/>
              <a:pathLst>
                <a:path w="901" h="698" extrusionOk="0">
                  <a:moveTo>
                    <a:pt x="120" y="0"/>
                  </a:moveTo>
                  <a:lnTo>
                    <a:pt x="1" y="202"/>
                  </a:lnTo>
                  <a:cubicBezTo>
                    <a:pt x="266" y="349"/>
                    <a:pt x="524" y="523"/>
                    <a:pt x="726" y="698"/>
                  </a:cubicBezTo>
                  <a:lnTo>
                    <a:pt x="901" y="523"/>
                  </a:lnTo>
                  <a:cubicBezTo>
                    <a:pt x="671" y="321"/>
                    <a:pt x="413" y="147"/>
                    <a:pt x="12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0" name="Google Shape;1870;p23"/>
            <p:cNvSpPr/>
            <p:nvPr/>
          </p:nvSpPr>
          <p:spPr>
            <a:xfrm>
              <a:off x="2841525" y="2927675"/>
              <a:ext cx="5950" cy="23225"/>
            </a:xfrm>
            <a:custGeom>
              <a:avLst/>
              <a:gdLst/>
              <a:ahLst/>
              <a:cxnLst/>
              <a:rect l="l" t="t" r="r" b="b"/>
              <a:pathLst>
                <a:path w="238" h="929" extrusionOk="0">
                  <a:moveTo>
                    <a:pt x="0" y="1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1" name="Google Shape;1871;p23"/>
            <p:cNvSpPr/>
            <p:nvPr/>
          </p:nvSpPr>
          <p:spPr>
            <a:xfrm>
              <a:off x="2841525" y="2974250"/>
              <a:ext cx="5950" cy="23225"/>
            </a:xfrm>
            <a:custGeom>
              <a:avLst/>
              <a:gdLst/>
              <a:ahLst/>
              <a:cxnLst/>
              <a:rect l="l" t="t" r="r" b="b"/>
              <a:pathLst>
                <a:path w="238" h="929" extrusionOk="0">
                  <a:moveTo>
                    <a:pt x="0" y="0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2" name="Google Shape;1872;p23"/>
            <p:cNvSpPr/>
            <p:nvPr/>
          </p:nvSpPr>
          <p:spPr>
            <a:xfrm>
              <a:off x="2841525" y="3020625"/>
              <a:ext cx="5950" cy="23400"/>
            </a:xfrm>
            <a:custGeom>
              <a:avLst/>
              <a:gdLst/>
              <a:ahLst/>
              <a:cxnLst/>
              <a:rect l="l" t="t" r="r" b="b"/>
              <a:pathLst>
                <a:path w="238" h="936" extrusionOk="0">
                  <a:moveTo>
                    <a:pt x="0" y="1"/>
                  </a:moveTo>
                  <a:lnTo>
                    <a:pt x="0" y="936"/>
                  </a:lnTo>
                  <a:lnTo>
                    <a:pt x="237" y="936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3" name="Google Shape;1873;p23"/>
            <p:cNvSpPr/>
            <p:nvPr/>
          </p:nvSpPr>
          <p:spPr>
            <a:xfrm>
              <a:off x="2841525" y="3113775"/>
              <a:ext cx="5950" cy="23200"/>
            </a:xfrm>
            <a:custGeom>
              <a:avLst/>
              <a:gdLst/>
              <a:ahLst/>
              <a:cxnLst/>
              <a:rect l="l" t="t" r="r" b="b"/>
              <a:pathLst>
                <a:path w="238" h="928" extrusionOk="0">
                  <a:moveTo>
                    <a:pt x="0" y="0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4" name="Google Shape;1874;p23"/>
            <p:cNvSpPr/>
            <p:nvPr/>
          </p:nvSpPr>
          <p:spPr>
            <a:xfrm>
              <a:off x="2841525" y="3067200"/>
              <a:ext cx="5950" cy="23225"/>
            </a:xfrm>
            <a:custGeom>
              <a:avLst/>
              <a:gdLst/>
              <a:ahLst/>
              <a:cxnLst/>
              <a:rect l="l" t="t" r="r" b="b"/>
              <a:pathLst>
                <a:path w="238" h="929" extrusionOk="0">
                  <a:moveTo>
                    <a:pt x="0" y="0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5" name="Google Shape;1875;p23"/>
            <p:cNvSpPr/>
            <p:nvPr/>
          </p:nvSpPr>
          <p:spPr>
            <a:xfrm>
              <a:off x="2841525" y="2788150"/>
              <a:ext cx="5950" cy="23225"/>
            </a:xfrm>
            <a:custGeom>
              <a:avLst/>
              <a:gdLst/>
              <a:ahLst/>
              <a:cxnLst/>
              <a:rect l="l" t="t" r="r" b="b"/>
              <a:pathLst>
                <a:path w="238" h="929" extrusionOk="0">
                  <a:moveTo>
                    <a:pt x="0" y="1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6" name="Google Shape;1876;p23"/>
            <p:cNvSpPr/>
            <p:nvPr/>
          </p:nvSpPr>
          <p:spPr>
            <a:xfrm>
              <a:off x="2841525" y="2834725"/>
              <a:ext cx="5950" cy="23225"/>
            </a:xfrm>
            <a:custGeom>
              <a:avLst/>
              <a:gdLst/>
              <a:ahLst/>
              <a:cxnLst/>
              <a:rect l="l" t="t" r="r" b="b"/>
              <a:pathLst>
                <a:path w="238" h="929" extrusionOk="0">
                  <a:moveTo>
                    <a:pt x="0" y="0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7" name="Google Shape;1877;p23"/>
            <p:cNvSpPr/>
            <p:nvPr/>
          </p:nvSpPr>
          <p:spPr>
            <a:xfrm>
              <a:off x="2841525" y="3531450"/>
              <a:ext cx="5950" cy="23400"/>
            </a:xfrm>
            <a:custGeom>
              <a:avLst/>
              <a:gdLst/>
              <a:ahLst/>
              <a:cxnLst/>
              <a:rect l="l" t="t" r="r" b="b"/>
              <a:pathLst>
                <a:path w="238" h="936" extrusionOk="0">
                  <a:moveTo>
                    <a:pt x="0" y="1"/>
                  </a:moveTo>
                  <a:lnTo>
                    <a:pt x="0" y="936"/>
                  </a:lnTo>
                  <a:lnTo>
                    <a:pt x="237" y="936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8" name="Google Shape;1878;p23"/>
            <p:cNvSpPr/>
            <p:nvPr/>
          </p:nvSpPr>
          <p:spPr>
            <a:xfrm>
              <a:off x="2841525" y="2881100"/>
              <a:ext cx="5950" cy="23400"/>
            </a:xfrm>
            <a:custGeom>
              <a:avLst/>
              <a:gdLst/>
              <a:ahLst/>
              <a:cxnLst/>
              <a:rect l="l" t="t" r="r" b="b"/>
              <a:pathLst>
                <a:path w="238" h="936" extrusionOk="0">
                  <a:moveTo>
                    <a:pt x="0" y="1"/>
                  </a:moveTo>
                  <a:lnTo>
                    <a:pt x="0" y="936"/>
                  </a:lnTo>
                  <a:lnTo>
                    <a:pt x="237" y="936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9" name="Google Shape;1879;p23"/>
            <p:cNvSpPr/>
            <p:nvPr/>
          </p:nvSpPr>
          <p:spPr>
            <a:xfrm>
              <a:off x="2841525" y="3346250"/>
              <a:ext cx="5950" cy="23225"/>
            </a:xfrm>
            <a:custGeom>
              <a:avLst/>
              <a:gdLst/>
              <a:ahLst/>
              <a:cxnLst/>
              <a:rect l="l" t="t" r="r" b="b"/>
              <a:pathLst>
                <a:path w="238" h="929" extrusionOk="0">
                  <a:moveTo>
                    <a:pt x="0" y="0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0" name="Google Shape;1880;p23"/>
            <p:cNvSpPr/>
            <p:nvPr/>
          </p:nvSpPr>
          <p:spPr>
            <a:xfrm>
              <a:off x="2841525" y="3392800"/>
              <a:ext cx="5950" cy="23225"/>
            </a:xfrm>
            <a:custGeom>
              <a:avLst/>
              <a:gdLst/>
              <a:ahLst/>
              <a:cxnLst/>
              <a:rect l="l" t="t" r="r" b="b"/>
              <a:pathLst>
                <a:path w="238" h="929" extrusionOk="0">
                  <a:moveTo>
                    <a:pt x="0" y="1"/>
                  </a:moveTo>
                  <a:lnTo>
                    <a:pt x="0" y="929"/>
                  </a:lnTo>
                  <a:lnTo>
                    <a:pt x="237" y="929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1" name="Google Shape;1881;p23"/>
            <p:cNvSpPr/>
            <p:nvPr/>
          </p:nvSpPr>
          <p:spPr>
            <a:xfrm>
              <a:off x="2841525" y="3439200"/>
              <a:ext cx="5950" cy="23400"/>
            </a:xfrm>
            <a:custGeom>
              <a:avLst/>
              <a:gdLst/>
              <a:ahLst/>
              <a:cxnLst/>
              <a:rect l="l" t="t" r="r" b="b"/>
              <a:pathLst>
                <a:path w="238" h="936" extrusionOk="0">
                  <a:moveTo>
                    <a:pt x="0" y="1"/>
                  </a:moveTo>
                  <a:lnTo>
                    <a:pt x="0" y="935"/>
                  </a:lnTo>
                  <a:lnTo>
                    <a:pt x="237" y="935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2" name="Google Shape;1882;p23"/>
            <p:cNvSpPr/>
            <p:nvPr/>
          </p:nvSpPr>
          <p:spPr>
            <a:xfrm>
              <a:off x="2841525" y="3160150"/>
              <a:ext cx="5950" cy="23400"/>
            </a:xfrm>
            <a:custGeom>
              <a:avLst/>
              <a:gdLst/>
              <a:ahLst/>
              <a:cxnLst/>
              <a:rect l="l" t="t" r="r" b="b"/>
              <a:pathLst>
                <a:path w="238" h="936" extrusionOk="0">
                  <a:moveTo>
                    <a:pt x="0" y="1"/>
                  </a:moveTo>
                  <a:lnTo>
                    <a:pt x="0" y="936"/>
                  </a:lnTo>
                  <a:lnTo>
                    <a:pt x="237" y="936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3" name="Google Shape;1883;p23"/>
            <p:cNvSpPr/>
            <p:nvPr/>
          </p:nvSpPr>
          <p:spPr>
            <a:xfrm>
              <a:off x="2841525" y="3485075"/>
              <a:ext cx="5950" cy="23225"/>
            </a:xfrm>
            <a:custGeom>
              <a:avLst/>
              <a:gdLst/>
              <a:ahLst/>
              <a:cxnLst/>
              <a:rect l="l" t="t" r="r" b="b"/>
              <a:pathLst>
                <a:path w="238" h="929" extrusionOk="0">
                  <a:moveTo>
                    <a:pt x="0" y="0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4" name="Google Shape;1884;p23"/>
            <p:cNvSpPr/>
            <p:nvPr/>
          </p:nvSpPr>
          <p:spPr>
            <a:xfrm>
              <a:off x="2841525" y="3206725"/>
              <a:ext cx="5950" cy="23225"/>
            </a:xfrm>
            <a:custGeom>
              <a:avLst/>
              <a:gdLst/>
              <a:ahLst/>
              <a:cxnLst/>
              <a:rect l="l" t="t" r="r" b="b"/>
              <a:pathLst>
                <a:path w="238" h="929" extrusionOk="0">
                  <a:moveTo>
                    <a:pt x="0" y="0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5" name="Google Shape;1885;p23"/>
            <p:cNvSpPr/>
            <p:nvPr/>
          </p:nvSpPr>
          <p:spPr>
            <a:xfrm>
              <a:off x="2841525" y="3253300"/>
              <a:ext cx="5950" cy="23200"/>
            </a:xfrm>
            <a:custGeom>
              <a:avLst/>
              <a:gdLst/>
              <a:ahLst/>
              <a:cxnLst/>
              <a:rect l="l" t="t" r="r" b="b"/>
              <a:pathLst>
                <a:path w="238" h="928" extrusionOk="0">
                  <a:moveTo>
                    <a:pt x="0" y="0"/>
                  </a:moveTo>
                  <a:lnTo>
                    <a:pt x="0" y="928"/>
                  </a:lnTo>
                  <a:lnTo>
                    <a:pt x="237" y="928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6" name="Google Shape;1886;p23"/>
            <p:cNvSpPr/>
            <p:nvPr/>
          </p:nvSpPr>
          <p:spPr>
            <a:xfrm>
              <a:off x="2841525" y="3299675"/>
              <a:ext cx="5950" cy="23400"/>
            </a:xfrm>
            <a:custGeom>
              <a:avLst/>
              <a:gdLst/>
              <a:ahLst/>
              <a:cxnLst/>
              <a:rect l="l" t="t" r="r" b="b"/>
              <a:pathLst>
                <a:path w="238" h="936" extrusionOk="0">
                  <a:moveTo>
                    <a:pt x="0" y="1"/>
                  </a:moveTo>
                  <a:lnTo>
                    <a:pt x="0" y="935"/>
                  </a:lnTo>
                  <a:lnTo>
                    <a:pt x="237" y="935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7" name="Google Shape;1887;p23"/>
            <p:cNvSpPr/>
            <p:nvPr/>
          </p:nvSpPr>
          <p:spPr>
            <a:xfrm>
              <a:off x="2841525" y="3902075"/>
              <a:ext cx="5950" cy="11700"/>
            </a:xfrm>
            <a:custGeom>
              <a:avLst/>
              <a:gdLst/>
              <a:ahLst/>
              <a:cxnLst/>
              <a:rect l="l" t="t" r="r" b="b"/>
              <a:pathLst>
                <a:path w="238" h="468" extrusionOk="0">
                  <a:moveTo>
                    <a:pt x="0" y="0"/>
                  </a:moveTo>
                  <a:lnTo>
                    <a:pt x="0" y="468"/>
                  </a:lnTo>
                  <a:lnTo>
                    <a:pt x="237" y="468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88" name="Google Shape;1888;p23"/>
          <p:cNvGrpSpPr/>
          <p:nvPr/>
        </p:nvGrpSpPr>
        <p:grpSpPr>
          <a:xfrm flipH="1">
            <a:off x="521386" y="3951370"/>
            <a:ext cx="374657" cy="463150"/>
            <a:chOff x="8243489" y="4050570"/>
            <a:chExt cx="374657" cy="463150"/>
          </a:xfrm>
        </p:grpSpPr>
        <p:sp>
          <p:nvSpPr>
            <p:cNvPr id="1889" name="Google Shape;1889;p23"/>
            <p:cNvSpPr/>
            <p:nvPr/>
          </p:nvSpPr>
          <p:spPr>
            <a:xfrm>
              <a:off x="8243489" y="4051225"/>
              <a:ext cx="374657" cy="461828"/>
            </a:xfrm>
            <a:custGeom>
              <a:avLst/>
              <a:gdLst/>
              <a:ahLst/>
              <a:cxnLst/>
              <a:rect l="l" t="t" r="r" b="b"/>
              <a:pathLst>
                <a:path w="107815" h="132900" extrusionOk="0">
                  <a:moveTo>
                    <a:pt x="53908" y="30499"/>
                  </a:moveTo>
                  <a:cubicBezTo>
                    <a:pt x="65243" y="30499"/>
                    <a:pt x="74444" y="39725"/>
                    <a:pt x="74444" y="51162"/>
                  </a:cubicBezTo>
                  <a:cubicBezTo>
                    <a:pt x="74444" y="62472"/>
                    <a:pt x="65243" y="71698"/>
                    <a:pt x="53908" y="71698"/>
                  </a:cubicBezTo>
                  <a:cubicBezTo>
                    <a:pt x="42572" y="71698"/>
                    <a:pt x="33372" y="62472"/>
                    <a:pt x="33372" y="51162"/>
                  </a:cubicBezTo>
                  <a:cubicBezTo>
                    <a:pt x="33372" y="39725"/>
                    <a:pt x="42572" y="30499"/>
                    <a:pt x="53908" y="30499"/>
                  </a:cubicBezTo>
                  <a:close/>
                  <a:moveTo>
                    <a:pt x="53908" y="0"/>
                  </a:moveTo>
                  <a:cubicBezTo>
                    <a:pt x="24146" y="0"/>
                    <a:pt x="1" y="24145"/>
                    <a:pt x="1" y="53907"/>
                  </a:cubicBezTo>
                  <a:cubicBezTo>
                    <a:pt x="1" y="72867"/>
                    <a:pt x="9125" y="89489"/>
                    <a:pt x="19800" y="102629"/>
                  </a:cubicBezTo>
                  <a:cubicBezTo>
                    <a:pt x="35176" y="121462"/>
                    <a:pt x="53908" y="132899"/>
                    <a:pt x="53908" y="132899"/>
                  </a:cubicBezTo>
                  <a:cubicBezTo>
                    <a:pt x="53908" y="132899"/>
                    <a:pt x="107815" y="101460"/>
                    <a:pt x="107815" y="53907"/>
                  </a:cubicBezTo>
                  <a:cubicBezTo>
                    <a:pt x="107815" y="49993"/>
                    <a:pt x="107383" y="46282"/>
                    <a:pt x="106646" y="42571"/>
                  </a:cubicBezTo>
                  <a:cubicBezTo>
                    <a:pt x="101461" y="18223"/>
                    <a:pt x="79857" y="0"/>
                    <a:pt x="539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0" name="Google Shape;1890;p23"/>
            <p:cNvSpPr/>
            <p:nvPr/>
          </p:nvSpPr>
          <p:spPr>
            <a:xfrm>
              <a:off x="8244307" y="4050570"/>
              <a:ext cx="257600" cy="463150"/>
            </a:xfrm>
            <a:custGeom>
              <a:avLst/>
              <a:gdLst/>
              <a:ahLst/>
              <a:cxnLst/>
              <a:rect l="l" t="t" r="r" b="b"/>
              <a:pathLst>
                <a:path w="10304" h="18526" extrusionOk="0">
                  <a:moveTo>
                    <a:pt x="10304" y="569"/>
                  </a:moveTo>
                  <a:cubicBezTo>
                    <a:pt x="10352" y="391"/>
                    <a:pt x="7780" y="-157"/>
                    <a:pt x="6521" y="43"/>
                  </a:cubicBezTo>
                  <a:cubicBezTo>
                    <a:pt x="5262" y="243"/>
                    <a:pt x="3802" y="856"/>
                    <a:pt x="2749" y="1767"/>
                  </a:cubicBezTo>
                  <a:cubicBezTo>
                    <a:pt x="1697" y="2678"/>
                    <a:pt x="575" y="4056"/>
                    <a:pt x="206" y="5509"/>
                  </a:cubicBezTo>
                  <a:cubicBezTo>
                    <a:pt x="-163" y="6962"/>
                    <a:pt x="-24" y="8869"/>
                    <a:pt x="533" y="10485"/>
                  </a:cubicBezTo>
                  <a:cubicBezTo>
                    <a:pt x="1090" y="12102"/>
                    <a:pt x="2383" y="13868"/>
                    <a:pt x="3548" y="15208"/>
                  </a:cubicBezTo>
                  <a:cubicBezTo>
                    <a:pt x="4713" y="16548"/>
                    <a:pt x="7296" y="18466"/>
                    <a:pt x="7523" y="18525"/>
                  </a:cubicBezTo>
                  <a:cubicBezTo>
                    <a:pt x="7750" y="18584"/>
                    <a:pt x="5678" y="16542"/>
                    <a:pt x="4908" y="15561"/>
                  </a:cubicBezTo>
                  <a:cubicBezTo>
                    <a:pt x="4138" y="14580"/>
                    <a:pt x="3455" y="13897"/>
                    <a:pt x="2903" y="12640"/>
                  </a:cubicBezTo>
                  <a:cubicBezTo>
                    <a:pt x="2351" y="11383"/>
                    <a:pt x="1592" y="9536"/>
                    <a:pt x="1595" y="8020"/>
                  </a:cubicBezTo>
                  <a:cubicBezTo>
                    <a:pt x="1598" y="6504"/>
                    <a:pt x="2149" y="4697"/>
                    <a:pt x="2922" y="3546"/>
                  </a:cubicBezTo>
                  <a:cubicBezTo>
                    <a:pt x="3696" y="2395"/>
                    <a:pt x="5006" y="1609"/>
                    <a:pt x="6236" y="1113"/>
                  </a:cubicBezTo>
                  <a:cubicBezTo>
                    <a:pt x="7466" y="617"/>
                    <a:pt x="10257" y="747"/>
                    <a:pt x="10304" y="569"/>
                  </a:cubicBezTo>
                  <a:close/>
                </a:path>
              </a:pathLst>
            </a:custGeom>
            <a:solidFill>
              <a:srgbClr val="8162A7">
                <a:alpha val="45910"/>
              </a:srgbClr>
            </a:solidFill>
            <a:ln>
              <a:noFill/>
            </a:ln>
          </p:spPr>
        </p:sp>
      </p:grpSp>
      <p:grpSp>
        <p:nvGrpSpPr>
          <p:cNvPr id="1891" name="Google Shape;1891;p23"/>
          <p:cNvGrpSpPr/>
          <p:nvPr/>
        </p:nvGrpSpPr>
        <p:grpSpPr>
          <a:xfrm flipH="1">
            <a:off x="7788215" y="4513090"/>
            <a:ext cx="711583" cy="630414"/>
            <a:chOff x="460371" y="2406765"/>
            <a:chExt cx="711583" cy="630414"/>
          </a:xfrm>
        </p:grpSpPr>
        <p:grpSp>
          <p:nvGrpSpPr>
            <p:cNvPr id="1892" name="Google Shape;1892;p23"/>
            <p:cNvGrpSpPr/>
            <p:nvPr/>
          </p:nvGrpSpPr>
          <p:grpSpPr>
            <a:xfrm>
              <a:off x="666102" y="2406765"/>
              <a:ext cx="505852" cy="630414"/>
              <a:chOff x="666102" y="2406765"/>
              <a:chExt cx="505852" cy="630414"/>
            </a:xfrm>
          </p:grpSpPr>
          <p:grpSp>
            <p:nvGrpSpPr>
              <p:cNvPr id="1893" name="Google Shape;1893;p23"/>
              <p:cNvGrpSpPr/>
              <p:nvPr/>
            </p:nvGrpSpPr>
            <p:grpSpPr>
              <a:xfrm>
                <a:off x="1005172" y="2632603"/>
                <a:ext cx="166782" cy="404575"/>
                <a:chOff x="3816313" y="1611982"/>
                <a:chExt cx="1212958" cy="2940225"/>
              </a:xfrm>
            </p:grpSpPr>
            <p:sp>
              <p:nvSpPr>
                <p:cNvPr id="1894" name="Google Shape;1894;p23"/>
                <p:cNvSpPr/>
                <p:nvPr/>
              </p:nvSpPr>
              <p:spPr>
                <a:xfrm>
                  <a:off x="3816313" y="1613408"/>
                  <a:ext cx="1212958" cy="19499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52" h="6836" extrusionOk="0">
                      <a:moveTo>
                        <a:pt x="3422" y="1"/>
                      </a:moveTo>
                      <a:cubicBezTo>
                        <a:pt x="1540" y="1"/>
                        <a:pt x="14" y="1519"/>
                        <a:pt x="1" y="3404"/>
                      </a:cubicBezTo>
                      <a:cubicBezTo>
                        <a:pt x="1" y="5299"/>
                        <a:pt x="1524" y="6836"/>
                        <a:pt x="3420" y="6836"/>
                      </a:cubicBezTo>
                      <a:cubicBezTo>
                        <a:pt x="3430" y="6836"/>
                        <a:pt x="3440" y="6836"/>
                        <a:pt x="3450" y="6836"/>
                      </a:cubicBezTo>
                      <a:cubicBezTo>
                        <a:pt x="5316" y="6836"/>
                        <a:pt x="6836" y="5315"/>
                        <a:pt x="6852" y="3433"/>
                      </a:cubicBezTo>
                      <a:cubicBezTo>
                        <a:pt x="6852" y="1540"/>
                        <a:pt x="5326" y="1"/>
                        <a:pt x="3446" y="1"/>
                      </a:cubicBezTo>
                      <a:cubicBezTo>
                        <a:pt x="3438" y="1"/>
                        <a:pt x="3430" y="1"/>
                        <a:pt x="3422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95" name="Google Shape;1895;p23"/>
                <p:cNvSpPr/>
                <p:nvPr/>
              </p:nvSpPr>
              <p:spPr>
                <a:xfrm>
                  <a:off x="4199464" y="2602232"/>
                  <a:ext cx="351972" cy="1949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4" h="9712" extrusionOk="0">
                      <a:moveTo>
                        <a:pt x="1187" y="1"/>
                      </a:moveTo>
                      <a:lnTo>
                        <a:pt x="929" y="3420"/>
                      </a:lnTo>
                      <a:lnTo>
                        <a:pt x="14" y="2262"/>
                      </a:lnTo>
                      <a:lnTo>
                        <a:pt x="1" y="2276"/>
                      </a:lnTo>
                      <a:lnTo>
                        <a:pt x="900" y="3815"/>
                      </a:lnTo>
                      <a:lnTo>
                        <a:pt x="736" y="9712"/>
                      </a:lnTo>
                      <a:lnTo>
                        <a:pt x="1635" y="9712"/>
                      </a:lnTo>
                      <a:lnTo>
                        <a:pt x="1364" y="1854"/>
                      </a:lnTo>
                      <a:lnTo>
                        <a:pt x="2044" y="1020"/>
                      </a:lnTo>
                      <a:lnTo>
                        <a:pt x="2031" y="1007"/>
                      </a:lnTo>
                      <a:lnTo>
                        <a:pt x="1351" y="1648"/>
                      </a:lnTo>
                      <a:lnTo>
                        <a:pt x="1240" y="14"/>
                      </a:lnTo>
                      <a:lnTo>
                        <a:pt x="1187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96" name="Google Shape;1896;p23"/>
                <p:cNvSpPr/>
                <p:nvPr/>
              </p:nvSpPr>
              <p:spPr>
                <a:xfrm>
                  <a:off x="4331976" y="1611982"/>
                  <a:ext cx="697292" cy="19513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39" h="6841" extrusionOk="0">
                      <a:moveTo>
                        <a:pt x="383" y="1"/>
                      </a:moveTo>
                      <a:cubicBezTo>
                        <a:pt x="248" y="1"/>
                        <a:pt x="120" y="13"/>
                        <a:pt x="0" y="32"/>
                      </a:cubicBezTo>
                      <a:cubicBezTo>
                        <a:pt x="1651" y="290"/>
                        <a:pt x="2903" y="1722"/>
                        <a:pt x="2903" y="3438"/>
                      </a:cubicBezTo>
                      <a:cubicBezTo>
                        <a:pt x="2890" y="5141"/>
                        <a:pt x="1635" y="6556"/>
                        <a:pt x="0" y="6801"/>
                      </a:cubicBezTo>
                      <a:cubicBezTo>
                        <a:pt x="164" y="6828"/>
                        <a:pt x="327" y="6841"/>
                        <a:pt x="507" y="6841"/>
                      </a:cubicBezTo>
                      <a:cubicBezTo>
                        <a:pt x="517" y="6841"/>
                        <a:pt x="527" y="6841"/>
                        <a:pt x="537" y="6841"/>
                      </a:cubicBezTo>
                      <a:cubicBezTo>
                        <a:pt x="2403" y="6841"/>
                        <a:pt x="3923" y="5320"/>
                        <a:pt x="3939" y="3438"/>
                      </a:cubicBezTo>
                      <a:cubicBezTo>
                        <a:pt x="3939" y="1545"/>
                        <a:pt x="2413" y="6"/>
                        <a:pt x="533" y="6"/>
                      </a:cubicBezTo>
                      <a:cubicBezTo>
                        <a:pt x="482" y="2"/>
                        <a:pt x="432" y="1"/>
                        <a:pt x="383" y="1"/>
                      </a:cubicBezTo>
                      <a:close/>
                    </a:path>
                  </a:pathLst>
                </a:custGeom>
                <a:solidFill>
                  <a:srgbClr val="473A50">
                    <a:alpha val="4348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897" name="Google Shape;1897;p23"/>
              <p:cNvGrpSpPr/>
              <p:nvPr/>
            </p:nvGrpSpPr>
            <p:grpSpPr>
              <a:xfrm>
                <a:off x="666102" y="2406765"/>
                <a:ext cx="259816" cy="630384"/>
                <a:chOff x="3816313" y="1611982"/>
                <a:chExt cx="1212958" cy="2940225"/>
              </a:xfrm>
            </p:grpSpPr>
            <p:sp>
              <p:nvSpPr>
                <p:cNvPr id="1898" name="Google Shape;1898;p23"/>
                <p:cNvSpPr/>
                <p:nvPr/>
              </p:nvSpPr>
              <p:spPr>
                <a:xfrm>
                  <a:off x="3816313" y="1613408"/>
                  <a:ext cx="1212958" cy="19499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52" h="6836" extrusionOk="0">
                      <a:moveTo>
                        <a:pt x="3422" y="1"/>
                      </a:moveTo>
                      <a:cubicBezTo>
                        <a:pt x="1540" y="1"/>
                        <a:pt x="14" y="1519"/>
                        <a:pt x="1" y="3404"/>
                      </a:cubicBezTo>
                      <a:cubicBezTo>
                        <a:pt x="1" y="5299"/>
                        <a:pt x="1524" y="6836"/>
                        <a:pt x="3420" y="6836"/>
                      </a:cubicBezTo>
                      <a:cubicBezTo>
                        <a:pt x="3430" y="6836"/>
                        <a:pt x="3440" y="6836"/>
                        <a:pt x="3450" y="6836"/>
                      </a:cubicBezTo>
                      <a:cubicBezTo>
                        <a:pt x="5316" y="6836"/>
                        <a:pt x="6836" y="5315"/>
                        <a:pt x="6852" y="3433"/>
                      </a:cubicBezTo>
                      <a:cubicBezTo>
                        <a:pt x="6852" y="1540"/>
                        <a:pt x="5326" y="1"/>
                        <a:pt x="3446" y="1"/>
                      </a:cubicBezTo>
                      <a:cubicBezTo>
                        <a:pt x="3438" y="1"/>
                        <a:pt x="3430" y="1"/>
                        <a:pt x="3422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99" name="Google Shape;1899;p23"/>
                <p:cNvSpPr/>
                <p:nvPr/>
              </p:nvSpPr>
              <p:spPr>
                <a:xfrm>
                  <a:off x="4199464" y="2602232"/>
                  <a:ext cx="351972" cy="1949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4" h="9712" extrusionOk="0">
                      <a:moveTo>
                        <a:pt x="1187" y="1"/>
                      </a:moveTo>
                      <a:lnTo>
                        <a:pt x="929" y="3420"/>
                      </a:lnTo>
                      <a:lnTo>
                        <a:pt x="14" y="2262"/>
                      </a:lnTo>
                      <a:lnTo>
                        <a:pt x="1" y="2276"/>
                      </a:lnTo>
                      <a:lnTo>
                        <a:pt x="900" y="3815"/>
                      </a:lnTo>
                      <a:lnTo>
                        <a:pt x="736" y="9712"/>
                      </a:lnTo>
                      <a:lnTo>
                        <a:pt x="1635" y="9712"/>
                      </a:lnTo>
                      <a:lnTo>
                        <a:pt x="1364" y="1854"/>
                      </a:lnTo>
                      <a:lnTo>
                        <a:pt x="2044" y="1020"/>
                      </a:lnTo>
                      <a:lnTo>
                        <a:pt x="2031" y="1007"/>
                      </a:lnTo>
                      <a:lnTo>
                        <a:pt x="1351" y="1648"/>
                      </a:lnTo>
                      <a:lnTo>
                        <a:pt x="1240" y="14"/>
                      </a:lnTo>
                      <a:lnTo>
                        <a:pt x="1187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00" name="Google Shape;1900;p23"/>
                <p:cNvSpPr/>
                <p:nvPr/>
              </p:nvSpPr>
              <p:spPr>
                <a:xfrm>
                  <a:off x="4331976" y="1611982"/>
                  <a:ext cx="697292" cy="19513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39" h="6841" extrusionOk="0">
                      <a:moveTo>
                        <a:pt x="383" y="1"/>
                      </a:moveTo>
                      <a:cubicBezTo>
                        <a:pt x="248" y="1"/>
                        <a:pt x="120" y="13"/>
                        <a:pt x="0" y="32"/>
                      </a:cubicBezTo>
                      <a:cubicBezTo>
                        <a:pt x="1651" y="290"/>
                        <a:pt x="2903" y="1722"/>
                        <a:pt x="2903" y="3438"/>
                      </a:cubicBezTo>
                      <a:cubicBezTo>
                        <a:pt x="2890" y="5141"/>
                        <a:pt x="1635" y="6556"/>
                        <a:pt x="0" y="6801"/>
                      </a:cubicBezTo>
                      <a:cubicBezTo>
                        <a:pt x="164" y="6828"/>
                        <a:pt x="327" y="6841"/>
                        <a:pt x="507" y="6841"/>
                      </a:cubicBezTo>
                      <a:cubicBezTo>
                        <a:pt x="517" y="6841"/>
                        <a:pt x="527" y="6841"/>
                        <a:pt x="537" y="6841"/>
                      </a:cubicBezTo>
                      <a:cubicBezTo>
                        <a:pt x="2403" y="6841"/>
                        <a:pt x="3923" y="5320"/>
                        <a:pt x="3939" y="3438"/>
                      </a:cubicBezTo>
                      <a:cubicBezTo>
                        <a:pt x="3939" y="1545"/>
                        <a:pt x="2413" y="6"/>
                        <a:pt x="533" y="6"/>
                      </a:cubicBezTo>
                      <a:cubicBezTo>
                        <a:pt x="482" y="2"/>
                        <a:pt x="432" y="1"/>
                        <a:pt x="383" y="1"/>
                      </a:cubicBezTo>
                      <a:close/>
                    </a:path>
                  </a:pathLst>
                </a:custGeom>
                <a:solidFill>
                  <a:srgbClr val="473A50">
                    <a:alpha val="4348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901" name="Google Shape;1901;p23"/>
            <p:cNvGrpSpPr/>
            <p:nvPr/>
          </p:nvGrpSpPr>
          <p:grpSpPr>
            <a:xfrm>
              <a:off x="460371" y="2728161"/>
              <a:ext cx="166791" cy="302717"/>
              <a:chOff x="3816307" y="2352225"/>
              <a:chExt cx="1213027" cy="2199981"/>
            </a:xfrm>
          </p:grpSpPr>
          <p:sp>
            <p:nvSpPr>
              <p:cNvPr id="1902" name="Google Shape;1902;p23"/>
              <p:cNvSpPr/>
              <p:nvPr/>
            </p:nvSpPr>
            <p:spPr>
              <a:xfrm>
                <a:off x="3816307" y="2353110"/>
                <a:ext cx="1213027" cy="1210194"/>
              </a:xfrm>
              <a:custGeom>
                <a:avLst/>
                <a:gdLst/>
                <a:ahLst/>
                <a:cxnLst/>
                <a:rect l="l" t="t" r="r" b="b"/>
                <a:pathLst>
                  <a:path w="6852" h="6836" extrusionOk="0">
                    <a:moveTo>
                      <a:pt x="3422" y="1"/>
                    </a:moveTo>
                    <a:cubicBezTo>
                      <a:pt x="1540" y="1"/>
                      <a:pt x="14" y="1519"/>
                      <a:pt x="1" y="3404"/>
                    </a:cubicBezTo>
                    <a:cubicBezTo>
                      <a:pt x="1" y="5299"/>
                      <a:pt x="1524" y="6836"/>
                      <a:pt x="3420" y="6836"/>
                    </a:cubicBezTo>
                    <a:cubicBezTo>
                      <a:pt x="3430" y="6836"/>
                      <a:pt x="3440" y="6836"/>
                      <a:pt x="3450" y="6836"/>
                    </a:cubicBezTo>
                    <a:cubicBezTo>
                      <a:pt x="5316" y="6836"/>
                      <a:pt x="6836" y="5315"/>
                      <a:pt x="6852" y="3433"/>
                    </a:cubicBezTo>
                    <a:cubicBezTo>
                      <a:pt x="6852" y="1540"/>
                      <a:pt x="5326" y="1"/>
                      <a:pt x="3446" y="1"/>
                    </a:cubicBezTo>
                    <a:cubicBezTo>
                      <a:pt x="3438" y="1"/>
                      <a:pt x="3430" y="1"/>
                      <a:pt x="342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3" name="Google Shape;1903;p23"/>
              <p:cNvSpPr/>
              <p:nvPr/>
            </p:nvSpPr>
            <p:spPr>
              <a:xfrm>
                <a:off x="4199402" y="2832867"/>
                <a:ext cx="361854" cy="1719340"/>
              </a:xfrm>
              <a:custGeom>
                <a:avLst/>
                <a:gdLst/>
                <a:ahLst/>
                <a:cxnLst/>
                <a:rect l="l" t="t" r="r" b="b"/>
                <a:pathLst>
                  <a:path w="2044" h="9712" extrusionOk="0">
                    <a:moveTo>
                      <a:pt x="1187" y="1"/>
                    </a:moveTo>
                    <a:lnTo>
                      <a:pt x="929" y="3420"/>
                    </a:lnTo>
                    <a:lnTo>
                      <a:pt x="14" y="2262"/>
                    </a:lnTo>
                    <a:lnTo>
                      <a:pt x="1" y="2276"/>
                    </a:lnTo>
                    <a:lnTo>
                      <a:pt x="900" y="3815"/>
                    </a:lnTo>
                    <a:lnTo>
                      <a:pt x="736" y="9712"/>
                    </a:lnTo>
                    <a:lnTo>
                      <a:pt x="1635" y="9712"/>
                    </a:lnTo>
                    <a:lnTo>
                      <a:pt x="1364" y="1854"/>
                    </a:lnTo>
                    <a:lnTo>
                      <a:pt x="2044" y="1020"/>
                    </a:lnTo>
                    <a:lnTo>
                      <a:pt x="2031" y="1007"/>
                    </a:lnTo>
                    <a:lnTo>
                      <a:pt x="1351" y="1648"/>
                    </a:lnTo>
                    <a:lnTo>
                      <a:pt x="1240" y="14"/>
                    </a:lnTo>
                    <a:lnTo>
                      <a:pt x="11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4" name="Google Shape;1904;p23"/>
              <p:cNvSpPr/>
              <p:nvPr/>
            </p:nvSpPr>
            <p:spPr>
              <a:xfrm>
                <a:off x="4331999" y="2352225"/>
                <a:ext cx="697331" cy="1211079"/>
              </a:xfrm>
              <a:custGeom>
                <a:avLst/>
                <a:gdLst/>
                <a:ahLst/>
                <a:cxnLst/>
                <a:rect l="l" t="t" r="r" b="b"/>
                <a:pathLst>
                  <a:path w="3939" h="6841" extrusionOk="0">
                    <a:moveTo>
                      <a:pt x="383" y="1"/>
                    </a:moveTo>
                    <a:cubicBezTo>
                      <a:pt x="248" y="1"/>
                      <a:pt x="120" y="13"/>
                      <a:pt x="0" y="32"/>
                    </a:cubicBezTo>
                    <a:cubicBezTo>
                      <a:pt x="1651" y="290"/>
                      <a:pt x="2903" y="1722"/>
                      <a:pt x="2903" y="3438"/>
                    </a:cubicBezTo>
                    <a:cubicBezTo>
                      <a:pt x="2890" y="5141"/>
                      <a:pt x="1635" y="6556"/>
                      <a:pt x="0" y="6801"/>
                    </a:cubicBezTo>
                    <a:cubicBezTo>
                      <a:pt x="164" y="6828"/>
                      <a:pt x="327" y="6841"/>
                      <a:pt x="507" y="6841"/>
                    </a:cubicBezTo>
                    <a:cubicBezTo>
                      <a:pt x="517" y="6841"/>
                      <a:pt x="527" y="6841"/>
                      <a:pt x="537" y="6841"/>
                    </a:cubicBezTo>
                    <a:cubicBezTo>
                      <a:pt x="2403" y="6841"/>
                      <a:pt x="3923" y="5320"/>
                      <a:pt x="3939" y="3438"/>
                    </a:cubicBezTo>
                    <a:cubicBezTo>
                      <a:pt x="3939" y="1545"/>
                      <a:pt x="2413" y="6"/>
                      <a:pt x="533" y="6"/>
                    </a:cubicBezTo>
                    <a:cubicBezTo>
                      <a:pt x="482" y="2"/>
                      <a:pt x="432" y="1"/>
                      <a:pt x="383" y="1"/>
                    </a:cubicBezTo>
                    <a:close/>
                  </a:path>
                </a:pathLst>
              </a:custGeom>
              <a:solidFill>
                <a:srgbClr val="473A50">
                  <a:alpha val="434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6" name="Google Shape;1906;p24"/>
          <p:cNvSpPr/>
          <p:nvPr/>
        </p:nvSpPr>
        <p:spPr>
          <a:xfrm flipH="1">
            <a:off x="-711725" y="4114963"/>
            <a:ext cx="3059100" cy="3059100"/>
          </a:xfrm>
          <a:prstGeom prst="ellipse">
            <a:avLst/>
          </a:prstGeom>
          <a:solidFill>
            <a:srgbClr val="897FBB">
              <a:alpha val="291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07" name="Google Shape;1907;p24"/>
          <p:cNvGrpSpPr/>
          <p:nvPr/>
        </p:nvGrpSpPr>
        <p:grpSpPr>
          <a:xfrm flipH="1">
            <a:off x="335560" y="4358656"/>
            <a:ext cx="964529" cy="2918046"/>
            <a:chOff x="1825573" y="1896181"/>
            <a:chExt cx="964529" cy="2918046"/>
          </a:xfrm>
        </p:grpSpPr>
        <p:sp>
          <p:nvSpPr>
            <p:cNvPr id="1908" name="Google Shape;1908;p24"/>
            <p:cNvSpPr/>
            <p:nvPr/>
          </p:nvSpPr>
          <p:spPr>
            <a:xfrm>
              <a:off x="1825573" y="1896181"/>
              <a:ext cx="964529" cy="2918046"/>
            </a:xfrm>
            <a:custGeom>
              <a:avLst/>
              <a:gdLst/>
              <a:ahLst/>
              <a:cxnLst/>
              <a:rect l="l" t="t" r="r" b="b"/>
              <a:pathLst>
                <a:path w="7532" h="22787" extrusionOk="0">
                  <a:moveTo>
                    <a:pt x="3773" y="1"/>
                  </a:moveTo>
                  <a:cubicBezTo>
                    <a:pt x="1687" y="1"/>
                    <a:pt x="1" y="1691"/>
                    <a:pt x="1" y="3776"/>
                  </a:cubicBezTo>
                  <a:lnTo>
                    <a:pt x="1" y="15746"/>
                  </a:lnTo>
                  <a:lnTo>
                    <a:pt x="14" y="15746"/>
                  </a:lnTo>
                  <a:lnTo>
                    <a:pt x="14" y="22787"/>
                  </a:lnTo>
                  <a:lnTo>
                    <a:pt x="2861" y="22787"/>
                  </a:lnTo>
                  <a:lnTo>
                    <a:pt x="2861" y="13174"/>
                  </a:lnTo>
                  <a:lnTo>
                    <a:pt x="2861" y="3776"/>
                  </a:lnTo>
                  <a:cubicBezTo>
                    <a:pt x="2861" y="3269"/>
                    <a:pt x="3269" y="2861"/>
                    <a:pt x="3773" y="2861"/>
                  </a:cubicBezTo>
                  <a:cubicBezTo>
                    <a:pt x="4276" y="2861"/>
                    <a:pt x="4672" y="3269"/>
                    <a:pt x="4672" y="3776"/>
                  </a:cubicBezTo>
                  <a:lnTo>
                    <a:pt x="4672" y="8391"/>
                  </a:lnTo>
                  <a:lnTo>
                    <a:pt x="4672" y="22787"/>
                  </a:lnTo>
                  <a:lnTo>
                    <a:pt x="7532" y="22787"/>
                  </a:lnTo>
                  <a:lnTo>
                    <a:pt x="7532" y="7110"/>
                  </a:lnTo>
                  <a:lnTo>
                    <a:pt x="7532" y="3776"/>
                  </a:lnTo>
                  <a:cubicBezTo>
                    <a:pt x="7532" y="1691"/>
                    <a:pt x="5842" y="1"/>
                    <a:pt x="377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dist="76200" dir="2400000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09" name="Google Shape;1909;p24"/>
            <p:cNvGrpSpPr/>
            <p:nvPr/>
          </p:nvGrpSpPr>
          <p:grpSpPr>
            <a:xfrm>
              <a:off x="2001780" y="2072389"/>
              <a:ext cx="612115" cy="2698300"/>
              <a:chOff x="1718105" y="2072389"/>
              <a:chExt cx="612115" cy="2698300"/>
            </a:xfrm>
          </p:grpSpPr>
          <p:sp>
            <p:nvSpPr>
              <p:cNvPr id="1910" name="Google Shape;1910;p24"/>
              <p:cNvSpPr/>
              <p:nvPr/>
            </p:nvSpPr>
            <p:spPr>
              <a:xfrm>
                <a:off x="2316262" y="3811153"/>
                <a:ext cx="13958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9" extrusionOk="0">
                    <a:moveTo>
                      <a:pt x="1" y="1"/>
                    </a:moveTo>
                    <a:lnTo>
                      <a:pt x="1" y="439"/>
                    </a:lnTo>
                    <a:lnTo>
                      <a:pt x="109" y="439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1" name="Google Shape;1911;p24"/>
              <p:cNvSpPr/>
              <p:nvPr/>
            </p:nvSpPr>
            <p:spPr>
              <a:xfrm>
                <a:off x="2316262" y="3698207"/>
                <a:ext cx="13958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2" name="Google Shape;1912;p24"/>
              <p:cNvSpPr/>
              <p:nvPr/>
            </p:nvSpPr>
            <p:spPr>
              <a:xfrm>
                <a:off x="2316262" y="4036406"/>
                <a:ext cx="13958" cy="59547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65" extrusionOk="0">
                    <a:moveTo>
                      <a:pt x="1" y="0"/>
                    </a:moveTo>
                    <a:lnTo>
                      <a:pt x="1" y="27"/>
                    </a:lnTo>
                    <a:lnTo>
                      <a:pt x="1" y="435"/>
                    </a:lnTo>
                    <a:lnTo>
                      <a:pt x="1" y="465"/>
                    </a:lnTo>
                    <a:lnTo>
                      <a:pt x="109" y="465"/>
                    </a:lnTo>
                    <a:lnTo>
                      <a:pt x="109" y="435"/>
                    </a:lnTo>
                    <a:lnTo>
                      <a:pt x="109" y="27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3" name="Google Shape;1913;p24"/>
              <p:cNvSpPr/>
              <p:nvPr/>
            </p:nvSpPr>
            <p:spPr>
              <a:xfrm>
                <a:off x="2316262" y="3922948"/>
                <a:ext cx="13958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52" extrusionOk="0">
                    <a:moveTo>
                      <a:pt x="1" y="1"/>
                    </a:moveTo>
                    <a:lnTo>
                      <a:pt x="1" y="452"/>
                    </a:lnTo>
                    <a:lnTo>
                      <a:pt x="109" y="452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4" name="Google Shape;1914;p24"/>
              <p:cNvSpPr/>
              <p:nvPr/>
            </p:nvSpPr>
            <p:spPr>
              <a:xfrm>
                <a:off x="2316262" y="3023087"/>
                <a:ext cx="13958" cy="55705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5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5" name="Google Shape;1915;p24"/>
              <p:cNvSpPr/>
              <p:nvPr/>
            </p:nvSpPr>
            <p:spPr>
              <a:xfrm>
                <a:off x="2316262" y="3586412"/>
                <a:ext cx="13958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1" y="1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6" name="Google Shape;1916;p24"/>
              <p:cNvSpPr/>
              <p:nvPr/>
            </p:nvSpPr>
            <p:spPr>
              <a:xfrm>
                <a:off x="2316262" y="3472953"/>
                <a:ext cx="13958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1" y="1"/>
                    </a:moveTo>
                    <a:lnTo>
                      <a:pt x="1" y="436"/>
                    </a:lnTo>
                    <a:lnTo>
                      <a:pt x="109" y="436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7" name="Google Shape;1917;p24"/>
              <p:cNvSpPr/>
              <p:nvPr/>
            </p:nvSpPr>
            <p:spPr>
              <a:xfrm>
                <a:off x="2316262" y="3359623"/>
                <a:ext cx="13958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52" extrusionOk="0">
                    <a:moveTo>
                      <a:pt x="1" y="0"/>
                    </a:moveTo>
                    <a:lnTo>
                      <a:pt x="1" y="451"/>
                    </a:lnTo>
                    <a:lnTo>
                      <a:pt x="109" y="451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8" name="Google Shape;1918;p24"/>
              <p:cNvSpPr/>
              <p:nvPr/>
            </p:nvSpPr>
            <p:spPr>
              <a:xfrm>
                <a:off x="2316262" y="3134754"/>
                <a:ext cx="13958" cy="57498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49" extrusionOk="0">
                    <a:moveTo>
                      <a:pt x="1" y="1"/>
                    </a:moveTo>
                    <a:lnTo>
                      <a:pt x="1" y="449"/>
                    </a:lnTo>
                    <a:lnTo>
                      <a:pt x="109" y="449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9" name="Google Shape;1919;p24"/>
              <p:cNvSpPr/>
              <p:nvPr/>
            </p:nvSpPr>
            <p:spPr>
              <a:xfrm>
                <a:off x="2316262" y="3248213"/>
                <a:ext cx="13958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1" y="1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0" name="Google Shape;1920;p24"/>
              <p:cNvSpPr/>
              <p:nvPr/>
            </p:nvSpPr>
            <p:spPr>
              <a:xfrm>
                <a:off x="2316262" y="4714855"/>
                <a:ext cx="13958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1" y="1"/>
                    </a:moveTo>
                    <a:lnTo>
                      <a:pt x="1" y="436"/>
                    </a:lnTo>
                    <a:lnTo>
                      <a:pt x="109" y="436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1" name="Google Shape;1921;p24"/>
              <p:cNvSpPr/>
              <p:nvPr/>
            </p:nvSpPr>
            <p:spPr>
              <a:xfrm>
                <a:off x="2316262" y="4601524"/>
                <a:ext cx="13958" cy="57370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48" extrusionOk="0">
                    <a:moveTo>
                      <a:pt x="1" y="0"/>
                    </a:moveTo>
                    <a:lnTo>
                      <a:pt x="1" y="448"/>
                    </a:lnTo>
                    <a:lnTo>
                      <a:pt x="109" y="448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2" name="Google Shape;1922;p24"/>
              <p:cNvSpPr/>
              <p:nvPr/>
            </p:nvSpPr>
            <p:spPr>
              <a:xfrm>
                <a:off x="2316262" y="4489730"/>
                <a:ext cx="13958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9" extrusionOk="0">
                    <a:moveTo>
                      <a:pt x="1" y="0"/>
                    </a:moveTo>
                    <a:lnTo>
                      <a:pt x="1" y="438"/>
                    </a:lnTo>
                    <a:lnTo>
                      <a:pt x="109" y="438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3" name="Google Shape;1923;p24"/>
              <p:cNvSpPr/>
              <p:nvPr/>
            </p:nvSpPr>
            <p:spPr>
              <a:xfrm>
                <a:off x="2316262" y="4376271"/>
                <a:ext cx="13958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52" extrusionOk="0">
                    <a:moveTo>
                      <a:pt x="1" y="1"/>
                    </a:moveTo>
                    <a:lnTo>
                      <a:pt x="1" y="452"/>
                    </a:lnTo>
                    <a:lnTo>
                      <a:pt x="109" y="452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4" name="Google Shape;1924;p24"/>
              <p:cNvSpPr/>
              <p:nvPr/>
            </p:nvSpPr>
            <p:spPr>
              <a:xfrm>
                <a:off x="2316262" y="4264989"/>
                <a:ext cx="13958" cy="55705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5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5" name="Google Shape;1925;p24"/>
              <p:cNvSpPr/>
              <p:nvPr/>
            </p:nvSpPr>
            <p:spPr>
              <a:xfrm>
                <a:off x="2316262" y="4151530"/>
                <a:ext cx="13958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6" name="Google Shape;1926;p24"/>
              <p:cNvSpPr/>
              <p:nvPr/>
            </p:nvSpPr>
            <p:spPr>
              <a:xfrm>
                <a:off x="1901100" y="2081225"/>
                <a:ext cx="57882" cy="29837"/>
              </a:xfrm>
              <a:custGeom>
                <a:avLst/>
                <a:gdLst/>
                <a:ahLst/>
                <a:cxnLst/>
                <a:rect l="l" t="t" r="r" b="b"/>
                <a:pathLst>
                  <a:path w="452" h="233" extrusionOk="0">
                    <a:moveTo>
                      <a:pt x="422" y="1"/>
                    </a:moveTo>
                    <a:cubicBezTo>
                      <a:pt x="288" y="27"/>
                      <a:pt x="138" y="82"/>
                      <a:pt x="0" y="138"/>
                    </a:cubicBezTo>
                    <a:lnTo>
                      <a:pt x="43" y="233"/>
                    </a:lnTo>
                    <a:cubicBezTo>
                      <a:pt x="177" y="177"/>
                      <a:pt x="314" y="138"/>
                      <a:pt x="451" y="95"/>
                    </a:cubicBezTo>
                    <a:lnTo>
                      <a:pt x="42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7" name="Google Shape;1927;p24"/>
              <p:cNvSpPr/>
              <p:nvPr/>
            </p:nvSpPr>
            <p:spPr>
              <a:xfrm>
                <a:off x="1718105" y="2764795"/>
                <a:ext cx="13958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9" extrusionOk="0">
                    <a:moveTo>
                      <a:pt x="1" y="0"/>
                    </a:moveTo>
                    <a:lnTo>
                      <a:pt x="1" y="438"/>
                    </a:lnTo>
                    <a:lnTo>
                      <a:pt x="109" y="438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8" name="Google Shape;1928;p24"/>
              <p:cNvSpPr/>
              <p:nvPr/>
            </p:nvSpPr>
            <p:spPr>
              <a:xfrm>
                <a:off x="1718105" y="2878254"/>
                <a:ext cx="13958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9" extrusionOk="0">
                    <a:moveTo>
                      <a:pt x="1" y="0"/>
                    </a:moveTo>
                    <a:lnTo>
                      <a:pt x="1" y="438"/>
                    </a:lnTo>
                    <a:lnTo>
                      <a:pt x="109" y="438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9" name="Google Shape;1929;p24"/>
              <p:cNvSpPr/>
              <p:nvPr/>
            </p:nvSpPr>
            <p:spPr>
              <a:xfrm>
                <a:off x="1718105" y="2540055"/>
                <a:ext cx="13958" cy="55705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5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0" name="Google Shape;1930;p24"/>
              <p:cNvSpPr/>
              <p:nvPr/>
            </p:nvSpPr>
            <p:spPr>
              <a:xfrm>
                <a:off x="1742436" y="2208514"/>
                <a:ext cx="40338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315" h="439" extrusionOk="0">
                    <a:moveTo>
                      <a:pt x="220" y="0"/>
                    </a:moveTo>
                    <a:cubicBezTo>
                      <a:pt x="138" y="124"/>
                      <a:pt x="69" y="258"/>
                      <a:pt x="1" y="396"/>
                    </a:cubicBezTo>
                    <a:lnTo>
                      <a:pt x="108" y="438"/>
                    </a:lnTo>
                    <a:cubicBezTo>
                      <a:pt x="164" y="301"/>
                      <a:pt x="233" y="177"/>
                      <a:pt x="314" y="56"/>
                    </a:cubicBezTo>
                    <a:lnTo>
                      <a:pt x="22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1" name="Google Shape;1931;p24"/>
              <p:cNvSpPr/>
              <p:nvPr/>
            </p:nvSpPr>
            <p:spPr>
              <a:xfrm>
                <a:off x="1718105" y="2426596"/>
                <a:ext cx="13958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52" extrusionOk="0">
                    <a:moveTo>
                      <a:pt x="1" y="0"/>
                    </a:moveTo>
                    <a:lnTo>
                      <a:pt x="1" y="451"/>
                    </a:lnTo>
                    <a:lnTo>
                      <a:pt x="109" y="451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2" name="Google Shape;1932;p24"/>
              <p:cNvSpPr/>
              <p:nvPr/>
            </p:nvSpPr>
            <p:spPr>
              <a:xfrm>
                <a:off x="1806849" y="2126429"/>
                <a:ext cx="52504" cy="47381"/>
              </a:xfrm>
              <a:custGeom>
                <a:avLst/>
                <a:gdLst/>
                <a:ahLst/>
                <a:cxnLst/>
                <a:rect l="l" t="t" r="r" b="b"/>
                <a:pathLst>
                  <a:path w="410" h="370" extrusionOk="0">
                    <a:moveTo>
                      <a:pt x="341" y="1"/>
                    </a:moveTo>
                    <a:cubicBezTo>
                      <a:pt x="220" y="82"/>
                      <a:pt x="109" y="180"/>
                      <a:pt x="1" y="288"/>
                    </a:cubicBezTo>
                    <a:lnTo>
                      <a:pt x="83" y="370"/>
                    </a:lnTo>
                    <a:cubicBezTo>
                      <a:pt x="177" y="275"/>
                      <a:pt x="289" y="180"/>
                      <a:pt x="409" y="99"/>
                    </a:cubicBezTo>
                    <a:lnTo>
                      <a:pt x="34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3" name="Google Shape;1933;p24"/>
              <p:cNvSpPr/>
              <p:nvPr/>
            </p:nvSpPr>
            <p:spPr>
              <a:xfrm>
                <a:off x="1718105" y="2313137"/>
                <a:ext cx="21129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165" h="452" extrusionOk="0">
                    <a:moveTo>
                      <a:pt x="53" y="0"/>
                    </a:moveTo>
                    <a:cubicBezTo>
                      <a:pt x="27" y="151"/>
                      <a:pt x="14" y="301"/>
                      <a:pt x="1" y="451"/>
                    </a:cubicBezTo>
                    <a:lnTo>
                      <a:pt x="109" y="451"/>
                    </a:lnTo>
                    <a:cubicBezTo>
                      <a:pt x="122" y="314"/>
                      <a:pt x="135" y="164"/>
                      <a:pt x="164" y="30"/>
                    </a:cubicBezTo>
                    <a:lnTo>
                      <a:pt x="53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4" name="Google Shape;1934;p24"/>
              <p:cNvSpPr/>
              <p:nvPr/>
            </p:nvSpPr>
            <p:spPr>
              <a:xfrm>
                <a:off x="1718105" y="2653385"/>
                <a:ext cx="13958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1" y="1"/>
                    </a:moveTo>
                    <a:lnTo>
                      <a:pt x="1" y="436"/>
                    </a:lnTo>
                    <a:lnTo>
                      <a:pt x="109" y="436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5" name="Google Shape;1935;p24"/>
              <p:cNvSpPr/>
              <p:nvPr/>
            </p:nvSpPr>
            <p:spPr>
              <a:xfrm>
                <a:off x="1718105" y="3553374"/>
                <a:ext cx="13958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6" name="Google Shape;1936;p24"/>
              <p:cNvSpPr/>
              <p:nvPr/>
            </p:nvSpPr>
            <p:spPr>
              <a:xfrm>
                <a:off x="1718105" y="3666833"/>
                <a:ext cx="13958" cy="55705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5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7" name="Google Shape;1937;p24"/>
              <p:cNvSpPr/>
              <p:nvPr/>
            </p:nvSpPr>
            <p:spPr>
              <a:xfrm>
                <a:off x="1718105" y="2989921"/>
                <a:ext cx="13958" cy="57498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49" extrusionOk="0">
                    <a:moveTo>
                      <a:pt x="1" y="1"/>
                    </a:moveTo>
                    <a:lnTo>
                      <a:pt x="1" y="449"/>
                    </a:lnTo>
                    <a:lnTo>
                      <a:pt x="109" y="449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8" name="Google Shape;1938;p24"/>
              <p:cNvSpPr/>
              <p:nvPr/>
            </p:nvSpPr>
            <p:spPr>
              <a:xfrm>
                <a:off x="1718105" y="3778114"/>
                <a:ext cx="13958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52" extrusionOk="0">
                    <a:moveTo>
                      <a:pt x="1" y="1"/>
                    </a:moveTo>
                    <a:lnTo>
                      <a:pt x="1" y="452"/>
                    </a:lnTo>
                    <a:lnTo>
                      <a:pt x="109" y="452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9" name="Google Shape;1939;p24"/>
              <p:cNvSpPr/>
              <p:nvPr/>
            </p:nvSpPr>
            <p:spPr>
              <a:xfrm>
                <a:off x="1718105" y="3103380"/>
                <a:ext cx="13958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1" y="1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0" name="Google Shape;1940;p24"/>
              <p:cNvSpPr/>
              <p:nvPr/>
            </p:nvSpPr>
            <p:spPr>
              <a:xfrm>
                <a:off x="1718105" y="3214790"/>
                <a:ext cx="13958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52" extrusionOk="0">
                    <a:moveTo>
                      <a:pt x="1" y="0"/>
                    </a:moveTo>
                    <a:lnTo>
                      <a:pt x="1" y="451"/>
                    </a:lnTo>
                    <a:lnTo>
                      <a:pt x="109" y="451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1" name="Google Shape;1941;p24"/>
              <p:cNvSpPr/>
              <p:nvPr/>
            </p:nvSpPr>
            <p:spPr>
              <a:xfrm>
                <a:off x="1718105" y="3441579"/>
                <a:ext cx="13958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1" y="1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2" name="Google Shape;1942;p24"/>
              <p:cNvSpPr/>
              <p:nvPr/>
            </p:nvSpPr>
            <p:spPr>
              <a:xfrm>
                <a:off x="1718105" y="3328120"/>
                <a:ext cx="13958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9" extrusionOk="0">
                    <a:moveTo>
                      <a:pt x="1" y="1"/>
                    </a:moveTo>
                    <a:lnTo>
                      <a:pt x="1" y="439"/>
                    </a:lnTo>
                    <a:lnTo>
                      <a:pt x="109" y="439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3" name="Google Shape;1943;p24"/>
              <p:cNvSpPr/>
              <p:nvPr/>
            </p:nvSpPr>
            <p:spPr>
              <a:xfrm>
                <a:off x="2316262" y="2459634"/>
                <a:ext cx="13958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52" extrusionOk="0">
                    <a:moveTo>
                      <a:pt x="1" y="0"/>
                    </a:moveTo>
                    <a:lnTo>
                      <a:pt x="1" y="452"/>
                    </a:lnTo>
                    <a:lnTo>
                      <a:pt x="109" y="452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4" name="Google Shape;1944;p24"/>
              <p:cNvSpPr/>
              <p:nvPr/>
            </p:nvSpPr>
            <p:spPr>
              <a:xfrm>
                <a:off x="2316262" y="2573093"/>
                <a:ext cx="13958" cy="55705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5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5" name="Google Shape;1945;p24"/>
              <p:cNvSpPr/>
              <p:nvPr/>
            </p:nvSpPr>
            <p:spPr>
              <a:xfrm>
                <a:off x="2316262" y="2686552"/>
                <a:ext cx="13958" cy="55705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5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09" y="435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6" name="Google Shape;1946;p24"/>
              <p:cNvSpPr/>
              <p:nvPr/>
            </p:nvSpPr>
            <p:spPr>
              <a:xfrm>
                <a:off x="2316262" y="2798218"/>
                <a:ext cx="13958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6" extrusionOk="0">
                    <a:moveTo>
                      <a:pt x="1" y="1"/>
                    </a:moveTo>
                    <a:lnTo>
                      <a:pt x="1" y="436"/>
                    </a:lnTo>
                    <a:lnTo>
                      <a:pt x="109" y="436"/>
                    </a:lnTo>
                    <a:lnTo>
                      <a:pt x="1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7" name="Google Shape;1947;p24"/>
              <p:cNvSpPr/>
              <p:nvPr/>
            </p:nvSpPr>
            <p:spPr>
              <a:xfrm>
                <a:off x="2012894" y="2072389"/>
                <a:ext cx="57370" cy="17800"/>
              </a:xfrm>
              <a:custGeom>
                <a:avLst/>
                <a:gdLst/>
                <a:ahLst/>
                <a:cxnLst/>
                <a:rect l="l" t="t" r="r" b="b"/>
                <a:pathLst>
                  <a:path w="448" h="139" extrusionOk="0">
                    <a:moveTo>
                      <a:pt x="0" y="1"/>
                    </a:moveTo>
                    <a:lnTo>
                      <a:pt x="0" y="112"/>
                    </a:lnTo>
                    <a:lnTo>
                      <a:pt x="95" y="112"/>
                    </a:lnTo>
                    <a:cubicBezTo>
                      <a:pt x="203" y="112"/>
                      <a:pt x="327" y="125"/>
                      <a:pt x="435" y="138"/>
                    </a:cubicBezTo>
                    <a:lnTo>
                      <a:pt x="448" y="30"/>
                    </a:lnTo>
                    <a:cubicBezTo>
                      <a:pt x="327" y="14"/>
                      <a:pt x="216" y="1"/>
                      <a:pt x="95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8" name="Google Shape;1948;p24"/>
              <p:cNvSpPr/>
              <p:nvPr/>
            </p:nvSpPr>
            <p:spPr>
              <a:xfrm>
                <a:off x="2314597" y="2346176"/>
                <a:ext cx="15623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122" h="452" extrusionOk="0">
                    <a:moveTo>
                      <a:pt x="109" y="1"/>
                    </a:moveTo>
                    <a:lnTo>
                      <a:pt x="1" y="17"/>
                    </a:lnTo>
                    <a:cubicBezTo>
                      <a:pt x="14" y="99"/>
                      <a:pt x="14" y="180"/>
                      <a:pt x="14" y="262"/>
                    </a:cubicBezTo>
                    <a:lnTo>
                      <a:pt x="14" y="452"/>
                    </a:lnTo>
                    <a:lnTo>
                      <a:pt x="122" y="452"/>
                    </a:lnTo>
                    <a:lnTo>
                      <a:pt x="122" y="262"/>
                    </a:lnTo>
                    <a:cubicBezTo>
                      <a:pt x="122" y="180"/>
                      <a:pt x="122" y="99"/>
                      <a:pt x="10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9" name="Google Shape;1949;p24"/>
              <p:cNvSpPr/>
              <p:nvPr/>
            </p:nvSpPr>
            <p:spPr>
              <a:xfrm>
                <a:off x="2283223" y="2238223"/>
                <a:ext cx="34832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272" h="436" extrusionOk="0">
                    <a:moveTo>
                      <a:pt x="108" y="0"/>
                    </a:moveTo>
                    <a:lnTo>
                      <a:pt x="1" y="43"/>
                    </a:lnTo>
                    <a:cubicBezTo>
                      <a:pt x="66" y="177"/>
                      <a:pt x="122" y="301"/>
                      <a:pt x="164" y="435"/>
                    </a:cubicBezTo>
                    <a:lnTo>
                      <a:pt x="272" y="409"/>
                    </a:lnTo>
                    <a:cubicBezTo>
                      <a:pt x="229" y="272"/>
                      <a:pt x="177" y="125"/>
                      <a:pt x="10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0" name="Google Shape;1950;p24"/>
              <p:cNvSpPr/>
              <p:nvPr/>
            </p:nvSpPr>
            <p:spPr>
              <a:xfrm>
                <a:off x="2216633" y="2147430"/>
                <a:ext cx="49174" cy="50711"/>
              </a:xfrm>
              <a:custGeom>
                <a:avLst/>
                <a:gdLst/>
                <a:ahLst/>
                <a:cxnLst/>
                <a:rect l="l" t="t" r="r" b="b"/>
                <a:pathLst>
                  <a:path w="384" h="396" extrusionOk="0">
                    <a:moveTo>
                      <a:pt x="70" y="0"/>
                    </a:moveTo>
                    <a:lnTo>
                      <a:pt x="1" y="82"/>
                    </a:lnTo>
                    <a:cubicBezTo>
                      <a:pt x="96" y="180"/>
                      <a:pt x="207" y="288"/>
                      <a:pt x="289" y="396"/>
                    </a:cubicBezTo>
                    <a:lnTo>
                      <a:pt x="383" y="327"/>
                    </a:lnTo>
                    <a:cubicBezTo>
                      <a:pt x="289" y="206"/>
                      <a:pt x="177" y="98"/>
                      <a:pt x="7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1" name="Google Shape;1951;p24"/>
              <p:cNvSpPr/>
              <p:nvPr/>
            </p:nvSpPr>
            <p:spPr>
              <a:xfrm>
                <a:off x="2120846" y="2090061"/>
                <a:ext cx="57882" cy="36496"/>
              </a:xfrm>
              <a:custGeom>
                <a:avLst/>
                <a:gdLst/>
                <a:ahLst/>
                <a:cxnLst/>
                <a:rect l="l" t="t" r="r" b="b"/>
                <a:pathLst>
                  <a:path w="452" h="285" extrusionOk="0">
                    <a:moveTo>
                      <a:pt x="43" y="0"/>
                    </a:moveTo>
                    <a:lnTo>
                      <a:pt x="0" y="108"/>
                    </a:lnTo>
                    <a:cubicBezTo>
                      <a:pt x="138" y="151"/>
                      <a:pt x="272" y="219"/>
                      <a:pt x="396" y="285"/>
                    </a:cubicBezTo>
                    <a:lnTo>
                      <a:pt x="451" y="190"/>
                    </a:lnTo>
                    <a:cubicBezTo>
                      <a:pt x="314" y="108"/>
                      <a:pt x="177" y="56"/>
                      <a:pt x="4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2" name="Google Shape;1952;p24"/>
              <p:cNvSpPr/>
              <p:nvPr/>
            </p:nvSpPr>
            <p:spPr>
              <a:xfrm>
                <a:off x="2316262" y="2911293"/>
                <a:ext cx="13958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09" h="439" extrusionOk="0">
                    <a:moveTo>
                      <a:pt x="1" y="0"/>
                    </a:moveTo>
                    <a:lnTo>
                      <a:pt x="1" y="438"/>
                    </a:lnTo>
                    <a:lnTo>
                      <a:pt x="109" y="438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3" name="Google Shape;1953;p24"/>
              <p:cNvSpPr/>
              <p:nvPr/>
            </p:nvSpPr>
            <p:spPr>
              <a:xfrm>
                <a:off x="1718105" y="4003368"/>
                <a:ext cx="15623" cy="5570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435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22" y="435"/>
                    </a:lnTo>
                    <a:lnTo>
                      <a:pt x="12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4" name="Google Shape;1954;p24"/>
              <p:cNvSpPr/>
              <p:nvPr/>
            </p:nvSpPr>
            <p:spPr>
              <a:xfrm>
                <a:off x="1718105" y="4114650"/>
                <a:ext cx="15623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122" h="452" extrusionOk="0">
                    <a:moveTo>
                      <a:pt x="1" y="1"/>
                    </a:moveTo>
                    <a:lnTo>
                      <a:pt x="1" y="452"/>
                    </a:lnTo>
                    <a:lnTo>
                      <a:pt x="122" y="452"/>
                    </a:lnTo>
                    <a:lnTo>
                      <a:pt x="12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5" name="Google Shape;1955;p24"/>
              <p:cNvSpPr/>
              <p:nvPr/>
            </p:nvSpPr>
            <p:spPr>
              <a:xfrm>
                <a:off x="1718105" y="3889909"/>
                <a:ext cx="15623" cy="57498"/>
              </a:xfrm>
              <a:custGeom>
                <a:avLst/>
                <a:gdLst/>
                <a:ahLst/>
                <a:cxnLst/>
                <a:rect l="l" t="t" r="r" b="b"/>
                <a:pathLst>
                  <a:path w="122" h="449" extrusionOk="0">
                    <a:moveTo>
                      <a:pt x="1" y="0"/>
                    </a:moveTo>
                    <a:lnTo>
                      <a:pt x="1" y="14"/>
                    </a:lnTo>
                    <a:lnTo>
                      <a:pt x="1" y="177"/>
                    </a:lnTo>
                    <a:lnTo>
                      <a:pt x="1" y="448"/>
                    </a:lnTo>
                    <a:lnTo>
                      <a:pt x="122" y="448"/>
                    </a:lnTo>
                    <a:lnTo>
                      <a:pt x="12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6" name="Google Shape;1956;p24"/>
              <p:cNvSpPr/>
              <p:nvPr/>
            </p:nvSpPr>
            <p:spPr>
              <a:xfrm>
                <a:off x="1718105" y="4228109"/>
                <a:ext cx="15623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22" h="439" extrusionOk="0">
                    <a:moveTo>
                      <a:pt x="1" y="0"/>
                    </a:moveTo>
                    <a:lnTo>
                      <a:pt x="1" y="438"/>
                    </a:lnTo>
                    <a:lnTo>
                      <a:pt x="122" y="438"/>
                    </a:lnTo>
                    <a:lnTo>
                      <a:pt x="12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7" name="Google Shape;1957;p24"/>
              <p:cNvSpPr/>
              <p:nvPr/>
            </p:nvSpPr>
            <p:spPr>
              <a:xfrm>
                <a:off x="1718105" y="4341568"/>
                <a:ext cx="15623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22" h="436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22" y="435"/>
                    </a:lnTo>
                    <a:lnTo>
                      <a:pt x="12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8" name="Google Shape;1958;p24"/>
              <p:cNvSpPr/>
              <p:nvPr/>
            </p:nvSpPr>
            <p:spPr>
              <a:xfrm>
                <a:off x="1718105" y="4453362"/>
                <a:ext cx="15623" cy="5570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435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22" y="435"/>
                    </a:lnTo>
                    <a:lnTo>
                      <a:pt x="12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9" name="Google Shape;1959;p24"/>
              <p:cNvSpPr/>
              <p:nvPr/>
            </p:nvSpPr>
            <p:spPr>
              <a:xfrm>
                <a:off x="1718105" y="4678103"/>
                <a:ext cx="15623" cy="59547"/>
              </a:xfrm>
              <a:custGeom>
                <a:avLst/>
                <a:gdLst/>
                <a:ahLst/>
                <a:cxnLst/>
                <a:rect l="l" t="t" r="r" b="b"/>
                <a:pathLst>
                  <a:path w="122" h="465" extrusionOk="0">
                    <a:moveTo>
                      <a:pt x="1" y="0"/>
                    </a:moveTo>
                    <a:lnTo>
                      <a:pt x="1" y="30"/>
                    </a:lnTo>
                    <a:lnTo>
                      <a:pt x="1" y="451"/>
                    </a:lnTo>
                    <a:lnTo>
                      <a:pt x="1" y="464"/>
                    </a:lnTo>
                    <a:lnTo>
                      <a:pt x="122" y="464"/>
                    </a:lnTo>
                    <a:lnTo>
                      <a:pt x="122" y="451"/>
                    </a:lnTo>
                    <a:lnTo>
                      <a:pt x="122" y="30"/>
                    </a:lnTo>
                    <a:lnTo>
                      <a:pt x="12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0" name="Google Shape;1960;p24"/>
              <p:cNvSpPr/>
              <p:nvPr/>
            </p:nvSpPr>
            <p:spPr>
              <a:xfrm>
                <a:off x="1718105" y="4566693"/>
                <a:ext cx="15623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22" h="436" extrusionOk="0">
                    <a:moveTo>
                      <a:pt x="1" y="1"/>
                    </a:moveTo>
                    <a:lnTo>
                      <a:pt x="1" y="436"/>
                    </a:lnTo>
                    <a:lnTo>
                      <a:pt x="122" y="436"/>
                    </a:lnTo>
                    <a:lnTo>
                      <a:pt x="12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961" name="Google Shape;1961;p24"/>
          <p:cNvGrpSpPr/>
          <p:nvPr/>
        </p:nvGrpSpPr>
        <p:grpSpPr>
          <a:xfrm>
            <a:off x="8173658" y="4513162"/>
            <a:ext cx="514249" cy="630515"/>
            <a:chOff x="1551613" y="4513162"/>
            <a:chExt cx="514249" cy="630515"/>
          </a:xfrm>
        </p:grpSpPr>
        <p:grpSp>
          <p:nvGrpSpPr>
            <p:cNvPr id="1962" name="Google Shape;1962;p24"/>
            <p:cNvGrpSpPr/>
            <p:nvPr/>
          </p:nvGrpSpPr>
          <p:grpSpPr>
            <a:xfrm>
              <a:off x="1551613" y="4513162"/>
              <a:ext cx="347653" cy="630515"/>
              <a:chOff x="3816307" y="2352225"/>
              <a:chExt cx="1213027" cy="2199981"/>
            </a:xfrm>
          </p:grpSpPr>
          <p:sp>
            <p:nvSpPr>
              <p:cNvPr id="1963" name="Google Shape;1963;p24"/>
              <p:cNvSpPr/>
              <p:nvPr/>
            </p:nvSpPr>
            <p:spPr>
              <a:xfrm>
                <a:off x="3816307" y="2353110"/>
                <a:ext cx="1213027" cy="1210194"/>
              </a:xfrm>
              <a:custGeom>
                <a:avLst/>
                <a:gdLst/>
                <a:ahLst/>
                <a:cxnLst/>
                <a:rect l="l" t="t" r="r" b="b"/>
                <a:pathLst>
                  <a:path w="6852" h="6836" extrusionOk="0">
                    <a:moveTo>
                      <a:pt x="3422" y="1"/>
                    </a:moveTo>
                    <a:cubicBezTo>
                      <a:pt x="1540" y="1"/>
                      <a:pt x="14" y="1519"/>
                      <a:pt x="1" y="3404"/>
                    </a:cubicBezTo>
                    <a:cubicBezTo>
                      <a:pt x="1" y="5299"/>
                      <a:pt x="1524" y="6836"/>
                      <a:pt x="3420" y="6836"/>
                    </a:cubicBezTo>
                    <a:cubicBezTo>
                      <a:pt x="3430" y="6836"/>
                      <a:pt x="3440" y="6836"/>
                      <a:pt x="3450" y="6836"/>
                    </a:cubicBezTo>
                    <a:cubicBezTo>
                      <a:pt x="5316" y="6836"/>
                      <a:pt x="6836" y="5315"/>
                      <a:pt x="6852" y="3433"/>
                    </a:cubicBezTo>
                    <a:cubicBezTo>
                      <a:pt x="6852" y="1540"/>
                      <a:pt x="5326" y="1"/>
                      <a:pt x="3446" y="1"/>
                    </a:cubicBezTo>
                    <a:cubicBezTo>
                      <a:pt x="3438" y="1"/>
                      <a:pt x="3430" y="1"/>
                      <a:pt x="342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4" name="Google Shape;1964;p24"/>
              <p:cNvSpPr/>
              <p:nvPr/>
            </p:nvSpPr>
            <p:spPr>
              <a:xfrm>
                <a:off x="4199402" y="2832867"/>
                <a:ext cx="361854" cy="1719340"/>
              </a:xfrm>
              <a:custGeom>
                <a:avLst/>
                <a:gdLst/>
                <a:ahLst/>
                <a:cxnLst/>
                <a:rect l="l" t="t" r="r" b="b"/>
                <a:pathLst>
                  <a:path w="2044" h="9712" extrusionOk="0">
                    <a:moveTo>
                      <a:pt x="1187" y="1"/>
                    </a:moveTo>
                    <a:lnTo>
                      <a:pt x="929" y="3420"/>
                    </a:lnTo>
                    <a:lnTo>
                      <a:pt x="14" y="2262"/>
                    </a:lnTo>
                    <a:lnTo>
                      <a:pt x="1" y="2276"/>
                    </a:lnTo>
                    <a:lnTo>
                      <a:pt x="900" y="3815"/>
                    </a:lnTo>
                    <a:lnTo>
                      <a:pt x="736" y="9712"/>
                    </a:lnTo>
                    <a:lnTo>
                      <a:pt x="1635" y="9712"/>
                    </a:lnTo>
                    <a:lnTo>
                      <a:pt x="1364" y="1854"/>
                    </a:lnTo>
                    <a:lnTo>
                      <a:pt x="2044" y="1020"/>
                    </a:lnTo>
                    <a:lnTo>
                      <a:pt x="2031" y="1007"/>
                    </a:lnTo>
                    <a:lnTo>
                      <a:pt x="1351" y="1648"/>
                    </a:lnTo>
                    <a:lnTo>
                      <a:pt x="1240" y="14"/>
                    </a:lnTo>
                    <a:lnTo>
                      <a:pt x="11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5" name="Google Shape;1965;p24"/>
              <p:cNvSpPr/>
              <p:nvPr/>
            </p:nvSpPr>
            <p:spPr>
              <a:xfrm>
                <a:off x="4331999" y="2352225"/>
                <a:ext cx="697331" cy="1211079"/>
              </a:xfrm>
              <a:custGeom>
                <a:avLst/>
                <a:gdLst/>
                <a:ahLst/>
                <a:cxnLst/>
                <a:rect l="l" t="t" r="r" b="b"/>
                <a:pathLst>
                  <a:path w="3939" h="6841" extrusionOk="0">
                    <a:moveTo>
                      <a:pt x="383" y="1"/>
                    </a:moveTo>
                    <a:cubicBezTo>
                      <a:pt x="248" y="1"/>
                      <a:pt x="120" y="13"/>
                      <a:pt x="0" y="32"/>
                    </a:cubicBezTo>
                    <a:cubicBezTo>
                      <a:pt x="1651" y="290"/>
                      <a:pt x="2903" y="1722"/>
                      <a:pt x="2903" y="3438"/>
                    </a:cubicBezTo>
                    <a:cubicBezTo>
                      <a:pt x="2890" y="5141"/>
                      <a:pt x="1635" y="6556"/>
                      <a:pt x="0" y="6801"/>
                    </a:cubicBezTo>
                    <a:cubicBezTo>
                      <a:pt x="164" y="6828"/>
                      <a:pt x="327" y="6841"/>
                      <a:pt x="507" y="6841"/>
                    </a:cubicBezTo>
                    <a:cubicBezTo>
                      <a:pt x="517" y="6841"/>
                      <a:pt x="527" y="6841"/>
                      <a:pt x="537" y="6841"/>
                    </a:cubicBezTo>
                    <a:cubicBezTo>
                      <a:pt x="2403" y="6841"/>
                      <a:pt x="3923" y="5320"/>
                      <a:pt x="3939" y="3438"/>
                    </a:cubicBezTo>
                    <a:cubicBezTo>
                      <a:pt x="3939" y="1545"/>
                      <a:pt x="2413" y="6"/>
                      <a:pt x="533" y="6"/>
                    </a:cubicBezTo>
                    <a:cubicBezTo>
                      <a:pt x="482" y="2"/>
                      <a:pt x="432" y="1"/>
                      <a:pt x="383" y="1"/>
                    </a:cubicBezTo>
                    <a:close/>
                  </a:path>
                </a:pathLst>
              </a:custGeom>
              <a:solidFill>
                <a:srgbClr val="473A50">
                  <a:alpha val="434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66" name="Google Shape;1966;p24"/>
            <p:cNvGrpSpPr/>
            <p:nvPr/>
          </p:nvGrpSpPr>
          <p:grpSpPr>
            <a:xfrm>
              <a:off x="1899071" y="4839761"/>
              <a:ext cx="166791" cy="302717"/>
              <a:chOff x="3816307" y="2352225"/>
              <a:chExt cx="1213027" cy="2199981"/>
            </a:xfrm>
          </p:grpSpPr>
          <p:sp>
            <p:nvSpPr>
              <p:cNvPr id="1967" name="Google Shape;1967;p24"/>
              <p:cNvSpPr/>
              <p:nvPr/>
            </p:nvSpPr>
            <p:spPr>
              <a:xfrm>
                <a:off x="3816307" y="2353110"/>
                <a:ext cx="1213027" cy="1210194"/>
              </a:xfrm>
              <a:custGeom>
                <a:avLst/>
                <a:gdLst/>
                <a:ahLst/>
                <a:cxnLst/>
                <a:rect l="l" t="t" r="r" b="b"/>
                <a:pathLst>
                  <a:path w="6852" h="6836" extrusionOk="0">
                    <a:moveTo>
                      <a:pt x="3422" y="1"/>
                    </a:moveTo>
                    <a:cubicBezTo>
                      <a:pt x="1540" y="1"/>
                      <a:pt x="14" y="1519"/>
                      <a:pt x="1" y="3404"/>
                    </a:cubicBezTo>
                    <a:cubicBezTo>
                      <a:pt x="1" y="5299"/>
                      <a:pt x="1524" y="6836"/>
                      <a:pt x="3420" y="6836"/>
                    </a:cubicBezTo>
                    <a:cubicBezTo>
                      <a:pt x="3430" y="6836"/>
                      <a:pt x="3440" y="6836"/>
                      <a:pt x="3450" y="6836"/>
                    </a:cubicBezTo>
                    <a:cubicBezTo>
                      <a:pt x="5316" y="6836"/>
                      <a:pt x="6836" y="5315"/>
                      <a:pt x="6852" y="3433"/>
                    </a:cubicBezTo>
                    <a:cubicBezTo>
                      <a:pt x="6852" y="1540"/>
                      <a:pt x="5326" y="1"/>
                      <a:pt x="3446" y="1"/>
                    </a:cubicBezTo>
                    <a:cubicBezTo>
                      <a:pt x="3438" y="1"/>
                      <a:pt x="3430" y="1"/>
                      <a:pt x="342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8" name="Google Shape;1968;p24"/>
              <p:cNvSpPr/>
              <p:nvPr/>
            </p:nvSpPr>
            <p:spPr>
              <a:xfrm>
                <a:off x="4199402" y="2832867"/>
                <a:ext cx="361854" cy="1719340"/>
              </a:xfrm>
              <a:custGeom>
                <a:avLst/>
                <a:gdLst/>
                <a:ahLst/>
                <a:cxnLst/>
                <a:rect l="l" t="t" r="r" b="b"/>
                <a:pathLst>
                  <a:path w="2044" h="9712" extrusionOk="0">
                    <a:moveTo>
                      <a:pt x="1187" y="1"/>
                    </a:moveTo>
                    <a:lnTo>
                      <a:pt x="929" y="3420"/>
                    </a:lnTo>
                    <a:lnTo>
                      <a:pt x="14" y="2262"/>
                    </a:lnTo>
                    <a:lnTo>
                      <a:pt x="1" y="2276"/>
                    </a:lnTo>
                    <a:lnTo>
                      <a:pt x="900" y="3815"/>
                    </a:lnTo>
                    <a:lnTo>
                      <a:pt x="736" y="9712"/>
                    </a:lnTo>
                    <a:lnTo>
                      <a:pt x="1635" y="9712"/>
                    </a:lnTo>
                    <a:lnTo>
                      <a:pt x="1364" y="1854"/>
                    </a:lnTo>
                    <a:lnTo>
                      <a:pt x="2044" y="1020"/>
                    </a:lnTo>
                    <a:lnTo>
                      <a:pt x="2031" y="1007"/>
                    </a:lnTo>
                    <a:lnTo>
                      <a:pt x="1351" y="1648"/>
                    </a:lnTo>
                    <a:lnTo>
                      <a:pt x="1240" y="14"/>
                    </a:lnTo>
                    <a:lnTo>
                      <a:pt x="11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9" name="Google Shape;1969;p24"/>
              <p:cNvSpPr/>
              <p:nvPr/>
            </p:nvSpPr>
            <p:spPr>
              <a:xfrm>
                <a:off x="4331999" y="2352225"/>
                <a:ext cx="697331" cy="1211079"/>
              </a:xfrm>
              <a:custGeom>
                <a:avLst/>
                <a:gdLst/>
                <a:ahLst/>
                <a:cxnLst/>
                <a:rect l="l" t="t" r="r" b="b"/>
                <a:pathLst>
                  <a:path w="3939" h="6841" extrusionOk="0">
                    <a:moveTo>
                      <a:pt x="383" y="1"/>
                    </a:moveTo>
                    <a:cubicBezTo>
                      <a:pt x="248" y="1"/>
                      <a:pt x="120" y="13"/>
                      <a:pt x="0" y="32"/>
                    </a:cubicBezTo>
                    <a:cubicBezTo>
                      <a:pt x="1651" y="290"/>
                      <a:pt x="2903" y="1722"/>
                      <a:pt x="2903" y="3438"/>
                    </a:cubicBezTo>
                    <a:cubicBezTo>
                      <a:pt x="2890" y="5141"/>
                      <a:pt x="1635" y="6556"/>
                      <a:pt x="0" y="6801"/>
                    </a:cubicBezTo>
                    <a:cubicBezTo>
                      <a:pt x="164" y="6828"/>
                      <a:pt x="327" y="6841"/>
                      <a:pt x="507" y="6841"/>
                    </a:cubicBezTo>
                    <a:cubicBezTo>
                      <a:pt x="517" y="6841"/>
                      <a:pt x="527" y="6841"/>
                      <a:pt x="537" y="6841"/>
                    </a:cubicBezTo>
                    <a:cubicBezTo>
                      <a:pt x="2403" y="6841"/>
                      <a:pt x="3923" y="5320"/>
                      <a:pt x="3939" y="3438"/>
                    </a:cubicBezTo>
                    <a:cubicBezTo>
                      <a:pt x="3939" y="1545"/>
                      <a:pt x="2413" y="6"/>
                      <a:pt x="533" y="6"/>
                    </a:cubicBezTo>
                    <a:cubicBezTo>
                      <a:pt x="482" y="2"/>
                      <a:pt x="432" y="1"/>
                      <a:pt x="383" y="1"/>
                    </a:cubicBezTo>
                    <a:close/>
                  </a:path>
                </a:pathLst>
              </a:custGeom>
              <a:solidFill>
                <a:srgbClr val="473A50">
                  <a:alpha val="434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970" name="Google Shape;1970;p24"/>
          <p:cNvGrpSpPr/>
          <p:nvPr/>
        </p:nvGrpSpPr>
        <p:grpSpPr>
          <a:xfrm flipH="1">
            <a:off x="8528600" y="-766400"/>
            <a:ext cx="2079250" cy="1802500"/>
            <a:chOff x="349725" y="59275"/>
            <a:chExt cx="2079250" cy="1802500"/>
          </a:xfrm>
        </p:grpSpPr>
        <p:sp>
          <p:nvSpPr>
            <p:cNvPr id="1971" name="Google Shape;1971;p24"/>
            <p:cNvSpPr/>
            <p:nvPr/>
          </p:nvSpPr>
          <p:spPr>
            <a:xfrm>
              <a:off x="349725" y="59275"/>
              <a:ext cx="2079250" cy="1802500"/>
            </a:xfrm>
            <a:custGeom>
              <a:avLst/>
              <a:gdLst/>
              <a:ahLst/>
              <a:cxnLst/>
              <a:rect l="l" t="t" r="r" b="b"/>
              <a:pathLst>
                <a:path w="83170" h="72100" extrusionOk="0">
                  <a:moveTo>
                    <a:pt x="66287" y="0"/>
                  </a:moveTo>
                  <a:lnTo>
                    <a:pt x="66287" y="48908"/>
                  </a:lnTo>
                  <a:lnTo>
                    <a:pt x="66211" y="49080"/>
                  </a:lnTo>
                  <a:lnTo>
                    <a:pt x="66287" y="49386"/>
                  </a:lnTo>
                  <a:cubicBezTo>
                    <a:pt x="66287" y="50265"/>
                    <a:pt x="66058" y="52579"/>
                    <a:pt x="64777" y="53860"/>
                  </a:cubicBezTo>
                  <a:cubicBezTo>
                    <a:pt x="63898" y="54739"/>
                    <a:pt x="62311" y="55217"/>
                    <a:pt x="59997" y="55217"/>
                  </a:cubicBezTo>
                  <a:lnTo>
                    <a:pt x="0" y="55217"/>
                  </a:lnTo>
                  <a:lnTo>
                    <a:pt x="0" y="72100"/>
                  </a:lnTo>
                  <a:lnTo>
                    <a:pt x="59997" y="72100"/>
                  </a:lnTo>
                  <a:cubicBezTo>
                    <a:pt x="68926" y="72100"/>
                    <a:pt x="74260" y="68429"/>
                    <a:pt x="77128" y="65331"/>
                  </a:cubicBezTo>
                  <a:cubicBezTo>
                    <a:pt x="83093" y="59041"/>
                    <a:pt x="83170" y="50743"/>
                    <a:pt x="83170" y="48755"/>
                  </a:cubicBezTo>
                  <a:lnTo>
                    <a:pt x="8317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dist="57150" dir="21540000" algn="bl" rotWithShape="0">
                <a:schemeClr val="dk1">
                  <a:alpha val="3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2" name="Google Shape;1972;p24"/>
            <p:cNvSpPr/>
            <p:nvPr/>
          </p:nvSpPr>
          <p:spPr>
            <a:xfrm>
              <a:off x="443400" y="166800"/>
              <a:ext cx="1782450" cy="1503775"/>
            </a:xfrm>
            <a:custGeom>
              <a:avLst/>
              <a:gdLst/>
              <a:ahLst/>
              <a:cxnLst/>
              <a:rect l="l" t="t" r="r" b="b"/>
              <a:pathLst>
                <a:path w="71298" h="60151" extrusionOk="0">
                  <a:moveTo>
                    <a:pt x="70666" y="1"/>
                  </a:moveTo>
                  <a:lnTo>
                    <a:pt x="70666" y="2544"/>
                  </a:lnTo>
                  <a:lnTo>
                    <a:pt x="71297" y="2544"/>
                  </a:lnTo>
                  <a:lnTo>
                    <a:pt x="71297" y="1"/>
                  </a:lnTo>
                  <a:close/>
                  <a:moveTo>
                    <a:pt x="70666" y="5106"/>
                  </a:moveTo>
                  <a:lnTo>
                    <a:pt x="70666" y="7649"/>
                  </a:lnTo>
                  <a:lnTo>
                    <a:pt x="71297" y="7649"/>
                  </a:lnTo>
                  <a:lnTo>
                    <a:pt x="71297" y="5106"/>
                  </a:lnTo>
                  <a:close/>
                  <a:moveTo>
                    <a:pt x="70666" y="10192"/>
                  </a:moveTo>
                  <a:lnTo>
                    <a:pt x="70666" y="12754"/>
                  </a:lnTo>
                  <a:lnTo>
                    <a:pt x="71297" y="12754"/>
                  </a:lnTo>
                  <a:lnTo>
                    <a:pt x="71297" y="10192"/>
                  </a:lnTo>
                  <a:close/>
                  <a:moveTo>
                    <a:pt x="70666" y="15297"/>
                  </a:moveTo>
                  <a:lnTo>
                    <a:pt x="70666" y="17839"/>
                  </a:lnTo>
                  <a:lnTo>
                    <a:pt x="71297" y="17839"/>
                  </a:lnTo>
                  <a:lnTo>
                    <a:pt x="71297" y="15297"/>
                  </a:lnTo>
                  <a:close/>
                  <a:moveTo>
                    <a:pt x="70666" y="20401"/>
                  </a:moveTo>
                  <a:lnTo>
                    <a:pt x="70666" y="22944"/>
                  </a:lnTo>
                  <a:lnTo>
                    <a:pt x="71297" y="22944"/>
                  </a:lnTo>
                  <a:lnTo>
                    <a:pt x="71297" y="20401"/>
                  </a:lnTo>
                  <a:close/>
                  <a:moveTo>
                    <a:pt x="70666" y="25487"/>
                  </a:moveTo>
                  <a:lnTo>
                    <a:pt x="70666" y="28049"/>
                  </a:lnTo>
                  <a:lnTo>
                    <a:pt x="71297" y="28049"/>
                  </a:lnTo>
                  <a:lnTo>
                    <a:pt x="71297" y="25487"/>
                  </a:lnTo>
                  <a:close/>
                  <a:moveTo>
                    <a:pt x="70666" y="30592"/>
                  </a:moveTo>
                  <a:lnTo>
                    <a:pt x="70666" y="33135"/>
                  </a:lnTo>
                  <a:lnTo>
                    <a:pt x="71297" y="33135"/>
                  </a:lnTo>
                  <a:lnTo>
                    <a:pt x="71297" y="30592"/>
                  </a:lnTo>
                  <a:close/>
                  <a:moveTo>
                    <a:pt x="70666" y="35697"/>
                  </a:moveTo>
                  <a:lnTo>
                    <a:pt x="70666" y="38240"/>
                  </a:lnTo>
                  <a:lnTo>
                    <a:pt x="71297" y="38240"/>
                  </a:lnTo>
                  <a:lnTo>
                    <a:pt x="71297" y="35697"/>
                  </a:lnTo>
                  <a:close/>
                  <a:moveTo>
                    <a:pt x="70666" y="40783"/>
                  </a:moveTo>
                  <a:lnTo>
                    <a:pt x="70666" y="43345"/>
                  </a:lnTo>
                  <a:lnTo>
                    <a:pt x="71297" y="43345"/>
                  </a:lnTo>
                  <a:lnTo>
                    <a:pt x="71297" y="40783"/>
                  </a:lnTo>
                  <a:close/>
                  <a:moveTo>
                    <a:pt x="70666" y="45888"/>
                  </a:moveTo>
                  <a:cubicBezTo>
                    <a:pt x="70590" y="46442"/>
                    <a:pt x="70590" y="47322"/>
                    <a:pt x="70341" y="48354"/>
                  </a:cubicBezTo>
                  <a:lnTo>
                    <a:pt x="70991" y="48526"/>
                  </a:lnTo>
                  <a:cubicBezTo>
                    <a:pt x="71221" y="47398"/>
                    <a:pt x="71221" y="46519"/>
                    <a:pt x="71297" y="45888"/>
                  </a:cubicBezTo>
                  <a:close/>
                  <a:moveTo>
                    <a:pt x="69787" y="50821"/>
                  </a:moveTo>
                  <a:cubicBezTo>
                    <a:pt x="69481" y="51624"/>
                    <a:pt x="69156" y="52427"/>
                    <a:pt x="68754" y="53058"/>
                  </a:cubicBezTo>
                  <a:lnTo>
                    <a:pt x="69309" y="53383"/>
                  </a:lnTo>
                  <a:cubicBezTo>
                    <a:pt x="69710" y="52656"/>
                    <a:pt x="70112" y="51872"/>
                    <a:pt x="70341" y="50993"/>
                  </a:cubicBezTo>
                  <a:lnTo>
                    <a:pt x="69787" y="50821"/>
                  </a:lnTo>
                  <a:close/>
                  <a:moveTo>
                    <a:pt x="67397" y="55122"/>
                  </a:moveTo>
                  <a:cubicBezTo>
                    <a:pt x="66842" y="55773"/>
                    <a:pt x="66211" y="56327"/>
                    <a:pt x="65561" y="56805"/>
                  </a:cubicBezTo>
                  <a:lnTo>
                    <a:pt x="65963" y="57359"/>
                  </a:lnTo>
                  <a:cubicBezTo>
                    <a:pt x="66689" y="56805"/>
                    <a:pt x="67320" y="56251"/>
                    <a:pt x="67875" y="55524"/>
                  </a:cubicBezTo>
                  <a:lnTo>
                    <a:pt x="67397" y="55122"/>
                  </a:lnTo>
                  <a:close/>
                  <a:moveTo>
                    <a:pt x="63420" y="58086"/>
                  </a:moveTo>
                  <a:cubicBezTo>
                    <a:pt x="62693" y="58392"/>
                    <a:pt x="61910" y="58717"/>
                    <a:pt x="61107" y="58946"/>
                  </a:cubicBezTo>
                  <a:lnTo>
                    <a:pt x="61259" y="59520"/>
                  </a:lnTo>
                  <a:cubicBezTo>
                    <a:pt x="62139" y="59348"/>
                    <a:pt x="62942" y="59042"/>
                    <a:pt x="63745" y="58640"/>
                  </a:cubicBezTo>
                  <a:lnTo>
                    <a:pt x="63420" y="58086"/>
                  </a:lnTo>
                  <a:close/>
                  <a:moveTo>
                    <a:pt x="1" y="59520"/>
                  </a:moveTo>
                  <a:lnTo>
                    <a:pt x="1" y="60151"/>
                  </a:lnTo>
                  <a:lnTo>
                    <a:pt x="2563" y="60151"/>
                  </a:lnTo>
                  <a:lnTo>
                    <a:pt x="2563" y="59520"/>
                  </a:lnTo>
                  <a:close/>
                  <a:moveTo>
                    <a:pt x="5106" y="59520"/>
                  </a:moveTo>
                  <a:lnTo>
                    <a:pt x="5106" y="60151"/>
                  </a:lnTo>
                  <a:lnTo>
                    <a:pt x="7648" y="60151"/>
                  </a:lnTo>
                  <a:lnTo>
                    <a:pt x="7648" y="59520"/>
                  </a:lnTo>
                  <a:close/>
                  <a:moveTo>
                    <a:pt x="10210" y="59520"/>
                  </a:moveTo>
                  <a:lnTo>
                    <a:pt x="10210" y="60151"/>
                  </a:lnTo>
                  <a:lnTo>
                    <a:pt x="12753" y="60151"/>
                  </a:lnTo>
                  <a:lnTo>
                    <a:pt x="12753" y="59520"/>
                  </a:lnTo>
                  <a:close/>
                  <a:moveTo>
                    <a:pt x="15296" y="59520"/>
                  </a:moveTo>
                  <a:lnTo>
                    <a:pt x="15296" y="60151"/>
                  </a:lnTo>
                  <a:lnTo>
                    <a:pt x="17858" y="60151"/>
                  </a:lnTo>
                  <a:lnTo>
                    <a:pt x="17858" y="59520"/>
                  </a:lnTo>
                  <a:close/>
                  <a:moveTo>
                    <a:pt x="20401" y="59520"/>
                  </a:moveTo>
                  <a:lnTo>
                    <a:pt x="20401" y="60151"/>
                  </a:lnTo>
                  <a:lnTo>
                    <a:pt x="22944" y="60151"/>
                  </a:lnTo>
                  <a:lnTo>
                    <a:pt x="22944" y="59520"/>
                  </a:lnTo>
                  <a:close/>
                  <a:moveTo>
                    <a:pt x="25506" y="59520"/>
                  </a:moveTo>
                  <a:lnTo>
                    <a:pt x="25506" y="60151"/>
                  </a:lnTo>
                  <a:lnTo>
                    <a:pt x="28049" y="60151"/>
                  </a:lnTo>
                  <a:lnTo>
                    <a:pt x="28049" y="59520"/>
                  </a:lnTo>
                  <a:close/>
                  <a:moveTo>
                    <a:pt x="30592" y="59520"/>
                  </a:moveTo>
                  <a:lnTo>
                    <a:pt x="30592" y="60151"/>
                  </a:lnTo>
                  <a:lnTo>
                    <a:pt x="33154" y="60151"/>
                  </a:lnTo>
                  <a:lnTo>
                    <a:pt x="33154" y="59520"/>
                  </a:lnTo>
                  <a:close/>
                  <a:moveTo>
                    <a:pt x="35697" y="59520"/>
                  </a:moveTo>
                  <a:lnTo>
                    <a:pt x="35697" y="60151"/>
                  </a:lnTo>
                  <a:lnTo>
                    <a:pt x="38316" y="60151"/>
                  </a:lnTo>
                  <a:lnTo>
                    <a:pt x="38316" y="59520"/>
                  </a:lnTo>
                  <a:close/>
                  <a:moveTo>
                    <a:pt x="40878" y="59520"/>
                  </a:moveTo>
                  <a:lnTo>
                    <a:pt x="40878" y="60151"/>
                  </a:lnTo>
                  <a:lnTo>
                    <a:pt x="43421" y="60151"/>
                  </a:lnTo>
                  <a:lnTo>
                    <a:pt x="43421" y="59520"/>
                  </a:lnTo>
                  <a:close/>
                  <a:moveTo>
                    <a:pt x="45964" y="59520"/>
                  </a:moveTo>
                  <a:lnTo>
                    <a:pt x="45964" y="60151"/>
                  </a:lnTo>
                  <a:lnTo>
                    <a:pt x="48526" y="60151"/>
                  </a:lnTo>
                  <a:lnTo>
                    <a:pt x="48526" y="59520"/>
                  </a:lnTo>
                  <a:close/>
                  <a:moveTo>
                    <a:pt x="51069" y="59520"/>
                  </a:moveTo>
                  <a:lnTo>
                    <a:pt x="51069" y="60151"/>
                  </a:lnTo>
                  <a:lnTo>
                    <a:pt x="53612" y="60151"/>
                  </a:lnTo>
                  <a:lnTo>
                    <a:pt x="53612" y="59520"/>
                  </a:lnTo>
                  <a:close/>
                  <a:moveTo>
                    <a:pt x="58640" y="59348"/>
                  </a:moveTo>
                  <a:cubicBezTo>
                    <a:pt x="57914" y="59424"/>
                    <a:pt x="57130" y="59520"/>
                    <a:pt x="56250" y="59520"/>
                  </a:cubicBezTo>
                  <a:lnTo>
                    <a:pt x="56174" y="59520"/>
                  </a:lnTo>
                  <a:lnTo>
                    <a:pt x="56174" y="60151"/>
                  </a:lnTo>
                  <a:lnTo>
                    <a:pt x="56250" y="60151"/>
                  </a:lnTo>
                  <a:cubicBezTo>
                    <a:pt x="57130" y="60151"/>
                    <a:pt x="57914" y="60074"/>
                    <a:pt x="58717" y="59998"/>
                  </a:cubicBezTo>
                  <a:lnTo>
                    <a:pt x="58640" y="59348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73" name="Google Shape;1973;p24"/>
          <p:cNvGrpSpPr/>
          <p:nvPr/>
        </p:nvGrpSpPr>
        <p:grpSpPr>
          <a:xfrm flipH="1">
            <a:off x="630504" y="4002345"/>
            <a:ext cx="374657" cy="463150"/>
            <a:chOff x="8243489" y="4050570"/>
            <a:chExt cx="374657" cy="463150"/>
          </a:xfrm>
        </p:grpSpPr>
        <p:sp>
          <p:nvSpPr>
            <p:cNvPr id="1974" name="Google Shape;1974;p24"/>
            <p:cNvSpPr/>
            <p:nvPr/>
          </p:nvSpPr>
          <p:spPr>
            <a:xfrm>
              <a:off x="8243489" y="4051225"/>
              <a:ext cx="374657" cy="461828"/>
            </a:xfrm>
            <a:custGeom>
              <a:avLst/>
              <a:gdLst/>
              <a:ahLst/>
              <a:cxnLst/>
              <a:rect l="l" t="t" r="r" b="b"/>
              <a:pathLst>
                <a:path w="107815" h="132900" extrusionOk="0">
                  <a:moveTo>
                    <a:pt x="53908" y="30499"/>
                  </a:moveTo>
                  <a:cubicBezTo>
                    <a:pt x="65243" y="30499"/>
                    <a:pt x="74444" y="39725"/>
                    <a:pt x="74444" y="51162"/>
                  </a:cubicBezTo>
                  <a:cubicBezTo>
                    <a:pt x="74444" y="62472"/>
                    <a:pt x="65243" y="71698"/>
                    <a:pt x="53908" y="71698"/>
                  </a:cubicBezTo>
                  <a:cubicBezTo>
                    <a:pt x="42572" y="71698"/>
                    <a:pt x="33372" y="62472"/>
                    <a:pt x="33372" y="51162"/>
                  </a:cubicBezTo>
                  <a:cubicBezTo>
                    <a:pt x="33372" y="39725"/>
                    <a:pt x="42572" y="30499"/>
                    <a:pt x="53908" y="30499"/>
                  </a:cubicBezTo>
                  <a:close/>
                  <a:moveTo>
                    <a:pt x="53908" y="0"/>
                  </a:moveTo>
                  <a:cubicBezTo>
                    <a:pt x="24146" y="0"/>
                    <a:pt x="1" y="24145"/>
                    <a:pt x="1" y="53907"/>
                  </a:cubicBezTo>
                  <a:cubicBezTo>
                    <a:pt x="1" y="72867"/>
                    <a:pt x="9125" y="89489"/>
                    <a:pt x="19800" y="102629"/>
                  </a:cubicBezTo>
                  <a:cubicBezTo>
                    <a:pt x="35176" y="121462"/>
                    <a:pt x="53908" y="132899"/>
                    <a:pt x="53908" y="132899"/>
                  </a:cubicBezTo>
                  <a:cubicBezTo>
                    <a:pt x="53908" y="132899"/>
                    <a:pt x="107815" y="101460"/>
                    <a:pt x="107815" y="53907"/>
                  </a:cubicBezTo>
                  <a:cubicBezTo>
                    <a:pt x="107815" y="49993"/>
                    <a:pt x="107383" y="46282"/>
                    <a:pt x="106646" y="42571"/>
                  </a:cubicBezTo>
                  <a:cubicBezTo>
                    <a:pt x="101461" y="18223"/>
                    <a:pt x="79857" y="0"/>
                    <a:pt x="539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5" name="Google Shape;1975;p24"/>
            <p:cNvSpPr/>
            <p:nvPr/>
          </p:nvSpPr>
          <p:spPr>
            <a:xfrm>
              <a:off x="8244307" y="4050570"/>
              <a:ext cx="257600" cy="463150"/>
            </a:xfrm>
            <a:custGeom>
              <a:avLst/>
              <a:gdLst/>
              <a:ahLst/>
              <a:cxnLst/>
              <a:rect l="l" t="t" r="r" b="b"/>
              <a:pathLst>
                <a:path w="10304" h="18526" extrusionOk="0">
                  <a:moveTo>
                    <a:pt x="10304" y="569"/>
                  </a:moveTo>
                  <a:cubicBezTo>
                    <a:pt x="10352" y="391"/>
                    <a:pt x="7780" y="-157"/>
                    <a:pt x="6521" y="43"/>
                  </a:cubicBezTo>
                  <a:cubicBezTo>
                    <a:pt x="5262" y="243"/>
                    <a:pt x="3802" y="856"/>
                    <a:pt x="2749" y="1767"/>
                  </a:cubicBezTo>
                  <a:cubicBezTo>
                    <a:pt x="1697" y="2678"/>
                    <a:pt x="575" y="4056"/>
                    <a:pt x="206" y="5509"/>
                  </a:cubicBezTo>
                  <a:cubicBezTo>
                    <a:pt x="-163" y="6962"/>
                    <a:pt x="-24" y="8869"/>
                    <a:pt x="533" y="10485"/>
                  </a:cubicBezTo>
                  <a:cubicBezTo>
                    <a:pt x="1090" y="12102"/>
                    <a:pt x="2383" y="13868"/>
                    <a:pt x="3548" y="15208"/>
                  </a:cubicBezTo>
                  <a:cubicBezTo>
                    <a:pt x="4713" y="16548"/>
                    <a:pt x="7296" y="18466"/>
                    <a:pt x="7523" y="18525"/>
                  </a:cubicBezTo>
                  <a:cubicBezTo>
                    <a:pt x="7750" y="18584"/>
                    <a:pt x="5678" y="16542"/>
                    <a:pt x="4908" y="15561"/>
                  </a:cubicBezTo>
                  <a:cubicBezTo>
                    <a:pt x="4138" y="14580"/>
                    <a:pt x="3455" y="13897"/>
                    <a:pt x="2903" y="12640"/>
                  </a:cubicBezTo>
                  <a:cubicBezTo>
                    <a:pt x="2351" y="11383"/>
                    <a:pt x="1592" y="9536"/>
                    <a:pt x="1595" y="8020"/>
                  </a:cubicBezTo>
                  <a:cubicBezTo>
                    <a:pt x="1598" y="6504"/>
                    <a:pt x="2149" y="4697"/>
                    <a:pt x="2922" y="3546"/>
                  </a:cubicBezTo>
                  <a:cubicBezTo>
                    <a:pt x="3696" y="2395"/>
                    <a:pt x="5006" y="1609"/>
                    <a:pt x="6236" y="1113"/>
                  </a:cubicBezTo>
                  <a:cubicBezTo>
                    <a:pt x="7466" y="617"/>
                    <a:pt x="10257" y="747"/>
                    <a:pt x="10304" y="569"/>
                  </a:cubicBezTo>
                  <a:close/>
                </a:path>
              </a:pathLst>
            </a:custGeom>
            <a:solidFill>
              <a:srgbClr val="8162A7">
                <a:alpha val="45910"/>
              </a:srgbClr>
            </a:solidFill>
            <a:ln>
              <a:noFill/>
            </a:ln>
          </p:spPr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3688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 ExtraBold"/>
              <a:buNone/>
              <a:defRPr sz="300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■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■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30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DM Sans"/>
              <a:buChar char="■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3" r:id="rId3"/>
    <p:sldLayoutId id="2147483654" r:id="rId4"/>
    <p:sldLayoutId id="2147483655" r:id="rId5"/>
    <p:sldLayoutId id="2147483656" r:id="rId6"/>
    <p:sldLayoutId id="2147483658" r:id="rId7"/>
    <p:sldLayoutId id="2147483662" r:id="rId8"/>
    <p:sldLayoutId id="2147483663" r:id="rId9"/>
    <p:sldLayoutId id="2147483666" r:id="rId10"/>
    <p:sldLayoutId id="2147483669" r:id="rId11"/>
    <p:sldLayoutId id="2147483670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" name="Google Shape;1986;p28"/>
          <p:cNvSpPr/>
          <p:nvPr/>
        </p:nvSpPr>
        <p:spPr>
          <a:xfrm>
            <a:off x="5167288" y="1336038"/>
            <a:ext cx="3059100" cy="3059100"/>
          </a:xfrm>
          <a:prstGeom prst="ellipse">
            <a:avLst/>
          </a:prstGeom>
          <a:solidFill>
            <a:srgbClr val="897FBB">
              <a:alpha val="291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7" name="Google Shape;1987;p28"/>
          <p:cNvSpPr txBox="1">
            <a:spLocks noGrp="1"/>
          </p:cNvSpPr>
          <p:nvPr>
            <p:ph type="ctrTitle"/>
          </p:nvPr>
        </p:nvSpPr>
        <p:spPr>
          <a:xfrm>
            <a:off x="503515" y="1123782"/>
            <a:ext cx="5093843" cy="243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4400" dirty="0"/>
              <a:t>Traffic Congestion Prediction in Saudi Arabia Cities</a:t>
            </a:r>
            <a:endParaRPr sz="41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88" name="Google Shape;1988;p28"/>
          <p:cNvSpPr txBox="1">
            <a:spLocks noGrp="1"/>
          </p:cNvSpPr>
          <p:nvPr>
            <p:ph type="subTitle" idx="1"/>
          </p:nvPr>
        </p:nvSpPr>
        <p:spPr>
          <a:xfrm>
            <a:off x="503515" y="3558282"/>
            <a:ext cx="2867029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Khalid – Osama - Mohammed</a:t>
            </a:r>
            <a:endParaRPr dirty="0"/>
          </a:p>
        </p:txBody>
      </p:sp>
      <p:grpSp>
        <p:nvGrpSpPr>
          <p:cNvPr id="1989" name="Google Shape;1989;p28"/>
          <p:cNvGrpSpPr/>
          <p:nvPr/>
        </p:nvGrpSpPr>
        <p:grpSpPr>
          <a:xfrm>
            <a:off x="713181" y="582145"/>
            <a:ext cx="11949650" cy="4976633"/>
            <a:chOff x="713181" y="582145"/>
            <a:chExt cx="11949650" cy="4976633"/>
          </a:xfrm>
        </p:grpSpPr>
        <p:grpSp>
          <p:nvGrpSpPr>
            <p:cNvPr id="1990" name="Google Shape;1990;p28"/>
            <p:cNvGrpSpPr/>
            <p:nvPr/>
          </p:nvGrpSpPr>
          <p:grpSpPr>
            <a:xfrm>
              <a:off x="6279940" y="582145"/>
              <a:ext cx="6382891" cy="1623545"/>
              <a:chOff x="6371290" y="314120"/>
              <a:chExt cx="6382891" cy="1623545"/>
            </a:xfrm>
          </p:grpSpPr>
          <p:sp>
            <p:nvSpPr>
              <p:cNvPr id="1991" name="Google Shape;1991;p28"/>
              <p:cNvSpPr/>
              <p:nvPr/>
            </p:nvSpPr>
            <p:spPr>
              <a:xfrm rot="-5400000" flipH="1">
                <a:off x="8750963" y="-2065553"/>
                <a:ext cx="1623545" cy="6382891"/>
              </a:xfrm>
              <a:custGeom>
                <a:avLst/>
                <a:gdLst/>
                <a:ahLst/>
                <a:cxnLst/>
                <a:rect l="l" t="t" r="r" b="b"/>
                <a:pathLst>
                  <a:path w="12220" h="44059" extrusionOk="0">
                    <a:moveTo>
                      <a:pt x="9359" y="0"/>
                    </a:moveTo>
                    <a:lnTo>
                      <a:pt x="9359" y="18593"/>
                    </a:lnTo>
                    <a:lnTo>
                      <a:pt x="9359" y="27156"/>
                    </a:lnTo>
                    <a:cubicBezTo>
                      <a:pt x="9359" y="27621"/>
                      <a:pt x="9003" y="28003"/>
                      <a:pt x="8568" y="28055"/>
                    </a:cubicBezTo>
                    <a:lnTo>
                      <a:pt x="8444" y="28055"/>
                    </a:lnTo>
                    <a:cubicBezTo>
                      <a:pt x="7940" y="28055"/>
                      <a:pt x="7532" y="27647"/>
                      <a:pt x="7532" y="27156"/>
                    </a:cubicBezTo>
                    <a:lnTo>
                      <a:pt x="7532" y="18168"/>
                    </a:lnTo>
                    <a:cubicBezTo>
                      <a:pt x="7532" y="16099"/>
                      <a:pt x="5845" y="14409"/>
                      <a:pt x="3773" y="14409"/>
                    </a:cubicBezTo>
                    <a:cubicBezTo>
                      <a:pt x="1704" y="14409"/>
                      <a:pt x="1" y="16099"/>
                      <a:pt x="1" y="18168"/>
                    </a:cubicBezTo>
                    <a:lnTo>
                      <a:pt x="1" y="30141"/>
                    </a:lnTo>
                    <a:lnTo>
                      <a:pt x="1" y="44059"/>
                    </a:lnTo>
                    <a:lnTo>
                      <a:pt x="2861" y="44059"/>
                    </a:lnTo>
                    <a:lnTo>
                      <a:pt x="2861" y="29065"/>
                    </a:lnTo>
                    <a:lnTo>
                      <a:pt x="2861" y="18168"/>
                    </a:lnTo>
                    <a:cubicBezTo>
                      <a:pt x="2861" y="17677"/>
                      <a:pt x="3270" y="17269"/>
                      <a:pt x="3773" y="17269"/>
                    </a:cubicBezTo>
                    <a:cubicBezTo>
                      <a:pt x="4276" y="17269"/>
                      <a:pt x="4685" y="17677"/>
                      <a:pt x="4685" y="18168"/>
                    </a:cubicBezTo>
                    <a:lnTo>
                      <a:pt x="4685" y="27156"/>
                    </a:lnTo>
                    <a:cubicBezTo>
                      <a:pt x="4685" y="29186"/>
                      <a:pt x="6306" y="30863"/>
                      <a:pt x="8336" y="30915"/>
                    </a:cubicBezTo>
                    <a:cubicBezTo>
                      <a:pt x="8378" y="30915"/>
                      <a:pt x="8405" y="30932"/>
                      <a:pt x="8444" y="30932"/>
                    </a:cubicBezTo>
                    <a:cubicBezTo>
                      <a:pt x="10529" y="30932"/>
                      <a:pt x="12219" y="29229"/>
                      <a:pt x="12219" y="27156"/>
                    </a:cubicBezTo>
                    <a:lnTo>
                      <a:pt x="12219" y="18619"/>
                    </a:lnTo>
                    <a:lnTo>
                      <a:pt x="1221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dist="57150" dir="6660000" algn="bl" rotWithShape="0">
                  <a:schemeClr val="dk1">
                    <a:alpha val="34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992" name="Google Shape;1992;p28"/>
              <p:cNvGrpSpPr/>
              <p:nvPr/>
            </p:nvGrpSpPr>
            <p:grpSpPr>
              <a:xfrm rot="-5400000" flipH="1">
                <a:off x="8817700" y="-1773617"/>
                <a:ext cx="1257637" cy="5799004"/>
                <a:chOff x="3563222" y="101822"/>
                <a:chExt cx="1212180" cy="5125965"/>
              </a:xfrm>
            </p:grpSpPr>
            <p:sp>
              <p:nvSpPr>
                <p:cNvPr id="1993" name="Google Shape;1993;p28"/>
                <p:cNvSpPr/>
                <p:nvPr/>
              </p:nvSpPr>
              <p:spPr>
                <a:xfrm>
                  <a:off x="3563222" y="4946702"/>
                  <a:ext cx="13830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36" extrusionOk="0">
                      <a:moveTo>
                        <a:pt x="0" y="1"/>
                      </a:moveTo>
                      <a:lnTo>
                        <a:pt x="0" y="436"/>
                      </a:lnTo>
                      <a:lnTo>
                        <a:pt x="108" y="436"/>
                      </a:lnTo>
                      <a:lnTo>
                        <a:pt x="108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94" name="Google Shape;1994;p28"/>
                <p:cNvSpPr/>
                <p:nvPr/>
              </p:nvSpPr>
              <p:spPr>
                <a:xfrm>
                  <a:off x="3563222" y="5060160"/>
                  <a:ext cx="13830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36" extrusionOk="0">
                      <a:moveTo>
                        <a:pt x="0" y="1"/>
                      </a:moveTo>
                      <a:lnTo>
                        <a:pt x="0" y="435"/>
                      </a:lnTo>
                      <a:lnTo>
                        <a:pt x="108" y="435"/>
                      </a:lnTo>
                      <a:lnTo>
                        <a:pt x="108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95" name="Google Shape;1995;p28"/>
                <p:cNvSpPr/>
                <p:nvPr/>
              </p:nvSpPr>
              <p:spPr>
                <a:xfrm>
                  <a:off x="3563222" y="4833244"/>
                  <a:ext cx="13830" cy="580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53" extrusionOk="0">
                      <a:moveTo>
                        <a:pt x="0" y="1"/>
                      </a:moveTo>
                      <a:lnTo>
                        <a:pt x="0" y="452"/>
                      </a:lnTo>
                      <a:lnTo>
                        <a:pt x="108" y="452"/>
                      </a:lnTo>
                      <a:lnTo>
                        <a:pt x="108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96" name="Google Shape;1996;p28"/>
                <p:cNvSpPr/>
                <p:nvPr/>
              </p:nvSpPr>
              <p:spPr>
                <a:xfrm>
                  <a:off x="3563222" y="5171569"/>
                  <a:ext cx="13830" cy="562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39" extrusionOk="0">
                      <a:moveTo>
                        <a:pt x="0" y="0"/>
                      </a:moveTo>
                      <a:lnTo>
                        <a:pt x="0" y="438"/>
                      </a:lnTo>
                      <a:lnTo>
                        <a:pt x="108" y="438"/>
                      </a:lnTo>
                      <a:lnTo>
                        <a:pt x="108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97" name="Google Shape;1997;p28"/>
                <p:cNvSpPr/>
                <p:nvPr/>
              </p:nvSpPr>
              <p:spPr>
                <a:xfrm>
                  <a:off x="3563222" y="4043522"/>
                  <a:ext cx="13830" cy="557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35" extrusionOk="0">
                      <a:moveTo>
                        <a:pt x="0" y="0"/>
                      </a:moveTo>
                      <a:lnTo>
                        <a:pt x="0" y="435"/>
                      </a:lnTo>
                      <a:lnTo>
                        <a:pt x="108" y="435"/>
                      </a:lnTo>
                      <a:lnTo>
                        <a:pt x="108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98" name="Google Shape;1998;p28"/>
                <p:cNvSpPr/>
                <p:nvPr/>
              </p:nvSpPr>
              <p:spPr>
                <a:xfrm>
                  <a:off x="3563222" y="4154802"/>
                  <a:ext cx="13830" cy="578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52" extrusionOk="0">
                      <a:moveTo>
                        <a:pt x="0" y="0"/>
                      </a:moveTo>
                      <a:lnTo>
                        <a:pt x="0" y="452"/>
                      </a:lnTo>
                      <a:lnTo>
                        <a:pt x="108" y="452"/>
                      </a:lnTo>
                      <a:lnTo>
                        <a:pt x="108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99" name="Google Shape;1999;p28"/>
                <p:cNvSpPr/>
                <p:nvPr/>
              </p:nvSpPr>
              <p:spPr>
                <a:xfrm>
                  <a:off x="3563222" y="3818271"/>
                  <a:ext cx="13830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36" extrusionOk="0">
                      <a:moveTo>
                        <a:pt x="0" y="0"/>
                      </a:moveTo>
                      <a:lnTo>
                        <a:pt x="0" y="435"/>
                      </a:lnTo>
                      <a:lnTo>
                        <a:pt x="108" y="435"/>
                      </a:lnTo>
                      <a:lnTo>
                        <a:pt x="108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00" name="Google Shape;2000;p28"/>
                <p:cNvSpPr/>
                <p:nvPr/>
              </p:nvSpPr>
              <p:spPr>
                <a:xfrm>
                  <a:off x="3563222" y="3930064"/>
                  <a:ext cx="13830" cy="557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35" extrusionOk="0">
                      <a:moveTo>
                        <a:pt x="0" y="0"/>
                      </a:moveTo>
                      <a:lnTo>
                        <a:pt x="0" y="435"/>
                      </a:lnTo>
                      <a:lnTo>
                        <a:pt x="108" y="435"/>
                      </a:lnTo>
                      <a:lnTo>
                        <a:pt x="108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01" name="Google Shape;2001;p28"/>
                <p:cNvSpPr/>
                <p:nvPr/>
              </p:nvSpPr>
              <p:spPr>
                <a:xfrm>
                  <a:off x="3563222" y="4268260"/>
                  <a:ext cx="13830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36" extrusionOk="0">
                      <a:moveTo>
                        <a:pt x="0" y="0"/>
                      </a:moveTo>
                      <a:lnTo>
                        <a:pt x="0" y="435"/>
                      </a:lnTo>
                      <a:lnTo>
                        <a:pt x="108" y="435"/>
                      </a:lnTo>
                      <a:lnTo>
                        <a:pt x="108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02" name="Google Shape;2002;p28"/>
                <p:cNvSpPr/>
                <p:nvPr/>
              </p:nvSpPr>
              <p:spPr>
                <a:xfrm>
                  <a:off x="3563222" y="4380053"/>
                  <a:ext cx="13830" cy="573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48" extrusionOk="0">
                      <a:moveTo>
                        <a:pt x="0" y="0"/>
                      </a:moveTo>
                      <a:lnTo>
                        <a:pt x="0" y="448"/>
                      </a:lnTo>
                      <a:lnTo>
                        <a:pt x="108" y="448"/>
                      </a:lnTo>
                      <a:lnTo>
                        <a:pt x="108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03" name="Google Shape;2003;p28"/>
                <p:cNvSpPr/>
                <p:nvPr/>
              </p:nvSpPr>
              <p:spPr>
                <a:xfrm>
                  <a:off x="3563222" y="4493383"/>
                  <a:ext cx="13830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36" extrusionOk="0">
                      <a:moveTo>
                        <a:pt x="0" y="1"/>
                      </a:moveTo>
                      <a:lnTo>
                        <a:pt x="0" y="436"/>
                      </a:lnTo>
                      <a:lnTo>
                        <a:pt x="108" y="436"/>
                      </a:lnTo>
                      <a:lnTo>
                        <a:pt x="108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04" name="Google Shape;2004;p28"/>
                <p:cNvSpPr/>
                <p:nvPr/>
              </p:nvSpPr>
              <p:spPr>
                <a:xfrm>
                  <a:off x="3563222" y="4718250"/>
                  <a:ext cx="13830" cy="595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65" extrusionOk="0">
                      <a:moveTo>
                        <a:pt x="0" y="0"/>
                      </a:moveTo>
                      <a:lnTo>
                        <a:pt x="0" y="26"/>
                      </a:lnTo>
                      <a:lnTo>
                        <a:pt x="0" y="435"/>
                      </a:lnTo>
                      <a:lnTo>
                        <a:pt x="0" y="464"/>
                      </a:lnTo>
                      <a:lnTo>
                        <a:pt x="108" y="464"/>
                      </a:lnTo>
                      <a:lnTo>
                        <a:pt x="108" y="435"/>
                      </a:lnTo>
                      <a:lnTo>
                        <a:pt x="108" y="26"/>
                      </a:lnTo>
                      <a:lnTo>
                        <a:pt x="108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05" name="Google Shape;2005;p28"/>
                <p:cNvSpPr/>
                <p:nvPr/>
              </p:nvSpPr>
              <p:spPr>
                <a:xfrm>
                  <a:off x="3563222" y="4606457"/>
                  <a:ext cx="13830" cy="562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39" extrusionOk="0">
                      <a:moveTo>
                        <a:pt x="0" y="0"/>
                      </a:moveTo>
                      <a:lnTo>
                        <a:pt x="0" y="438"/>
                      </a:lnTo>
                      <a:lnTo>
                        <a:pt x="108" y="438"/>
                      </a:lnTo>
                      <a:lnTo>
                        <a:pt x="108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06" name="Google Shape;2006;p28"/>
                <p:cNvSpPr/>
                <p:nvPr/>
              </p:nvSpPr>
              <p:spPr>
                <a:xfrm>
                  <a:off x="3746086" y="1978230"/>
                  <a:ext cx="57882" cy="315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2" h="246" extrusionOk="0">
                      <a:moveTo>
                        <a:pt x="438" y="0"/>
                      </a:moveTo>
                      <a:cubicBezTo>
                        <a:pt x="288" y="43"/>
                        <a:pt x="138" y="82"/>
                        <a:pt x="0" y="151"/>
                      </a:cubicBezTo>
                      <a:lnTo>
                        <a:pt x="43" y="246"/>
                      </a:lnTo>
                      <a:cubicBezTo>
                        <a:pt x="180" y="193"/>
                        <a:pt x="314" y="151"/>
                        <a:pt x="451" y="112"/>
                      </a:cubicBezTo>
                      <a:lnTo>
                        <a:pt x="438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07" name="Google Shape;2007;p28"/>
                <p:cNvSpPr/>
                <p:nvPr/>
              </p:nvSpPr>
              <p:spPr>
                <a:xfrm>
                  <a:off x="3563222" y="2663843"/>
                  <a:ext cx="13830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36" extrusionOk="0">
                      <a:moveTo>
                        <a:pt x="0" y="1"/>
                      </a:moveTo>
                      <a:lnTo>
                        <a:pt x="0" y="435"/>
                      </a:lnTo>
                      <a:lnTo>
                        <a:pt x="108" y="435"/>
                      </a:lnTo>
                      <a:lnTo>
                        <a:pt x="108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08" name="Google Shape;2008;p28"/>
                <p:cNvSpPr/>
                <p:nvPr/>
              </p:nvSpPr>
              <p:spPr>
                <a:xfrm>
                  <a:off x="3563222" y="2777301"/>
                  <a:ext cx="13830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36" extrusionOk="0">
                      <a:moveTo>
                        <a:pt x="0" y="0"/>
                      </a:moveTo>
                      <a:lnTo>
                        <a:pt x="0" y="435"/>
                      </a:lnTo>
                      <a:lnTo>
                        <a:pt x="108" y="435"/>
                      </a:lnTo>
                      <a:lnTo>
                        <a:pt x="108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09" name="Google Shape;2009;p28"/>
                <p:cNvSpPr/>
                <p:nvPr/>
              </p:nvSpPr>
              <p:spPr>
                <a:xfrm>
                  <a:off x="3563222" y="2438721"/>
                  <a:ext cx="13830" cy="560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38" extrusionOk="0">
                      <a:moveTo>
                        <a:pt x="0" y="0"/>
                      </a:moveTo>
                      <a:lnTo>
                        <a:pt x="0" y="438"/>
                      </a:lnTo>
                      <a:lnTo>
                        <a:pt x="108" y="438"/>
                      </a:lnTo>
                      <a:lnTo>
                        <a:pt x="108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10" name="Google Shape;2010;p28"/>
                <p:cNvSpPr/>
                <p:nvPr/>
              </p:nvSpPr>
              <p:spPr>
                <a:xfrm>
                  <a:off x="3587424" y="2107567"/>
                  <a:ext cx="40338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5" h="436" extrusionOk="0">
                      <a:moveTo>
                        <a:pt x="220" y="1"/>
                      </a:moveTo>
                      <a:cubicBezTo>
                        <a:pt x="138" y="121"/>
                        <a:pt x="69" y="259"/>
                        <a:pt x="1" y="393"/>
                      </a:cubicBezTo>
                      <a:lnTo>
                        <a:pt x="112" y="435"/>
                      </a:lnTo>
                      <a:cubicBezTo>
                        <a:pt x="164" y="298"/>
                        <a:pt x="233" y="177"/>
                        <a:pt x="314" y="53"/>
                      </a:cubicBezTo>
                      <a:lnTo>
                        <a:pt x="220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11" name="Google Shape;2011;p28"/>
                <p:cNvSpPr/>
                <p:nvPr/>
              </p:nvSpPr>
              <p:spPr>
                <a:xfrm>
                  <a:off x="3563222" y="2325263"/>
                  <a:ext cx="13830" cy="578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52" extrusionOk="0">
                      <a:moveTo>
                        <a:pt x="0" y="0"/>
                      </a:moveTo>
                      <a:lnTo>
                        <a:pt x="0" y="451"/>
                      </a:lnTo>
                      <a:lnTo>
                        <a:pt x="108" y="451"/>
                      </a:lnTo>
                      <a:lnTo>
                        <a:pt x="108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12" name="Google Shape;2012;p28"/>
                <p:cNvSpPr/>
                <p:nvPr/>
              </p:nvSpPr>
              <p:spPr>
                <a:xfrm>
                  <a:off x="3651837" y="2025483"/>
                  <a:ext cx="52504" cy="469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0" h="367" extrusionOk="0">
                      <a:moveTo>
                        <a:pt x="344" y="1"/>
                      </a:moveTo>
                      <a:cubicBezTo>
                        <a:pt x="220" y="83"/>
                        <a:pt x="112" y="177"/>
                        <a:pt x="1" y="285"/>
                      </a:cubicBezTo>
                      <a:lnTo>
                        <a:pt x="83" y="367"/>
                      </a:lnTo>
                      <a:cubicBezTo>
                        <a:pt x="181" y="259"/>
                        <a:pt x="289" y="177"/>
                        <a:pt x="410" y="96"/>
                      </a:cubicBezTo>
                      <a:lnTo>
                        <a:pt x="344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13" name="Google Shape;2013;p28"/>
                <p:cNvSpPr/>
                <p:nvPr/>
              </p:nvSpPr>
              <p:spPr>
                <a:xfrm>
                  <a:off x="3563222" y="2212189"/>
                  <a:ext cx="21001" cy="574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4" h="449" extrusionOk="0">
                      <a:moveTo>
                        <a:pt x="56" y="1"/>
                      </a:moveTo>
                      <a:cubicBezTo>
                        <a:pt x="26" y="148"/>
                        <a:pt x="13" y="298"/>
                        <a:pt x="0" y="448"/>
                      </a:cubicBezTo>
                      <a:lnTo>
                        <a:pt x="121" y="448"/>
                      </a:lnTo>
                      <a:cubicBezTo>
                        <a:pt x="121" y="311"/>
                        <a:pt x="137" y="164"/>
                        <a:pt x="163" y="27"/>
                      </a:cubicBezTo>
                      <a:lnTo>
                        <a:pt x="56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14" name="Google Shape;2014;p28"/>
                <p:cNvSpPr/>
                <p:nvPr/>
              </p:nvSpPr>
              <p:spPr>
                <a:xfrm>
                  <a:off x="3563222" y="2550386"/>
                  <a:ext cx="13830" cy="574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49" extrusionOk="0">
                      <a:moveTo>
                        <a:pt x="0" y="1"/>
                      </a:moveTo>
                      <a:lnTo>
                        <a:pt x="0" y="449"/>
                      </a:lnTo>
                      <a:lnTo>
                        <a:pt x="108" y="449"/>
                      </a:lnTo>
                      <a:lnTo>
                        <a:pt x="108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15" name="Google Shape;2015;p28"/>
                <p:cNvSpPr/>
                <p:nvPr/>
              </p:nvSpPr>
              <p:spPr>
                <a:xfrm>
                  <a:off x="3563222" y="3452030"/>
                  <a:ext cx="13830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36" extrusionOk="0">
                      <a:moveTo>
                        <a:pt x="0" y="0"/>
                      </a:moveTo>
                      <a:lnTo>
                        <a:pt x="0" y="435"/>
                      </a:lnTo>
                      <a:lnTo>
                        <a:pt x="108" y="435"/>
                      </a:lnTo>
                      <a:lnTo>
                        <a:pt x="108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16" name="Google Shape;2016;p28"/>
                <p:cNvSpPr/>
                <p:nvPr/>
              </p:nvSpPr>
              <p:spPr>
                <a:xfrm>
                  <a:off x="3563222" y="3565488"/>
                  <a:ext cx="13830" cy="557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35" extrusionOk="0">
                      <a:moveTo>
                        <a:pt x="0" y="0"/>
                      </a:moveTo>
                      <a:lnTo>
                        <a:pt x="0" y="435"/>
                      </a:lnTo>
                      <a:lnTo>
                        <a:pt x="108" y="435"/>
                      </a:lnTo>
                      <a:lnTo>
                        <a:pt x="108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17" name="Google Shape;2017;p28"/>
                <p:cNvSpPr/>
                <p:nvPr/>
              </p:nvSpPr>
              <p:spPr>
                <a:xfrm>
                  <a:off x="3563222" y="2888582"/>
                  <a:ext cx="13830" cy="562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39" extrusionOk="0">
                      <a:moveTo>
                        <a:pt x="0" y="1"/>
                      </a:moveTo>
                      <a:lnTo>
                        <a:pt x="0" y="439"/>
                      </a:lnTo>
                      <a:lnTo>
                        <a:pt x="108" y="439"/>
                      </a:lnTo>
                      <a:lnTo>
                        <a:pt x="108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18" name="Google Shape;2018;p28"/>
                <p:cNvSpPr/>
                <p:nvPr/>
              </p:nvSpPr>
              <p:spPr>
                <a:xfrm>
                  <a:off x="3563222" y="3790226"/>
                  <a:ext cx="13830" cy="193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151" extrusionOk="0">
                      <a:moveTo>
                        <a:pt x="0" y="0"/>
                      </a:moveTo>
                      <a:lnTo>
                        <a:pt x="0" y="151"/>
                      </a:lnTo>
                      <a:lnTo>
                        <a:pt x="108" y="151"/>
                      </a:lnTo>
                      <a:lnTo>
                        <a:pt x="108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19" name="Google Shape;2019;p28"/>
                <p:cNvSpPr/>
                <p:nvPr/>
              </p:nvSpPr>
              <p:spPr>
                <a:xfrm>
                  <a:off x="3563222" y="3677153"/>
                  <a:ext cx="13830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36" extrusionOk="0">
                      <a:moveTo>
                        <a:pt x="0" y="1"/>
                      </a:moveTo>
                      <a:lnTo>
                        <a:pt x="0" y="436"/>
                      </a:lnTo>
                      <a:lnTo>
                        <a:pt x="108" y="436"/>
                      </a:lnTo>
                      <a:lnTo>
                        <a:pt x="108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20" name="Google Shape;2020;p28"/>
                <p:cNvSpPr/>
                <p:nvPr/>
              </p:nvSpPr>
              <p:spPr>
                <a:xfrm>
                  <a:off x="3563222" y="3002040"/>
                  <a:ext cx="13830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36" extrusionOk="0">
                      <a:moveTo>
                        <a:pt x="0" y="1"/>
                      </a:moveTo>
                      <a:lnTo>
                        <a:pt x="0" y="435"/>
                      </a:lnTo>
                      <a:lnTo>
                        <a:pt x="108" y="435"/>
                      </a:lnTo>
                      <a:lnTo>
                        <a:pt x="108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21" name="Google Shape;2021;p28"/>
                <p:cNvSpPr/>
                <p:nvPr/>
              </p:nvSpPr>
              <p:spPr>
                <a:xfrm>
                  <a:off x="3563222" y="3113833"/>
                  <a:ext cx="13830" cy="574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49" extrusionOk="0">
                      <a:moveTo>
                        <a:pt x="0" y="0"/>
                      </a:moveTo>
                      <a:lnTo>
                        <a:pt x="0" y="448"/>
                      </a:lnTo>
                      <a:lnTo>
                        <a:pt x="108" y="448"/>
                      </a:lnTo>
                      <a:lnTo>
                        <a:pt x="108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22" name="Google Shape;2022;p28"/>
                <p:cNvSpPr/>
                <p:nvPr/>
              </p:nvSpPr>
              <p:spPr>
                <a:xfrm>
                  <a:off x="3563222" y="3338572"/>
                  <a:ext cx="13830" cy="578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52" extrusionOk="0">
                      <a:moveTo>
                        <a:pt x="0" y="1"/>
                      </a:moveTo>
                      <a:lnTo>
                        <a:pt x="0" y="452"/>
                      </a:lnTo>
                      <a:lnTo>
                        <a:pt x="108" y="452"/>
                      </a:lnTo>
                      <a:lnTo>
                        <a:pt x="108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23" name="Google Shape;2023;p28"/>
                <p:cNvSpPr/>
                <p:nvPr/>
              </p:nvSpPr>
              <p:spPr>
                <a:xfrm>
                  <a:off x="3563222" y="3227291"/>
                  <a:ext cx="13830" cy="557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35" extrusionOk="0">
                      <a:moveTo>
                        <a:pt x="0" y="0"/>
                      </a:moveTo>
                      <a:lnTo>
                        <a:pt x="0" y="435"/>
                      </a:lnTo>
                      <a:lnTo>
                        <a:pt x="108" y="435"/>
                      </a:lnTo>
                      <a:lnTo>
                        <a:pt x="108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24" name="Google Shape;2024;p28"/>
                <p:cNvSpPr/>
                <p:nvPr/>
              </p:nvSpPr>
              <p:spPr>
                <a:xfrm>
                  <a:off x="4161244" y="2921749"/>
                  <a:ext cx="16135" cy="562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" h="439" extrusionOk="0">
                      <a:moveTo>
                        <a:pt x="1" y="0"/>
                      </a:moveTo>
                      <a:lnTo>
                        <a:pt x="1" y="438"/>
                      </a:lnTo>
                      <a:lnTo>
                        <a:pt x="125" y="438"/>
                      </a:lnTo>
                      <a:lnTo>
                        <a:pt x="125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25" name="Google Shape;2025;p28"/>
                <p:cNvSpPr/>
                <p:nvPr/>
              </p:nvSpPr>
              <p:spPr>
                <a:xfrm>
                  <a:off x="4161244" y="2358685"/>
                  <a:ext cx="16135" cy="574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" h="449" extrusionOk="0">
                      <a:moveTo>
                        <a:pt x="1" y="1"/>
                      </a:moveTo>
                      <a:lnTo>
                        <a:pt x="1" y="449"/>
                      </a:lnTo>
                      <a:lnTo>
                        <a:pt x="125" y="449"/>
                      </a:lnTo>
                      <a:lnTo>
                        <a:pt x="125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26" name="Google Shape;2026;p28"/>
                <p:cNvSpPr/>
                <p:nvPr/>
              </p:nvSpPr>
              <p:spPr>
                <a:xfrm>
                  <a:off x="4161244" y="2471759"/>
                  <a:ext cx="16135" cy="562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" h="439" extrusionOk="0">
                      <a:moveTo>
                        <a:pt x="1" y="0"/>
                      </a:moveTo>
                      <a:lnTo>
                        <a:pt x="1" y="438"/>
                      </a:lnTo>
                      <a:lnTo>
                        <a:pt x="125" y="438"/>
                      </a:lnTo>
                      <a:lnTo>
                        <a:pt x="125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27" name="Google Shape;2027;p28"/>
                <p:cNvSpPr/>
                <p:nvPr/>
              </p:nvSpPr>
              <p:spPr>
                <a:xfrm>
                  <a:off x="4161244" y="2583424"/>
                  <a:ext cx="16135" cy="580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" h="453" extrusionOk="0">
                      <a:moveTo>
                        <a:pt x="1" y="1"/>
                      </a:moveTo>
                      <a:lnTo>
                        <a:pt x="1" y="452"/>
                      </a:lnTo>
                      <a:lnTo>
                        <a:pt x="125" y="452"/>
                      </a:lnTo>
                      <a:lnTo>
                        <a:pt x="125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28" name="Google Shape;2028;p28"/>
                <p:cNvSpPr/>
                <p:nvPr/>
              </p:nvSpPr>
              <p:spPr>
                <a:xfrm>
                  <a:off x="4161244" y="3373787"/>
                  <a:ext cx="16135" cy="557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" h="435" extrusionOk="0">
                      <a:moveTo>
                        <a:pt x="1" y="0"/>
                      </a:moveTo>
                      <a:lnTo>
                        <a:pt x="1" y="422"/>
                      </a:lnTo>
                      <a:lnTo>
                        <a:pt x="1" y="435"/>
                      </a:lnTo>
                      <a:lnTo>
                        <a:pt x="125" y="435"/>
                      </a:lnTo>
                      <a:lnTo>
                        <a:pt x="125" y="422"/>
                      </a:lnTo>
                      <a:lnTo>
                        <a:pt x="125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29" name="Google Shape;2029;p28"/>
                <p:cNvSpPr/>
                <p:nvPr/>
              </p:nvSpPr>
              <p:spPr>
                <a:xfrm>
                  <a:off x="4393154" y="3710319"/>
                  <a:ext cx="57882" cy="226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2" h="177" extrusionOk="0">
                      <a:moveTo>
                        <a:pt x="30" y="0"/>
                      </a:moveTo>
                      <a:lnTo>
                        <a:pt x="1" y="108"/>
                      </a:lnTo>
                      <a:cubicBezTo>
                        <a:pt x="138" y="151"/>
                        <a:pt x="288" y="177"/>
                        <a:pt x="439" y="177"/>
                      </a:cubicBezTo>
                      <a:lnTo>
                        <a:pt x="452" y="69"/>
                      </a:lnTo>
                      <a:cubicBezTo>
                        <a:pt x="301" y="52"/>
                        <a:pt x="164" y="39"/>
                        <a:pt x="30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30" name="Google Shape;2030;p28"/>
                <p:cNvSpPr/>
                <p:nvPr/>
              </p:nvSpPr>
              <p:spPr>
                <a:xfrm>
                  <a:off x="4161244" y="2696882"/>
                  <a:ext cx="16135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" h="436" extrusionOk="0">
                      <a:moveTo>
                        <a:pt x="1" y="1"/>
                      </a:moveTo>
                      <a:lnTo>
                        <a:pt x="1" y="435"/>
                      </a:lnTo>
                      <a:lnTo>
                        <a:pt x="125" y="435"/>
                      </a:lnTo>
                      <a:lnTo>
                        <a:pt x="125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31" name="Google Shape;2031;p28"/>
                <p:cNvSpPr/>
                <p:nvPr/>
              </p:nvSpPr>
              <p:spPr>
                <a:xfrm>
                  <a:off x="4168415" y="3483403"/>
                  <a:ext cx="29837" cy="578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3" h="452" extrusionOk="0">
                      <a:moveTo>
                        <a:pt x="108" y="1"/>
                      </a:moveTo>
                      <a:lnTo>
                        <a:pt x="0" y="27"/>
                      </a:lnTo>
                      <a:cubicBezTo>
                        <a:pt x="27" y="164"/>
                        <a:pt x="69" y="314"/>
                        <a:pt x="121" y="452"/>
                      </a:cubicBezTo>
                      <a:lnTo>
                        <a:pt x="233" y="409"/>
                      </a:lnTo>
                      <a:cubicBezTo>
                        <a:pt x="177" y="288"/>
                        <a:pt x="134" y="138"/>
                        <a:pt x="108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32" name="Google Shape;2032;p28"/>
                <p:cNvSpPr/>
                <p:nvPr/>
              </p:nvSpPr>
              <p:spPr>
                <a:xfrm>
                  <a:off x="4288532" y="3664603"/>
                  <a:ext cx="56217" cy="403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9" h="315" extrusionOk="0">
                      <a:moveTo>
                        <a:pt x="69" y="1"/>
                      </a:moveTo>
                      <a:lnTo>
                        <a:pt x="1" y="83"/>
                      </a:lnTo>
                      <a:cubicBezTo>
                        <a:pt x="125" y="181"/>
                        <a:pt x="259" y="246"/>
                        <a:pt x="396" y="315"/>
                      </a:cubicBezTo>
                      <a:lnTo>
                        <a:pt x="439" y="220"/>
                      </a:lnTo>
                      <a:cubicBezTo>
                        <a:pt x="314" y="151"/>
                        <a:pt x="193" y="83"/>
                        <a:pt x="69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33" name="Google Shape;2033;p28"/>
                <p:cNvSpPr/>
                <p:nvPr/>
              </p:nvSpPr>
              <p:spPr>
                <a:xfrm>
                  <a:off x="4210290" y="3584696"/>
                  <a:ext cx="45332" cy="541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4" h="423" extrusionOk="0">
                      <a:moveTo>
                        <a:pt x="95" y="1"/>
                      </a:moveTo>
                      <a:lnTo>
                        <a:pt x="0" y="69"/>
                      </a:lnTo>
                      <a:cubicBezTo>
                        <a:pt x="82" y="190"/>
                        <a:pt x="177" y="314"/>
                        <a:pt x="285" y="422"/>
                      </a:cubicBezTo>
                      <a:lnTo>
                        <a:pt x="353" y="341"/>
                      </a:lnTo>
                      <a:cubicBezTo>
                        <a:pt x="259" y="233"/>
                        <a:pt x="177" y="122"/>
                        <a:pt x="95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34" name="Google Shape;2034;p28"/>
                <p:cNvSpPr/>
                <p:nvPr/>
              </p:nvSpPr>
              <p:spPr>
                <a:xfrm>
                  <a:off x="3857879" y="1971571"/>
                  <a:ext cx="57882" cy="17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2" h="135" extrusionOk="0">
                      <a:moveTo>
                        <a:pt x="0" y="0"/>
                      </a:moveTo>
                      <a:lnTo>
                        <a:pt x="13" y="108"/>
                      </a:lnTo>
                      <a:lnTo>
                        <a:pt x="95" y="108"/>
                      </a:lnTo>
                      <a:cubicBezTo>
                        <a:pt x="206" y="108"/>
                        <a:pt x="327" y="121"/>
                        <a:pt x="435" y="134"/>
                      </a:cubicBezTo>
                      <a:lnTo>
                        <a:pt x="451" y="26"/>
                      </a:lnTo>
                      <a:cubicBezTo>
                        <a:pt x="340" y="13"/>
                        <a:pt x="219" y="0"/>
                        <a:pt x="95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35" name="Google Shape;2035;p28"/>
                <p:cNvSpPr/>
                <p:nvPr/>
              </p:nvSpPr>
              <p:spPr>
                <a:xfrm>
                  <a:off x="4161244" y="2245228"/>
                  <a:ext cx="16135" cy="574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" h="449" extrusionOk="0">
                      <a:moveTo>
                        <a:pt x="109" y="1"/>
                      </a:moveTo>
                      <a:lnTo>
                        <a:pt x="1" y="14"/>
                      </a:lnTo>
                      <a:lnTo>
                        <a:pt x="1" y="259"/>
                      </a:lnTo>
                      <a:lnTo>
                        <a:pt x="1" y="449"/>
                      </a:lnTo>
                      <a:lnTo>
                        <a:pt x="125" y="449"/>
                      </a:lnTo>
                      <a:lnTo>
                        <a:pt x="125" y="259"/>
                      </a:lnTo>
                      <a:cubicBezTo>
                        <a:pt x="125" y="164"/>
                        <a:pt x="109" y="83"/>
                        <a:pt x="109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36" name="Google Shape;2036;p28"/>
                <p:cNvSpPr/>
                <p:nvPr/>
              </p:nvSpPr>
              <p:spPr>
                <a:xfrm>
                  <a:off x="4129870" y="2135227"/>
                  <a:ext cx="33167" cy="578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9" h="452" extrusionOk="0">
                      <a:moveTo>
                        <a:pt x="96" y="0"/>
                      </a:moveTo>
                      <a:lnTo>
                        <a:pt x="1" y="56"/>
                      </a:lnTo>
                      <a:cubicBezTo>
                        <a:pt x="56" y="177"/>
                        <a:pt x="109" y="314"/>
                        <a:pt x="151" y="451"/>
                      </a:cubicBezTo>
                      <a:lnTo>
                        <a:pt x="259" y="422"/>
                      </a:lnTo>
                      <a:cubicBezTo>
                        <a:pt x="220" y="275"/>
                        <a:pt x="164" y="138"/>
                        <a:pt x="96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37" name="Google Shape;2037;p28"/>
                <p:cNvSpPr/>
                <p:nvPr/>
              </p:nvSpPr>
              <p:spPr>
                <a:xfrm>
                  <a:off x="4062129" y="2046484"/>
                  <a:ext cx="48662" cy="507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0" h="396" extrusionOk="0">
                      <a:moveTo>
                        <a:pt x="66" y="0"/>
                      </a:moveTo>
                      <a:lnTo>
                        <a:pt x="0" y="82"/>
                      </a:lnTo>
                      <a:cubicBezTo>
                        <a:pt x="108" y="177"/>
                        <a:pt x="203" y="285"/>
                        <a:pt x="285" y="396"/>
                      </a:cubicBezTo>
                      <a:lnTo>
                        <a:pt x="379" y="327"/>
                      </a:lnTo>
                      <a:cubicBezTo>
                        <a:pt x="285" y="203"/>
                        <a:pt x="177" y="95"/>
                        <a:pt x="66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38" name="Google Shape;2038;p28"/>
                <p:cNvSpPr/>
                <p:nvPr/>
              </p:nvSpPr>
              <p:spPr>
                <a:xfrm>
                  <a:off x="3965830" y="1988731"/>
                  <a:ext cx="57882" cy="368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2" h="288" extrusionOk="0">
                      <a:moveTo>
                        <a:pt x="43" y="0"/>
                      </a:moveTo>
                      <a:lnTo>
                        <a:pt x="0" y="95"/>
                      </a:lnTo>
                      <a:cubicBezTo>
                        <a:pt x="138" y="151"/>
                        <a:pt x="275" y="206"/>
                        <a:pt x="396" y="288"/>
                      </a:cubicBezTo>
                      <a:lnTo>
                        <a:pt x="452" y="193"/>
                      </a:lnTo>
                      <a:cubicBezTo>
                        <a:pt x="327" y="111"/>
                        <a:pt x="193" y="56"/>
                        <a:pt x="43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39" name="Google Shape;2039;p28"/>
                <p:cNvSpPr/>
                <p:nvPr/>
              </p:nvSpPr>
              <p:spPr>
                <a:xfrm>
                  <a:off x="4161244" y="3260329"/>
                  <a:ext cx="16135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" h="436" extrusionOk="0">
                      <a:moveTo>
                        <a:pt x="1" y="0"/>
                      </a:moveTo>
                      <a:lnTo>
                        <a:pt x="1" y="435"/>
                      </a:lnTo>
                      <a:lnTo>
                        <a:pt x="125" y="435"/>
                      </a:lnTo>
                      <a:lnTo>
                        <a:pt x="125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0" name="Google Shape;2040;p28"/>
                <p:cNvSpPr/>
                <p:nvPr/>
              </p:nvSpPr>
              <p:spPr>
                <a:xfrm>
                  <a:off x="4161244" y="3035079"/>
                  <a:ext cx="16135" cy="562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" h="439" extrusionOk="0">
                      <a:moveTo>
                        <a:pt x="1" y="1"/>
                      </a:moveTo>
                      <a:lnTo>
                        <a:pt x="1" y="439"/>
                      </a:lnTo>
                      <a:lnTo>
                        <a:pt x="125" y="439"/>
                      </a:lnTo>
                      <a:lnTo>
                        <a:pt x="125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1" name="Google Shape;2041;p28"/>
                <p:cNvSpPr/>
                <p:nvPr/>
              </p:nvSpPr>
              <p:spPr>
                <a:xfrm>
                  <a:off x="4161244" y="2810340"/>
                  <a:ext cx="16135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" h="436" extrusionOk="0">
                      <a:moveTo>
                        <a:pt x="1" y="1"/>
                      </a:moveTo>
                      <a:lnTo>
                        <a:pt x="1" y="435"/>
                      </a:lnTo>
                      <a:lnTo>
                        <a:pt x="125" y="435"/>
                      </a:lnTo>
                      <a:lnTo>
                        <a:pt x="125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2" name="Google Shape;2042;p28"/>
                <p:cNvSpPr/>
                <p:nvPr/>
              </p:nvSpPr>
              <p:spPr>
                <a:xfrm>
                  <a:off x="4161244" y="3146872"/>
                  <a:ext cx="16135" cy="574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" h="449" extrusionOk="0">
                      <a:moveTo>
                        <a:pt x="1" y="1"/>
                      </a:moveTo>
                      <a:lnTo>
                        <a:pt x="1" y="448"/>
                      </a:lnTo>
                      <a:lnTo>
                        <a:pt x="125" y="448"/>
                      </a:lnTo>
                      <a:lnTo>
                        <a:pt x="125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3" name="Google Shape;2043;p28"/>
                <p:cNvSpPr/>
                <p:nvPr/>
              </p:nvSpPr>
              <p:spPr>
                <a:xfrm>
                  <a:off x="4761060" y="1231918"/>
                  <a:ext cx="14342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36" extrusionOk="0">
                      <a:moveTo>
                        <a:pt x="1" y="0"/>
                      </a:moveTo>
                      <a:lnTo>
                        <a:pt x="1" y="435"/>
                      </a:lnTo>
                      <a:lnTo>
                        <a:pt x="112" y="435"/>
                      </a:lnTo>
                      <a:lnTo>
                        <a:pt x="112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4" name="Google Shape;2044;p28"/>
                <p:cNvSpPr/>
                <p:nvPr/>
              </p:nvSpPr>
              <p:spPr>
                <a:xfrm>
                  <a:off x="4761060" y="1343711"/>
                  <a:ext cx="14342" cy="574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49" extrusionOk="0">
                      <a:moveTo>
                        <a:pt x="1" y="0"/>
                      </a:moveTo>
                      <a:lnTo>
                        <a:pt x="1" y="448"/>
                      </a:lnTo>
                      <a:lnTo>
                        <a:pt x="112" y="448"/>
                      </a:lnTo>
                      <a:lnTo>
                        <a:pt x="112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5" name="Google Shape;2045;p28"/>
                <p:cNvSpPr/>
                <p:nvPr/>
              </p:nvSpPr>
              <p:spPr>
                <a:xfrm>
                  <a:off x="4761060" y="1003338"/>
                  <a:ext cx="14342" cy="595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65" extrusionOk="0">
                      <a:moveTo>
                        <a:pt x="1" y="1"/>
                      </a:moveTo>
                      <a:lnTo>
                        <a:pt x="1" y="27"/>
                      </a:lnTo>
                      <a:lnTo>
                        <a:pt x="1" y="436"/>
                      </a:lnTo>
                      <a:lnTo>
                        <a:pt x="1" y="465"/>
                      </a:lnTo>
                      <a:lnTo>
                        <a:pt x="112" y="465"/>
                      </a:lnTo>
                      <a:lnTo>
                        <a:pt x="112" y="436"/>
                      </a:lnTo>
                      <a:lnTo>
                        <a:pt x="112" y="27"/>
                      </a:lnTo>
                      <a:lnTo>
                        <a:pt x="112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6" name="Google Shape;2046;p28"/>
                <p:cNvSpPr/>
                <p:nvPr/>
              </p:nvSpPr>
              <p:spPr>
                <a:xfrm>
                  <a:off x="4761060" y="1118460"/>
                  <a:ext cx="14342" cy="578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52" extrusionOk="0">
                      <a:moveTo>
                        <a:pt x="1" y="1"/>
                      </a:moveTo>
                      <a:lnTo>
                        <a:pt x="1" y="452"/>
                      </a:lnTo>
                      <a:lnTo>
                        <a:pt x="112" y="452"/>
                      </a:lnTo>
                      <a:lnTo>
                        <a:pt x="112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7" name="Google Shape;2047;p28"/>
                <p:cNvSpPr/>
                <p:nvPr/>
              </p:nvSpPr>
              <p:spPr>
                <a:xfrm>
                  <a:off x="4761060" y="2020105"/>
                  <a:ext cx="14342" cy="562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39" extrusionOk="0">
                      <a:moveTo>
                        <a:pt x="1" y="0"/>
                      </a:moveTo>
                      <a:lnTo>
                        <a:pt x="1" y="438"/>
                      </a:lnTo>
                      <a:lnTo>
                        <a:pt x="112" y="438"/>
                      </a:lnTo>
                      <a:lnTo>
                        <a:pt x="112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8" name="Google Shape;2048;p28"/>
                <p:cNvSpPr/>
                <p:nvPr/>
              </p:nvSpPr>
              <p:spPr>
                <a:xfrm>
                  <a:off x="4761060" y="2131898"/>
                  <a:ext cx="14342" cy="573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48" extrusionOk="0">
                      <a:moveTo>
                        <a:pt x="1" y="0"/>
                      </a:moveTo>
                      <a:lnTo>
                        <a:pt x="1" y="448"/>
                      </a:lnTo>
                      <a:lnTo>
                        <a:pt x="112" y="448"/>
                      </a:lnTo>
                      <a:lnTo>
                        <a:pt x="112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9" name="Google Shape;2049;p28"/>
                <p:cNvSpPr/>
                <p:nvPr/>
              </p:nvSpPr>
              <p:spPr>
                <a:xfrm>
                  <a:off x="4761060" y="1456657"/>
                  <a:ext cx="14342" cy="562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39" extrusionOk="0">
                      <a:moveTo>
                        <a:pt x="1" y="1"/>
                      </a:moveTo>
                      <a:lnTo>
                        <a:pt x="1" y="439"/>
                      </a:lnTo>
                      <a:lnTo>
                        <a:pt x="112" y="439"/>
                      </a:lnTo>
                      <a:lnTo>
                        <a:pt x="112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0" name="Google Shape;2050;p28"/>
                <p:cNvSpPr/>
                <p:nvPr/>
              </p:nvSpPr>
              <p:spPr>
                <a:xfrm>
                  <a:off x="4761060" y="2245228"/>
                  <a:ext cx="14342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36" extrusionOk="0">
                      <a:moveTo>
                        <a:pt x="1" y="1"/>
                      </a:moveTo>
                      <a:lnTo>
                        <a:pt x="1" y="436"/>
                      </a:lnTo>
                      <a:lnTo>
                        <a:pt x="112" y="436"/>
                      </a:lnTo>
                      <a:lnTo>
                        <a:pt x="112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1" name="Google Shape;2051;p28"/>
                <p:cNvSpPr/>
                <p:nvPr/>
              </p:nvSpPr>
              <p:spPr>
                <a:xfrm>
                  <a:off x="4761060" y="1570115"/>
                  <a:ext cx="14342" cy="562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39" extrusionOk="0">
                      <a:moveTo>
                        <a:pt x="1" y="1"/>
                      </a:moveTo>
                      <a:lnTo>
                        <a:pt x="1" y="439"/>
                      </a:lnTo>
                      <a:lnTo>
                        <a:pt x="112" y="439"/>
                      </a:lnTo>
                      <a:lnTo>
                        <a:pt x="112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2" name="Google Shape;2052;p28"/>
                <p:cNvSpPr/>
                <p:nvPr/>
              </p:nvSpPr>
              <p:spPr>
                <a:xfrm>
                  <a:off x="4761060" y="1681908"/>
                  <a:ext cx="14342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36" extrusionOk="0">
                      <a:moveTo>
                        <a:pt x="1" y="0"/>
                      </a:moveTo>
                      <a:lnTo>
                        <a:pt x="1" y="435"/>
                      </a:lnTo>
                      <a:lnTo>
                        <a:pt x="112" y="435"/>
                      </a:lnTo>
                      <a:lnTo>
                        <a:pt x="112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3" name="Google Shape;2053;p28"/>
                <p:cNvSpPr/>
                <p:nvPr/>
              </p:nvSpPr>
              <p:spPr>
                <a:xfrm>
                  <a:off x="4761060" y="1906647"/>
                  <a:ext cx="14342" cy="578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52" extrusionOk="0">
                      <a:moveTo>
                        <a:pt x="1" y="1"/>
                      </a:moveTo>
                      <a:lnTo>
                        <a:pt x="1" y="452"/>
                      </a:lnTo>
                      <a:lnTo>
                        <a:pt x="112" y="452"/>
                      </a:lnTo>
                      <a:lnTo>
                        <a:pt x="112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4" name="Google Shape;2054;p28"/>
                <p:cNvSpPr/>
                <p:nvPr/>
              </p:nvSpPr>
              <p:spPr>
                <a:xfrm>
                  <a:off x="4761060" y="1795366"/>
                  <a:ext cx="14342" cy="557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35" extrusionOk="0">
                      <a:moveTo>
                        <a:pt x="1" y="0"/>
                      </a:moveTo>
                      <a:lnTo>
                        <a:pt x="1" y="435"/>
                      </a:lnTo>
                      <a:lnTo>
                        <a:pt x="112" y="435"/>
                      </a:lnTo>
                      <a:lnTo>
                        <a:pt x="112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5" name="Google Shape;2055;p28"/>
                <p:cNvSpPr/>
                <p:nvPr/>
              </p:nvSpPr>
              <p:spPr>
                <a:xfrm>
                  <a:off x="4761060" y="328609"/>
                  <a:ext cx="14342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36" extrusionOk="0">
                      <a:moveTo>
                        <a:pt x="1" y="1"/>
                      </a:moveTo>
                      <a:lnTo>
                        <a:pt x="1" y="435"/>
                      </a:lnTo>
                      <a:lnTo>
                        <a:pt x="112" y="435"/>
                      </a:lnTo>
                      <a:lnTo>
                        <a:pt x="112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6" name="Google Shape;2056;p28"/>
                <p:cNvSpPr/>
                <p:nvPr/>
              </p:nvSpPr>
              <p:spPr>
                <a:xfrm>
                  <a:off x="4761060" y="440018"/>
                  <a:ext cx="14342" cy="562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39" extrusionOk="0">
                      <a:moveTo>
                        <a:pt x="1" y="0"/>
                      </a:moveTo>
                      <a:lnTo>
                        <a:pt x="1" y="438"/>
                      </a:lnTo>
                      <a:lnTo>
                        <a:pt x="112" y="438"/>
                      </a:lnTo>
                      <a:lnTo>
                        <a:pt x="112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7" name="Google Shape;2057;p28"/>
                <p:cNvSpPr/>
                <p:nvPr/>
              </p:nvSpPr>
              <p:spPr>
                <a:xfrm>
                  <a:off x="4761060" y="101822"/>
                  <a:ext cx="14342" cy="573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48" extrusionOk="0">
                      <a:moveTo>
                        <a:pt x="1" y="0"/>
                      </a:moveTo>
                      <a:lnTo>
                        <a:pt x="1" y="448"/>
                      </a:lnTo>
                      <a:lnTo>
                        <a:pt x="112" y="448"/>
                      </a:lnTo>
                      <a:lnTo>
                        <a:pt x="112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8" name="Google Shape;2058;p28"/>
                <p:cNvSpPr/>
                <p:nvPr/>
              </p:nvSpPr>
              <p:spPr>
                <a:xfrm>
                  <a:off x="4761060" y="215152"/>
                  <a:ext cx="14342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36" extrusionOk="0">
                      <a:moveTo>
                        <a:pt x="1" y="1"/>
                      </a:moveTo>
                      <a:lnTo>
                        <a:pt x="1" y="436"/>
                      </a:lnTo>
                      <a:lnTo>
                        <a:pt x="112" y="436"/>
                      </a:lnTo>
                      <a:lnTo>
                        <a:pt x="112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9" name="Google Shape;2059;p28"/>
                <p:cNvSpPr/>
                <p:nvPr/>
              </p:nvSpPr>
              <p:spPr>
                <a:xfrm>
                  <a:off x="4761060" y="553476"/>
                  <a:ext cx="14342" cy="557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35" extrusionOk="0">
                      <a:moveTo>
                        <a:pt x="1" y="0"/>
                      </a:moveTo>
                      <a:lnTo>
                        <a:pt x="1" y="435"/>
                      </a:lnTo>
                      <a:lnTo>
                        <a:pt x="112" y="435"/>
                      </a:lnTo>
                      <a:lnTo>
                        <a:pt x="112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60" name="Google Shape;2060;p28"/>
                <p:cNvSpPr/>
                <p:nvPr/>
              </p:nvSpPr>
              <p:spPr>
                <a:xfrm>
                  <a:off x="4761060" y="665141"/>
                  <a:ext cx="14342" cy="574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49" extrusionOk="0">
                      <a:moveTo>
                        <a:pt x="1" y="1"/>
                      </a:moveTo>
                      <a:lnTo>
                        <a:pt x="1" y="449"/>
                      </a:lnTo>
                      <a:lnTo>
                        <a:pt x="112" y="449"/>
                      </a:lnTo>
                      <a:lnTo>
                        <a:pt x="112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61" name="Google Shape;2061;p28"/>
                <p:cNvSpPr/>
                <p:nvPr/>
              </p:nvSpPr>
              <p:spPr>
                <a:xfrm>
                  <a:off x="4761060" y="778599"/>
                  <a:ext cx="14342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36" extrusionOk="0">
                      <a:moveTo>
                        <a:pt x="1" y="1"/>
                      </a:moveTo>
                      <a:lnTo>
                        <a:pt x="1" y="435"/>
                      </a:lnTo>
                      <a:lnTo>
                        <a:pt x="112" y="435"/>
                      </a:lnTo>
                      <a:lnTo>
                        <a:pt x="112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62" name="Google Shape;2062;p28"/>
                <p:cNvSpPr/>
                <p:nvPr/>
              </p:nvSpPr>
              <p:spPr>
                <a:xfrm>
                  <a:off x="4761060" y="889880"/>
                  <a:ext cx="14342" cy="580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53" extrusionOk="0">
                      <a:moveTo>
                        <a:pt x="1" y="1"/>
                      </a:moveTo>
                      <a:lnTo>
                        <a:pt x="1" y="452"/>
                      </a:lnTo>
                      <a:lnTo>
                        <a:pt x="112" y="452"/>
                      </a:lnTo>
                      <a:lnTo>
                        <a:pt x="112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63" name="Google Shape;2063;p28"/>
                <p:cNvSpPr/>
                <p:nvPr/>
              </p:nvSpPr>
              <p:spPr>
                <a:xfrm>
                  <a:off x="4761060" y="2921749"/>
                  <a:ext cx="14342" cy="562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39" extrusionOk="0">
                      <a:moveTo>
                        <a:pt x="1" y="0"/>
                      </a:moveTo>
                      <a:lnTo>
                        <a:pt x="1" y="438"/>
                      </a:lnTo>
                      <a:lnTo>
                        <a:pt x="112" y="438"/>
                      </a:lnTo>
                      <a:lnTo>
                        <a:pt x="112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64" name="Google Shape;2064;p28"/>
                <p:cNvSpPr/>
                <p:nvPr/>
              </p:nvSpPr>
              <p:spPr>
                <a:xfrm>
                  <a:off x="4761060" y="2358685"/>
                  <a:ext cx="14342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36" extrusionOk="0">
                      <a:moveTo>
                        <a:pt x="1" y="1"/>
                      </a:moveTo>
                      <a:lnTo>
                        <a:pt x="1" y="435"/>
                      </a:lnTo>
                      <a:lnTo>
                        <a:pt x="112" y="435"/>
                      </a:lnTo>
                      <a:lnTo>
                        <a:pt x="112" y="148"/>
                      </a:lnTo>
                      <a:lnTo>
                        <a:pt x="112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65" name="Google Shape;2065;p28"/>
                <p:cNvSpPr/>
                <p:nvPr/>
              </p:nvSpPr>
              <p:spPr>
                <a:xfrm>
                  <a:off x="4761060" y="2470094"/>
                  <a:ext cx="14342" cy="578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52" extrusionOk="0">
                      <a:moveTo>
                        <a:pt x="1" y="0"/>
                      </a:moveTo>
                      <a:lnTo>
                        <a:pt x="1" y="451"/>
                      </a:lnTo>
                      <a:lnTo>
                        <a:pt x="112" y="451"/>
                      </a:lnTo>
                      <a:lnTo>
                        <a:pt x="112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66" name="Google Shape;2066;p28"/>
                <p:cNvSpPr/>
                <p:nvPr/>
              </p:nvSpPr>
              <p:spPr>
                <a:xfrm>
                  <a:off x="4761060" y="2583424"/>
                  <a:ext cx="14342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36" extrusionOk="0">
                      <a:moveTo>
                        <a:pt x="1" y="1"/>
                      </a:moveTo>
                      <a:lnTo>
                        <a:pt x="1" y="436"/>
                      </a:lnTo>
                      <a:lnTo>
                        <a:pt x="112" y="436"/>
                      </a:lnTo>
                      <a:lnTo>
                        <a:pt x="112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67" name="Google Shape;2067;p28"/>
                <p:cNvSpPr/>
                <p:nvPr/>
              </p:nvSpPr>
              <p:spPr>
                <a:xfrm>
                  <a:off x="4761060" y="3368281"/>
                  <a:ext cx="14342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36" extrusionOk="0">
                      <a:moveTo>
                        <a:pt x="1" y="1"/>
                      </a:moveTo>
                      <a:lnTo>
                        <a:pt x="1" y="422"/>
                      </a:lnTo>
                      <a:lnTo>
                        <a:pt x="1" y="435"/>
                      </a:lnTo>
                      <a:lnTo>
                        <a:pt x="112" y="435"/>
                      </a:lnTo>
                      <a:lnTo>
                        <a:pt x="112" y="422"/>
                      </a:lnTo>
                      <a:lnTo>
                        <a:pt x="112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68" name="Google Shape;2068;p28"/>
                <p:cNvSpPr/>
                <p:nvPr/>
              </p:nvSpPr>
              <p:spPr>
                <a:xfrm>
                  <a:off x="4485739" y="3710319"/>
                  <a:ext cx="59547" cy="226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5" h="177" extrusionOk="0">
                      <a:moveTo>
                        <a:pt x="435" y="0"/>
                      </a:moveTo>
                      <a:cubicBezTo>
                        <a:pt x="288" y="26"/>
                        <a:pt x="150" y="52"/>
                        <a:pt x="0" y="69"/>
                      </a:cubicBezTo>
                      <a:lnTo>
                        <a:pt x="13" y="177"/>
                      </a:lnTo>
                      <a:cubicBezTo>
                        <a:pt x="163" y="164"/>
                        <a:pt x="314" y="134"/>
                        <a:pt x="464" y="108"/>
                      </a:cubicBezTo>
                      <a:lnTo>
                        <a:pt x="435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69" name="Google Shape;2069;p28"/>
                <p:cNvSpPr/>
                <p:nvPr/>
              </p:nvSpPr>
              <p:spPr>
                <a:xfrm>
                  <a:off x="4761060" y="2696882"/>
                  <a:ext cx="14342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36" extrusionOk="0">
                      <a:moveTo>
                        <a:pt x="1" y="1"/>
                      </a:moveTo>
                      <a:lnTo>
                        <a:pt x="1" y="435"/>
                      </a:lnTo>
                      <a:lnTo>
                        <a:pt x="112" y="435"/>
                      </a:lnTo>
                      <a:lnTo>
                        <a:pt x="112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70" name="Google Shape;2070;p28"/>
                <p:cNvSpPr/>
                <p:nvPr/>
              </p:nvSpPr>
              <p:spPr>
                <a:xfrm>
                  <a:off x="4740187" y="3480074"/>
                  <a:ext cx="29837" cy="574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3" h="449" extrusionOk="0">
                      <a:moveTo>
                        <a:pt x="125" y="0"/>
                      </a:moveTo>
                      <a:cubicBezTo>
                        <a:pt x="98" y="134"/>
                        <a:pt x="56" y="272"/>
                        <a:pt x="0" y="409"/>
                      </a:cubicBezTo>
                      <a:lnTo>
                        <a:pt x="98" y="448"/>
                      </a:lnTo>
                      <a:cubicBezTo>
                        <a:pt x="151" y="314"/>
                        <a:pt x="206" y="164"/>
                        <a:pt x="232" y="13"/>
                      </a:cubicBezTo>
                      <a:lnTo>
                        <a:pt x="125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71" name="Google Shape;2071;p28"/>
                <p:cNvSpPr/>
                <p:nvPr/>
              </p:nvSpPr>
              <p:spPr>
                <a:xfrm>
                  <a:off x="4592025" y="3662938"/>
                  <a:ext cx="56217" cy="420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9" h="328" extrusionOk="0">
                      <a:moveTo>
                        <a:pt x="370" y="1"/>
                      </a:moveTo>
                      <a:cubicBezTo>
                        <a:pt x="259" y="83"/>
                        <a:pt x="138" y="164"/>
                        <a:pt x="0" y="220"/>
                      </a:cubicBezTo>
                      <a:lnTo>
                        <a:pt x="56" y="328"/>
                      </a:lnTo>
                      <a:cubicBezTo>
                        <a:pt x="193" y="259"/>
                        <a:pt x="314" y="177"/>
                        <a:pt x="438" y="96"/>
                      </a:cubicBezTo>
                      <a:lnTo>
                        <a:pt x="370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72" name="Google Shape;2072;p28"/>
                <p:cNvSpPr/>
                <p:nvPr/>
              </p:nvSpPr>
              <p:spPr>
                <a:xfrm>
                  <a:off x="4681153" y="3580982"/>
                  <a:ext cx="45332" cy="523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4" h="409" extrusionOk="0">
                      <a:moveTo>
                        <a:pt x="259" y="0"/>
                      </a:moveTo>
                      <a:cubicBezTo>
                        <a:pt x="190" y="124"/>
                        <a:pt x="95" y="232"/>
                        <a:pt x="1" y="343"/>
                      </a:cubicBezTo>
                      <a:lnTo>
                        <a:pt x="82" y="409"/>
                      </a:lnTo>
                      <a:cubicBezTo>
                        <a:pt x="177" y="301"/>
                        <a:pt x="272" y="180"/>
                        <a:pt x="354" y="56"/>
                      </a:cubicBezTo>
                      <a:lnTo>
                        <a:pt x="259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73" name="Google Shape;2073;p28"/>
                <p:cNvSpPr/>
                <p:nvPr/>
              </p:nvSpPr>
              <p:spPr>
                <a:xfrm>
                  <a:off x="4761060" y="3260329"/>
                  <a:ext cx="14342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36" extrusionOk="0">
                      <a:moveTo>
                        <a:pt x="1" y="0"/>
                      </a:moveTo>
                      <a:lnTo>
                        <a:pt x="1" y="435"/>
                      </a:lnTo>
                      <a:lnTo>
                        <a:pt x="112" y="435"/>
                      </a:lnTo>
                      <a:lnTo>
                        <a:pt x="112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74" name="Google Shape;2074;p28"/>
                <p:cNvSpPr/>
                <p:nvPr/>
              </p:nvSpPr>
              <p:spPr>
                <a:xfrm>
                  <a:off x="4761060" y="3035079"/>
                  <a:ext cx="14342" cy="562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39" extrusionOk="0">
                      <a:moveTo>
                        <a:pt x="1" y="1"/>
                      </a:moveTo>
                      <a:lnTo>
                        <a:pt x="1" y="439"/>
                      </a:lnTo>
                      <a:lnTo>
                        <a:pt x="112" y="439"/>
                      </a:lnTo>
                      <a:lnTo>
                        <a:pt x="112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75" name="Google Shape;2075;p28"/>
                <p:cNvSpPr/>
                <p:nvPr/>
              </p:nvSpPr>
              <p:spPr>
                <a:xfrm>
                  <a:off x="4761060" y="2808675"/>
                  <a:ext cx="14342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36" extrusionOk="0">
                      <a:moveTo>
                        <a:pt x="1" y="0"/>
                      </a:moveTo>
                      <a:lnTo>
                        <a:pt x="1" y="435"/>
                      </a:lnTo>
                      <a:lnTo>
                        <a:pt x="112" y="435"/>
                      </a:lnTo>
                      <a:lnTo>
                        <a:pt x="112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76" name="Google Shape;2076;p28"/>
                <p:cNvSpPr/>
                <p:nvPr/>
              </p:nvSpPr>
              <p:spPr>
                <a:xfrm>
                  <a:off x="4761060" y="3146872"/>
                  <a:ext cx="14342" cy="574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49" extrusionOk="0">
                      <a:moveTo>
                        <a:pt x="1" y="1"/>
                      </a:moveTo>
                      <a:lnTo>
                        <a:pt x="1" y="448"/>
                      </a:lnTo>
                      <a:lnTo>
                        <a:pt x="112" y="448"/>
                      </a:lnTo>
                      <a:lnTo>
                        <a:pt x="112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077" name="Google Shape;2077;p28"/>
            <p:cNvGrpSpPr/>
            <p:nvPr/>
          </p:nvGrpSpPr>
          <p:grpSpPr>
            <a:xfrm>
              <a:off x="713181" y="3935229"/>
              <a:ext cx="6382937" cy="1623549"/>
              <a:chOff x="713181" y="3935229"/>
              <a:chExt cx="6382937" cy="1623549"/>
            </a:xfrm>
          </p:grpSpPr>
          <p:sp>
            <p:nvSpPr>
              <p:cNvPr id="2078" name="Google Shape;2078;p28"/>
              <p:cNvSpPr/>
              <p:nvPr/>
            </p:nvSpPr>
            <p:spPr>
              <a:xfrm rot="5400000" flipH="1">
                <a:off x="3092875" y="1555535"/>
                <a:ext cx="1623549" cy="6382937"/>
              </a:xfrm>
              <a:custGeom>
                <a:avLst/>
                <a:gdLst/>
                <a:ahLst/>
                <a:cxnLst/>
                <a:rect l="l" t="t" r="r" b="b"/>
                <a:pathLst>
                  <a:path w="12220" h="44059" extrusionOk="0">
                    <a:moveTo>
                      <a:pt x="9359" y="0"/>
                    </a:moveTo>
                    <a:lnTo>
                      <a:pt x="9359" y="18593"/>
                    </a:lnTo>
                    <a:lnTo>
                      <a:pt x="9359" y="27156"/>
                    </a:lnTo>
                    <a:cubicBezTo>
                      <a:pt x="9359" y="27621"/>
                      <a:pt x="9003" y="28003"/>
                      <a:pt x="8568" y="28055"/>
                    </a:cubicBezTo>
                    <a:lnTo>
                      <a:pt x="8444" y="28055"/>
                    </a:lnTo>
                    <a:cubicBezTo>
                      <a:pt x="7940" y="28055"/>
                      <a:pt x="7532" y="27647"/>
                      <a:pt x="7532" y="27156"/>
                    </a:cubicBezTo>
                    <a:lnTo>
                      <a:pt x="7532" y="18168"/>
                    </a:lnTo>
                    <a:cubicBezTo>
                      <a:pt x="7532" y="16099"/>
                      <a:pt x="5845" y="14409"/>
                      <a:pt x="3773" y="14409"/>
                    </a:cubicBezTo>
                    <a:cubicBezTo>
                      <a:pt x="1704" y="14409"/>
                      <a:pt x="1" y="16099"/>
                      <a:pt x="1" y="18168"/>
                    </a:cubicBezTo>
                    <a:lnTo>
                      <a:pt x="1" y="30141"/>
                    </a:lnTo>
                    <a:lnTo>
                      <a:pt x="1" y="44059"/>
                    </a:lnTo>
                    <a:lnTo>
                      <a:pt x="2861" y="44059"/>
                    </a:lnTo>
                    <a:lnTo>
                      <a:pt x="2861" y="29065"/>
                    </a:lnTo>
                    <a:lnTo>
                      <a:pt x="2861" y="18168"/>
                    </a:lnTo>
                    <a:cubicBezTo>
                      <a:pt x="2861" y="17677"/>
                      <a:pt x="3270" y="17269"/>
                      <a:pt x="3773" y="17269"/>
                    </a:cubicBezTo>
                    <a:cubicBezTo>
                      <a:pt x="4276" y="17269"/>
                      <a:pt x="4685" y="17677"/>
                      <a:pt x="4685" y="18168"/>
                    </a:cubicBezTo>
                    <a:lnTo>
                      <a:pt x="4685" y="27156"/>
                    </a:lnTo>
                    <a:cubicBezTo>
                      <a:pt x="4685" y="29186"/>
                      <a:pt x="6306" y="30863"/>
                      <a:pt x="8336" y="30915"/>
                    </a:cubicBezTo>
                    <a:cubicBezTo>
                      <a:pt x="8378" y="30915"/>
                      <a:pt x="8405" y="30932"/>
                      <a:pt x="8444" y="30932"/>
                    </a:cubicBezTo>
                    <a:cubicBezTo>
                      <a:pt x="10529" y="30932"/>
                      <a:pt x="12219" y="29229"/>
                      <a:pt x="12219" y="27156"/>
                    </a:cubicBezTo>
                    <a:lnTo>
                      <a:pt x="12219" y="18619"/>
                    </a:lnTo>
                    <a:lnTo>
                      <a:pt x="1221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dist="57150" dir="6300000" algn="bl" rotWithShape="0">
                  <a:schemeClr val="dk1">
                    <a:alpha val="3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079" name="Google Shape;2079;p28"/>
              <p:cNvGrpSpPr/>
              <p:nvPr/>
            </p:nvGrpSpPr>
            <p:grpSpPr>
              <a:xfrm rot="5400000" flipH="1">
                <a:off x="3392071" y="1847512"/>
                <a:ext cx="1257637" cy="5799004"/>
                <a:chOff x="3563222" y="101822"/>
                <a:chExt cx="1212180" cy="5125965"/>
              </a:xfrm>
            </p:grpSpPr>
            <p:sp>
              <p:nvSpPr>
                <p:cNvPr id="2080" name="Google Shape;2080;p28"/>
                <p:cNvSpPr/>
                <p:nvPr/>
              </p:nvSpPr>
              <p:spPr>
                <a:xfrm>
                  <a:off x="3563222" y="4946702"/>
                  <a:ext cx="13830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36" extrusionOk="0">
                      <a:moveTo>
                        <a:pt x="0" y="1"/>
                      </a:moveTo>
                      <a:lnTo>
                        <a:pt x="0" y="436"/>
                      </a:lnTo>
                      <a:lnTo>
                        <a:pt x="108" y="436"/>
                      </a:lnTo>
                      <a:lnTo>
                        <a:pt x="108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81" name="Google Shape;2081;p28"/>
                <p:cNvSpPr/>
                <p:nvPr/>
              </p:nvSpPr>
              <p:spPr>
                <a:xfrm>
                  <a:off x="3563222" y="5060160"/>
                  <a:ext cx="13830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36" extrusionOk="0">
                      <a:moveTo>
                        <a:pt x="0" y="1"/>
                      </a:moveTo>
                      <a:lnTo>
                        <a:pt x="0" y="435"/>
                      </a:lnTo>
                      <a:lnTo>
                        <a:pt x="108" y="435"/>
                      </a:lnTo>
                      <a:lnTo>
                        <a:pt x="108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82" name="Google Shape;2082;p28"/>
                <p:cNvSpPr/>
                <p:nvPr/>
              </p:nvSpPr>
              <p:spPr>
                <a:xfrm>
                  <a:off x="3563222" y="4833244"/>
                  <a:ext cx="13830" cy="580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53" extrusionOk="0">
                      <a:moveTo>
                        <a:pt x="0" y="1"/>
                      </a:moveTo>
                      <a:lnTo>
                        <a:pt x="0" y="452"/>
                      </a:lnTo>
                      <a:lnTo>
                        <a:pt x="108" y="452"/>
                      </a:lnTo>
                      <a:lnTo>
                        <a:pt x="108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83" name="Google Shape;2083;p28"/>
                <p:cNvSpPr/>
                <p:nvPr/>
              </p:nvSpPr>
              <p:spPr>
                <a:xfrm>
                  <a:off x="3563222" y="5171569"/>
                  <a:ext cx="13830" cy="562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39" extrusionOk="0">
                      <a:moveTo>
                        <a:pt x="0" y="0"/>
                      </a:moveTo>
                      <a:lnTo>
                        <a:pt x="0" y="438"/>
                      </a:lnTo>
                      <a:lnTo>
                        <a:pt x="108" y="438"/>
                      </a:lnTo>
                      <a:lnTo>
                        <a:pt x="108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84" name="Google Shape;2084;p28"/>
                <p:cNvSpPr/>
                <p:nvPr/>
              </p:nvSpPr>
              <p:spPr>
                <a:xfrm>
                  <a:off x="3563222" y="4043522"/>
                  <a:ext cx="13830" cy="557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35" extrusionOk="0">
                      <a:moveTo>
                        <a:pt x="0" y="0"/>
                      </a:moveTo>
                      <a:lnTo>
                        <a:pt x="0" y="435"/>
                      </a:lnTo>
                      <a:lnTo>
                        <a:pt x="108" y="435"/>
                      </a:lnTo>
                      <a:lnTo>
                        <a:pt x="108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85" name="Google Shape;2085;p28"/>
                <p:cNvSpPr/>
                <p:nvPr/>
              </p:nvSpPr>
              <p:spPr>
                <a:xfrm>
                  <a:off x="3563222" y="4154802"/>
                  <a:ext cx="13830" cy="578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52" extrusionOk="0">
                      <a:moveTo>
                        <a:pt x="0" y="0"/>
                      </a:moveTo>
                      <a:lnTo>
                        <a:pt x="0" y="452"/>
                      </a:lnTo>
                      <a:lnTo>
                        <a:pt x="108" y="452"/>
                      </a:lnTo>
                      <a:lnTo>
                        <a:pt x="108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86" name="Google Shape;2086;p28"/>
                <p:cNvSpPr/>
                <p:nvPr/>
              </p:nvSpPr>
              <p:spPr>
                <a:xfrm>
                  <a:off x="3563222" y="3818271"/>
                  <a:ext cx="13830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36" extrusionOk="0">
                      <a:moveTo>
                        <a:pt x="0" y="0"/>
                      </a:moveTo>
                      <a:lnTo>
                        <a:pt x="0" y="435"/>
                      </a:lnTo>
                      <a:lnTo>
                        <a:pt x="108" y="435"/>
                      </a:lnTo>
                      <a:lnTo>
                        <a:pt x="108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87" name="Google Shape;2087;p28"/>
                <p:cNvSpPr/>
                <p:nvPr/>
              </p:nvSpPr>
              <p:spPr>
                <a:xfrm>
                  <a:off x="3563222" y="3930064"/>
                  <a:ext cx="13830" cy="557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35" extrusionOk="0">
                      <a:moveTo>
                        <a:pt x="0" y="0"/>
                      </a:moveTo>
                      <a:lnTo>
                        <a:pt x="0" y="435"/>
                      </a:lnTo>
                      <a:lnTo>
                        <a:pt x="108" y="435"/>
                      </a:lnTo>
                      <a:lnTo>
                        <a:pt x="108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88" name="Google Shape;2088;p28"/>
                <p:cNvSpPr/>
                <p:nvPr/>
              </p:nvSpPr>
              <p:spPr>
                <a:xfrm>
                  <a:off x="3563222" y="4268260"/>
                  <a:ext cx="13830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36" extrusionOk="0">
                      <a:moveTo>
                        <a:pt x="0" y="0"/>
                      </a:moveTo>
                      <a:lnTo>
                        <a:pt x="0" y="435"/>
                      </a:lnTo>
                      <a:lnTo>
                        <a:pt x="108" y="435"/>
                      </a:lnTo>
                      <a:lnTo>
                        <a:pt x="108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89" name="Google Shape;2089;p28"/>
                <p:cNvSpPr/>
                <p:nvPr/>
              </p:nvSpPr>
              <p:spPr>
                <a:xfrm>
                  <a:off x="3563222" y="4380053"/>
                  <a:ext cx="13830" cy="573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48" extrusionOk="0">
                      <a:moveTo>
                        <a:pt x="0" y="0"/>
                      </a:moveTo>
                      <a:lnTo>
                        <a:pt x="0" y="448"/>
                      </a:lnTo>
                      <a:lnTo>
                        <a:pt x="108" y="448"/>
                      </a:lnTo>
                      <a:lnTo>
                        <a:pt x="108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90" name="Google Shape;2090;p28"/>
                <p:cNvSpPr/>
                <p:nvPr/>
              </p:nvSpPr>
              <p:spPr>
                <a:xfrm>
                  <a:off x="3563222" y="4493383"/>
                  <a:ext cx="13830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36" extrusionOk="0">
                      <a:moveTo>
                        <a:pt x="0" y="1"/>
                      </a:moveTo>
                      <a:lnTo>
                        <a:pt x="0" y="436"/>
                      </a:lnTo>
                      <a:lnTo>
                        <a:pt x="108" y="436"/>
                      </a:lnTo>
                      <a:lnTo>
                        <a:pt x="108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91" name="Google Shape;2091;p28"/>
                <p:cNvSpPr/>
                <p:nvPr/>
              </p:nvSpPr>
              <p:spPr>
                <a:xfrm>
                  <a:off x="3563222" y="4718250"/>
                  <a:ext cx="13830" cy="595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65" extrusionOk="0">
                      <a:moveTo>
                        <a:pt x="0" y="0"/>
                      </a:moveTo>
                      <a:lnTo>
                        <a:pt x="0" y="26"/>
                      </a:lnTo>
                      <a:lnTo>
                        <a:pt x="0" y="435"/>
                      </a:lnTo>
                      <a:lnTo>
                        <a:pt x="0" y="464"/>
                      </a:lnTo>
                      <a:lnTo>
                        <a:pt x="108" y="464"/>
                      </a:lnTo>
                      <a:lnTo>
                        <a:pt x="108" y="435"/>
                      </a:lnTo>
                      <a:lnTo>
                        <a:pt x="108" y="26"/>
                      </a:lnTo>
                      <a:lnTo>
                        <a:pt x="108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92" name="Google Shape;2092;p28"/>
                <p:cNvSpPr/>
                <p:nvPr/>
              </p:nvSpPr>
              <p:spPr>
                <a:xfrm>
                  <a:off x="3563222" y="4606457"/>
                  <a:ext cx="13830" cy="562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39" extrusionOk="0">
                      <a:moveTo>
                        <a:pt x="0" y="0"/>
                      </a:moveTo>
                      <a:lnTo>
                        <a:pt x="0" y="438"/>
                      </a:lnTo>
                      <a:lnTo>
                        <a:pt x="108" y="438"/>
                      </a:lnTo>
                      <a:lnTo>
                        <a:pt x="108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93" name="Google Shape;2093;p28"/>
                <p:cNvSpPr/>
                <p:nvPr/>
              </p:nvSpPr>
              <p:spPr>
                <a:xfrm>
                  <a:off x="3746086" y="1978230"/>
                  <a:ext cx="57882" cy="315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2" h="246" extrusionOk="0">
                      <a:moveTo>
                        <a:pt x="438" y="0"/>
                      </a:moveTo>
                      <a:cubicBezTo>
                        <a:pt x="288" y="43"/>
                        <a:pt x="138" y="82"/>
                        <a:pt x="0" y="151"/>
                      </a:cubicBezTo>
                      <a:lnTo>
                        <a:pt x="43" y="246"/>
                      </a:lnTo>
                      <a:cubicBezTo>
                        <a:pt x="180" y="193"/>
                        <a:pt x="314" y="151"/>
                        <a:pt x="451" y="112"/>
                      </a:cubicBezTo>
                      <a:lnTo>
                        <a:pt x="438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94" name="Google Shape;2094;p28"/>
                <p:cNvSpPr/>
                <p:nvPr/>
              </p:nvSpPr>
              <p:spPr>
                <a:xfrm>
                  <a:off x="3563222" y="2663843"/>
                  <a:ext cx="13830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36" extrusionOk="0">
                      <a:moveTo>
                        <a:pt x="0" y="1"/>
                      </a:moveTo>
                      <a:lnTo>
                        <a:pt x="0" y="435"/>
                      </a:lnTo>
                      <a:lnTo>
                        <a:pt x="108" y="435"/>
                      </a:lnTo>
                      <a:lnTo>
                        <a:pt x="108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95" name="Google Shape;2095;p28"/>
                <p:cNvSpPr/>
                <p:nvPr/>
              </p:nvSpPr>
              <p:spPr>
                <a:xfrm>
                  <a:off x="3563222" y="2777301"/>
                  <a:ext cx="13830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36" extrusionOk="0">
                      <a:moveTo>
                        <a:pt x="0" y="0"/>
                      </a:moveTo>
                      <a:lnTo>
                        <a:pt x="0" y="435"/>
                      </a:lnTo>
                      <a:lnTo>
                        <a:pt x="108" y="435"/>
                      </a:lnTo>
                      <a:lnTo>
                        <a:pt x="108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96" name="Google Shape;2096;p28"/>
                <p:cNvSpPr/>
                <p:nvPr/>
              </p:nvSpPr>
              <p:spPr>
                <a:xfrm>
                  <a:off x="3563222" y="2438721"/>
                  <a:ext cx="13830" cy="560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38" extrusionOk="0">
                      <a:moveTo>
                        <a:pt x="0" y="0"/>
                      </a:moveTo>
                      <a:lnTo>
                        <a:pt x="0" y="438"/>
                      </a:lnTo>
                      <a:lnTo>
                        <a:pt x="108" y="438"/>
                      </a:lnTo>
                      <a:lnTo>
                        <a:pt x="108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97" name="Google Shape;2097;p28"/>
                <p:cNvSpPr/>
                <p:nvPr/>
              </p:nvSpPr>
              <p:spPr>
                <a:xfrm>
                  <a:off x="3587424" y="2107567"/>
                  <a:ext cx="40338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5" h="436" extrusionOk="0">
                      <a:moveTo>
                        <a:pt x="220" y="1"/>
                      </a:moveTo>
                      <a:cubicBezTo>
                        <a:pt x="138" y="121"/>
                        <a:pt x="69" y="259"/>
                        <a:pt x="1" y="393"/>
                      </a:cubicBezTo>
                      <a:lnTo>
                        <a:pt x="112" y="435"/>
                      </a:lnTo>
                      <a:cubicBezTo>
                        <a:pt x="164" y="298"/>
                        <a:pt x="233" y="177"/>
                        <a:pt x="314" y="53"/>
                      </a:cubicBezTo>
                      <a:lnTo>
                        <a:pt x="220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98" name="Google Shape;2098;p28"/>
                <p:cNvSpPr/>
                <p:nvPr/>
              </p:nvSpPr>
              <p:spPr>
                <a:xfrm>
                  <a:off x="3563222" y="2325263"/>
                  <a:ext cx="13830" cy="578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52" extrusionOk="0">
                      <a:moveTo>
                        <a:pt x="0" y="0"/>
                      </a:moveTo>
                      <a:lnTo>
                        <a:pt x="0" y="451"/>
                      </a:lnTo>
                      <a:lnTo>
                        <a:pt x="108" y="451"/>
                      </a:lnTo>
                      <a:lnTo>
                        <a:pt x="108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99" name="Google Shape;2099;p28"/>
                <p:cNvSpPr/>
                <p:nvPr/>
              </p:nvSpPr>
              <p:spPr>
                <a:xfrm>
                  <a:off x="3651837" y="2025483"/>
                  <a:ext cx="52504" cy="469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0" h="367" extrusionOk="0">
                      <a:moveTo>
                        <a:pt x="344" y="1"/>
                      </a:moveTo>
                      <a:cubicBezTo>
                        <a:pt x="220" y="83"/>
                        <a:pt x="112" y="177"/>
                        <a:pt x="1" y="285"/>
                      </a:cubicBezTo>
                      <a:lnTo>
                        <a:pt x="83" y="367"/>
                      </a:lnTo>
                      <a:cubicBezTo>
                        <a:pt x="181" y="259"/>
                        <a:pt x="289" y="177"/>
                        <a:pt x="410" y="96"/>
                      </a:cubicBezTo>
                      <a:lnTo>
                        <a:pt x="344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00" name="Google Shape;2100;p28"/>
                <p:cNvSpPr/>
                <p:nvPr/>
              </p:nvSpPr>
              <p:spPr>
                <a:xfrm>
                  <a:off x="3563222" y="2212189"/>
                  <a:ext cx="21001" cy="574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4" h="449" extrusionOk="0">
                      <a:moveTo>
                        <a:pt x="56" y="1"/>
                      </a:moveTo>
                      <a:cubicBezTo>
                        <a:pt x="26" y="148"/>
                        <a:pt x="13" y="298"/>
                        <a:pt x="0" y="448"/>
                      </a:cubicBezTo>
                      <a:lnTo>
                        <a:pt x="121" y="448"/>
                      </a:lnTo>
                      <a:cubicBezTo>
                        <a:pt x="121" y="311"/>
                        <a:pt x="137" y="164"/>
                        <a:pt x="163" y="27"/>
                      </a:cubicBezTo>
                      <a:lnTo>
                        <a:pt x="56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01" name="Google Shape;2101;p28"/>
                <p:cNvSpPr/>
                <p:nvPr/>
              </p:nvSpPr>
              <p:spPr>
                <a:xfrm>
                  <a:off x="3563222" y="2550386"/>
                  <a:ext cx="13830" cy="574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49" extrusionOk="0">
                      <a:moveTo>
                        <a:pt x="0" y="1"/>
                      </a:moveTo>
                      <a:lnTo>
                        <a:pt x="0" y="449"/>
                      </a:lnTo>
                      <a:lnTo>
                        <a:pt x="108" y="449"/>
                      </a:lnTo>
                      <a:lnTo>
                        <a:pt x="108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02" name="Google Shape;2102;p28"/>
                <p:cNvSpPr/>
                <p:nvPr/>
              </p:nvSpPr>
              <p:spPr>
                <a:xfrm>
                  <a:off x="3563222" y="3452030"/>
                  <a:ext cx="13830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36" extrusionOk="0">
                      <a:moveTo>
                        <a:pt x="0" y="0"/>
                      </a:moveTo>
                      <a:lnTo>
                        <a:pt x="0" y="435"/>
                      </a:lnTo>
                      <a:lnTo>
                        <a:pt x="108" y="435"/>
                      </a:lnTo>
                      <a:lnTo>
                        <a:pt x="108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03" name="Google Shape;2103;p28"/>
                <p:cNvSpPr/>
                <p:nvPr/>
              </p:nvSpPr>
              <p:spPr>
                <a:xfrm>
                  <a:off x="3563222" y="3565488"/>
                  <a:ext cx="13830" cy="557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35" extrusionOk="0">
                      <a:moveTo>
                        <a:pt x="0" y="0"/>
                      </a:moveTo>
                      <a:lnTo>
                        <a:pt x="0" y="435"/>
                      </a:lnTo>
                      <a:lnTo>
                        <a:pt x="108" y="435"/>
                      </a:lnTo>
                      <a:lnTo>
                        <a:pt x="108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04" name="Google Shape;2104;p28"/>
                <p:cNvSpPr/>
                <p:nvPr/>
              </p:nvSpPr>
              <p:spPr>
                <a:xfrm>
                  <a:off x="3563222" y="2888582"/>
                  <a:ext cx="13830" cy="562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39" extrusionOk="0">
                      <a:moveTo>
                        <a:pt x="0" y="1"/>
                      </a:moveTo>
                      <a:lnTo>
                        <a:pt x="0" y="439"/>
                      </a:lnTo>
                      <a:lnTo>
                        <a:pt x="108" y="439"/>
                      </a:lnTo>
                      <a:lnTo>
                        <a:pt x="108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05" name="Google Shape;2105;p28"/>
                <p:cNvSpPr/>
                <p:nvPr/>
              </p:nvSpPr>
              <p:spPr>
                <a:xfrm>
                  <a:off x="3563222" y="3790226"/>
                  <a:ext cx="13830" cy="193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151" extrusionOk="0">
                      <a:moveTo>
                        <a:pt x="0" y="0"/>
                      </a:moveTo>
                      <a:lnTo>
                        <a:pt x="0" y="151"/>
                      </a:lnTo>
                      <a:lnTo>
                        <a:pt x="108" y="151"/>
                      </a:lnTo>
                      <a:lnTo>
                        <a:pt x="108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06" name="Google Shape;2106;p28"/>
                <p:cNvSpPr/>
                <p:nvPr/>
              </p:nvSpPr>
              <p:spPr>
                <a:xfrm>
                  <a:off x="3563222" y="3677153"/>
                  <a:ext cx="13830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36" extrusionOk="0">
                      <a:moveTo>
                        <a:pt x="0" y="1"/>
                      </a:moveTo>
                      <a:lnTo>
                        <a:pt x="0" y="436"/>
                      </a:lnTo>
                      <a:lnTo>
                        <a:pt x="108" y="436"/>
                      </a:lnTo>
                      <a:lnTo>
                        <a:pt x="108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07" name="Google Shape;2107;p28"/>
                <p:cNvSpPr/>
                <p:nvPr/>
              </p:nvSpPr>
              <p:spPr>
                <a:xfrm>
                  <a:off x="3563222" y="3002040"/>
                  <a:ext cx="13830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36" extrusionOk="0">
                      <a:moveTo>
                        <a:pt x="0" y="1"/>
                      </a:moveTo>
                      <a:lnTo>
                        <a:pt x="0" y="435"/>
                      </a:lnTo>
                      <a:lnTo>
                        <a:pt x="108" y="435"/>
                      </a:lnTo>
                      <a:lnTo>
                        <a:pt x="108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08" name="Google Shape;2108;p28"/>
                <p:cNvSpPr/>
                <p:nvPr/>
              </p:nvSpPr>
              <p:spPr>
                <a:xfrm>
                  <a:off x="3563222" y="3113833"/>
                  <a:ext cx="13830" cy="574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49" extrusionOk="0">
                      <a:moveTo>
                        <a:pt x="0" y="0"/>
                      </a:moveTo>
                      <a:lnTo>
                        <a:pt x="0" y="448"/>
                      </a:lnTo>
                      <a:lnTo>
                        <a:pt x="108" y="448"/>
                      </a:lnTo>
                      <a:lnTo>
                        <a:pt x="108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09" name="Google Shape;2109;p28"/>
                <p:cNvSpPr/>
                <p:nvPr/>
              </p:nvSpPr>
              <p:spPr>
                <a:xfrm>
                  <a:off x="3563222" y="3338572"/>
                  <a:ext cx="13830" cy="578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52" extrusionOk="0">
                      <a:moveTo>
                        <a:pt x="0" y="1"/>
                      </a:moveTo>
                      <a:lnTo>
                        <a:pt x="0" y="452"/>
                      </a:lnTo>
                      <a:lnTo>
                        <a:pt x="108" y="452"/>
                      </a:lnTo>
                      <a:lnTo>
                        <a:pt x="108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10" name="Google Shape;2110;p28"/>
                <p:cNvSpPr/>
                <p:nvPr/>
              </p:nvSpPr>
              <p:spPr>
                <a:xfrm>
                  <a:off x="3563222" y="3227291"/>
                  <a:ext cx="13830" cy="557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35" extrusionOk="0">
                      <a:moveTo>
                        <a:pt x="0" y="0"/>
                      </a:moveTo>
                      <a:lnTo>
                        <a:pt x="0" y="435"/>
                      </a:lnTo>
                      <a:lnTo>
                        <a:pt x="108" y="435"/>
                      </a:lnTo>
                      <a:lnTo>
                        <a:pt x="108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11" name="Google Shape;2111;p28"/>
                <p:cNvSpPr/>
                <p:nvPr/>
              </p:nvSpPr>
              <p:spPr>
                <a:xfrm>
                  <a:off x="4161244" y="2921749"/>
                  <a:ext cx="16135" cy="562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" h="439" extrusionOk="0">
                      <a:moveTo>
                        <a:pt x="1" y="0"/>
                      </a:moveTo>
                      <a:lnTo>
                        <a:pt x="1" y="438"/>
                      </a:lnTo>
                      <a:lnTo>
                        <a:pt x="125" y="438"/>
                      </a:lnTo>
                      <a:lnTo>
                        <a:pt x="125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12" name="Google Shape;2112;p28"/>
                <p:cNvSpPr/>
                <p:nvPr/>
              </p:nvSpPr>
              <p:spPr>
                <a:xfrm>
                  <a:off x="4161244" y="2358685"/>
                  <a:ext cx="16135" cy="574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" h="449" extrusionOk="0">
                      <a:moveTo>
                        <a:pt x="1" y="1"/>
                      </a:moveTo>
                      <a:lnTo>
                        <a:pt x="1" y="449"/>
                      </a:lnTo>
                      <a:lnTo>
                        <a:pt x="125" y="449"/>
                      </a:lnTo>
                      <a:lnTo>
                        <a:pt x="125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13" name="Google Shape;2113;p28"/>
                <p:cNvSpPr/>
                <p:nvPr/>
              </p:nvSpPr>
              <p:spPr>
                <a:xfrm>
                  <a:off x="4161244" y="2471759"/>
                  <a:ext cx="16135" cy="562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" h="439" extrusionOk="0">
                      <a:moveTo>
                        <a:pt x="1" y="0"/>
                      </a:moveTo>
                      <a:lnTo>
                        <a:pt x="1" y="438"/>
                      </a:lnTo>
                      <a:lnTo>
                        <a:pt x="125" y="438"/>
                      </a:lnTo>
                      <a:lnTo>
                        <a:pt x="125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14" name="Google Shape;2114;p28"/>
                <p:cNvSpPr/>
                <p:nvPr/>
              </p:nvSpPr>
              <p:spPr>
                <a:xfrm>
                  <a:off x="4161244" y="2583424"/>
                  <a:ext cx="16135" cy="580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" h="453" extrusionOk="0">
                      <a:moveTo>
                        <a:pt x="1" y="1"/>
                      </a:moveTo>
                      <a:lnTo>
                        <a:pt x="1" y="452"/>
                      </a:lnTo>
                      <a:lnTo>
                        <a:pt x="125" y="452"/>
                      </a:lnTo>
                      <a:lnTo>
                        <a:pt x="125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15" name="Google Shape;2115;p28"/>
                <p:cNvSpPr/>
                <p:nvPr/>
              </p:nvSpPr>
              <p:spPr>
                <a:xfrm>
                  <a:off x="4161244" y="3373787"/>
                  <a:ext cx="16135" cy="557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" h="435" extrusionOk="0">
                      <a:moveTo>
                        <a:pt x="1" y="0"/>
                      </a:moveTo>
                      <a:lnTo>
                        <a:pt x="1" y="422"/>
                      </a:lnTo>
                      <a:lnTo>
                        <a:pt x="1" y="435"/>
                      </a:lnTo>
                      <a:lnTo>
                        <a:pt x="125" y="435"/>
                      </a:lnTo>
                      <a:lnTo>
                        <a:pt x="125" y="422"/>
                      </a:lnTo>
                      <a:lnTo>
                        <a:pt x="125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16" name="Google Shape;2116;p28"/>
                <p:cNvSpPr/>
                <p:nvPr/>
              </p:nvSpPr>
              <p:spPr>
                <a:xfrm>
                  <a:off x="4393154" y="3710319"/>
                  <a:ext cx="57882" cy="226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2" h="177" extrusionOk="0">
                      <a:moveTo>
                        <a:pt x="30" y="0"/>
                      </a:moveTo>
                      <a:lnTo>
                        <a:pt x="1" y="108"/>
                      </a:lnTo>
                      <a:cubicBezTo>
                        <a:pt x="138" y="151"/>
                        <a:pt x="288" y="177"/>
                        <a:pt x="439" y="177"/>
                      </a:cubicBezTo>
                      <a:lnTo>
                        <a:pt x="452" y="69"/>
                      </a:lnTo>
                      <a:cubicBezTo>
                        <a:pt x="301" y="52"/>
                        <a:pt x="164" y="39"/>
                        <a:pt x="30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17" name="Google Shape;2117;p28"/>
                <p:cNvSpPr/>
                <p:nvPr/>
              </p:nvSpPr>
              <p:spPr>
                <a:xfrm>
                  <a:off x="4161244" y="2696882"/>
                  <a:ext cx="16135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" h="436" extrusionOk="0">
                      <a:moveTo>
                        <a:pt x="1" y="1"/>
                      </a:moveTo>
                      <a:lnTo>
                        <a:pt x="1" y="435"/>
                      </a:lnTo>
                      <a:lnTo>
                        <a:pt x="125" y="435"/>
                      </a:lnTo>
                      <a:lnTo>
                        <a:pt x="125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18" name="Google Shape;2118;p28"/>
                <p:cNvSpPr/>
                <p:nvPr/>
              </p:nvSpPr>
              <p:spPr>
                <a:xfrm>
                  <a:off x="4168415" y="3483403"/>
                  <a:ext cx="29837" cy="578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3" h="452" extrusionOk="0">
                      <a:moveTo>
                        <a:pt x="108" y="1"/>
                      </a:moveTo>
                      <a:lnTo>
                        <a:pt x="0" y="27"/>
                      </a:lnTo>
                      <a:cubicBezTo>
                        <a:pt x="27" y="164"/>
                        <a:pt x="69" y="314"/>
                        <a:pt x="121" y="452"/>
                      </a:cubicBezTo>
                      <a:lnTo>
                        <a:pt x="233" y="409"/>
                      </a:lnTo>
                      <a:cubicBezTo>
                        <a:pt x="177" y="288"/>
                        <a:pt x="134" y="138"/>
                        <a:pt x="108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19" name="Google Shape;2119;p28"/>
                <p:cNvSpPr/>
                <p:nvPr/>
              </p:nvSpPr>
              <p:spPr>
                <a:xfrm>
                  <a:off x="4288532" y="3664603"/>
                  <a:ext cx="56217" cy="403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9" h="315" extrusionOk="0">
                      <a:moveTo>
                        <a:pt x="69" y="1"/>
                      </a:moveTo>
                      <a:lnTo>
                        <a:pt x="1" y="83"/>
                      </a:lnTo>
                      <a:cubicBezTo>
                        <a:pt x="125" y="181"/>
                        <a:pt x="259" y="246"/>
                        <a:pt x="396" y="315"/>
                      </a:cubicBezTo>
                      <a:lnTo>
                        <a:pt x="439" y="220"/>
                      </a:lnTo>
                      <a:cubicBezTo>
                        <a:pt x="314" y="151"/>
                        <a:pt x="193" y="83"/>
                        <a:pt x="69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20" name="Google Shape;2120;p28"/>
                <p:cNvSpPr/>
                <p:nvPr/>
              </p:nvSpPr>
              <p:spPr>
                <a:xfrm>
                  <a:off x="4210290" y="3584696"/>
                  <a:ext cx="45332" cy="541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4" h="423" extrusionOk="0">
                      <a:moveTo>
                        <a:pt x="95" y="1"/>
                      </a:moveTo>
                      <a:lnTo>
                        <a:pt x="0" y="69"/>
                      </a:lnTo>
                      <a:cubicBezTo>
                        <a:pt x="82" y="190"/>
                        <a:pt x="177" y="314"/>
                        <a:pt x="285" y="422"/>
                      </a:cubicBezTo>
                      <a:lnTo>
                        <a:pt x="353" y="341"/>
                      </a:lnTo>
                      <a:cubicBezTo>
                        <a:pt x="259" y="233"/>
                        <a:pt x="177" y="122"/>
                        <a:pt x="95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21" name="Google Shape;2121;p28"/>
                <p:cNvSpPr/>
                <p:nvPr/>
              </p:nvSpPr>
              <p:spPr>
                <a:xfrm>
                  <a:off x="3857879" y="1971571"/>
                  <a:ext cx="57882" cy="17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2" h="135" extrusionOk="0">
                      <a:moveTo>
                        <a:pt x="0" y="0"/>
                      </a:moveTo>
                      <a:lnTo>
                        <a:pt x="13" y="108"/>
                      </a:lnTo>
                      <a:lnTo>
                        <a:pt x="95" y="108"/>
                      </a:lnTo>
                      <a:cubicBezTo>
                        <a:pt x="206" y="108"/>
                        <a:pt x="327" y="121"/>
                        <a:pt x="435" y="134"/>
                      </a:cubicBezTo>
                      <a:lnTo>
                        <a:pt x="451" y="26"/>
                      </a:lnTo>
                      <a:cubicBezTo>
                        <a:pt x="340" y="13"/>
                        <a:pt x="219" y="0"/>
                        <a:pt x="95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22" name="Google Shape;2122;p28"/>
                <p:cNvSpPr/>
                <p:nvPr/>
              </p:nvSpPr>
              <p:spPr>
                <a:xfrm>
                  <a:off x="4161244" y="2245228"/>
                  <a:ext cx="16135" cy="574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" h="449" extrusionOk="0">
                      <a:moveTo>
                        <a:pt x="109" y="1"/>
                      </a:moveTo>
                      <a:lnTo>
                        <a:pt x="1" y="14"/>
                      </a:lnTo>
                      <a:lnTo>
                        <a:pt x="1" y="259"/>
                      </a:lnTo>
                      <a:lnTo>
                        <a:pt x="1" y="449"/>
                      </a:lnTo>
                      <a:lnTo>
                        <a:pt x="125" y="449"/>
                      </a:lnTo>
                      <a:lnTo>
                        <a:pt x="125" y="259"/>
                      </a:lnTo>
                      <a:cubicBezTo>
                        <a:pt x="125" y="164"/>
                        <a:pt x="109" y="83"/>
                        <a:pt x="109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23" name="Google Shape;2123;p28"/>
                <p:cNvSpPr/>
                <p:nvPr/>
              </p:nvSpPr>
              <p:spPr>
                <a:xfrm>
                  <a:off x="4129870" y="2135227"/>
                  <a:ext cx="33167" cy="578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9" h="452" extrusionOk="0">
                      <a:moveTo>
                        <a:pt x="96" y="0"/>
                      </a:moveTo>
                      <a:lnTo>
                        <a:pt x="1" y="56"/>
                      </a:lnTo>
                      <a:cubicBezTo>
                        <a:pt x="56" y="177"/>
                        <a:pt x="109" y="314"/>
                        <a:pt x="151" y="451"/>
                      </a:cubicBezTo>
                      <a:lnTo>
                        <a:pt x="259" y="422"/>
                      </a:lnTo>
                      <a:cubicBezTo>
                        <a:pt x="220" y="275"/>
                        <a:pt x="164" y="138"/>
                        <a:pt x="96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24" name="Google Shape;2124;p28"/>
                <p:cNvSpPr/>
                <p:nvPr/>
              </p:nvSpPr>
              <p:spPr>
                <a:xfrm>
                  <a:off x="4062129" y="2046484"/>
                  <a:ext cx="48662" cy="507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0" h="396" extrusionOk="0">
                      <a:moveTo>
                        <a:pt x="66" y="0"/>
                      </a:moveTo>
                      <a:lnTo>
                        <a:pt x="0" y="82"/>
                      </a:lnTo>
                      <a:cubicBezTo>
                        <a:pt x="108" y="177"/>
                        <a:pt x="203" y="285"/>
                        <a:pt x="285" y="396"/>
                      </a:cubicBezTo>
                      <a:lnTo>
                        <a:pt x="379" y="327"/>
                      </a:lnTo>
                      <a:cubicBezTo>
                        <a:pt x="285" y="203"/>
                        <a:pt x="177" y="95"/>
                        <a:pt x="66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25" name="Google Shape;2125;p28"/>
                <p:cNvSpPr/>
                <p:nvPr/>
              </p:nvSpPr>
              <p:spPr>
                <a:xfrm>
                  <a:off x="3965830" y="1988731"/>
                  <a:ext cx="57882" cy="368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2" h="288" extrusionOk="0">
                      <a:moveTo>
                        <a:pt x="43" y="0"/>
                      </a:moveTo>
                      <a:lnTo>
                        <a:pt x="0" y="95"/>
                      </a:lnTo>
                      <a:cubicBezTo>
                        <a:pt x="138" y="151"/>
                        <a:pt x="275" y="206"/>
                        <a:pt x="396" y="288"/>
                      </a:cubicBezTo>
                      <a:lnTo>
                        <a:pt x="452" y="193"/>
                      </a:lnTo>
                      <a:cubicBezTo>
                        <a:pt x="327" y="111"/>
                        <a:pt x="193" y="56"/>
                        <a:pt x="43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26" name="Google Shape;2126;p28"/>
                <p:cNvSpPr/>
                <p:nvPr/>
              </p:nvSpPr>
              <p:spPr>
                <a:xfrm>
                  <a:off x="4161244" y="3260329"/>
                  <a:ext cx="16135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" h="436" extrusionOk="0">
                      <a:moveTo>
                        <a:pt x="1" y="0"/>
                      </a:moveTo>
                      <a:lnTo>
                        <a:pt x="1" y="435"/>
                      </a:lnTo>
                      <a:lnTo>
                        <a:pt x="125" y="435"/>
                      </a:lnTo>
                      <a:lnTo>
                        <a:pt x="125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27" name="Google Shape;2127;p28"/>
                <p:cNvSpPr/>
                <p:nvPr/>
              </p:nvSpPr>
              <p:spPr>
                <a:xfrm>
                  <a:off x="4161244" y="3035079"/>
                  <a:ext cx="16135" cy="562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" h="439" extrusionOk="0">
                      <a:moveTo>
                        <a:pt x="1" y="1"/>
                      </a:moveTo>
                      <a:lnTo>
                        <a:pt x="1" y="439"/>
                      </a:lnTo>
                      <a:lnTo>
                        <a:pt x="125" y="439"/>
                      </a:lnTo>
                      <a:lnTo>
                        <a:pt x="125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28" name="Google Shape;2128;p28"/>
                <p:cNvSpPr/>
                <p:nvPr/>
              </p:nvSpPr>
              <p:spPr>
                <a:xfrm>
                  <a:off x="4161244" y="2810340"/>
                  <a:ext cx="16135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" h="436" extrusionOk="0">
                      <a:moveTo>
                        <a:pt x="1" y="1"/>
                      </a:moveTo>
                      <a:lnTo>
                        <a:pt x="1" y="435"/>
                      </a:lnTo>
                      <a:lnTo>
                        <a:pt x="125" y="435"/>
                      </a:lnTo>
                      <a:lnTo>
                        <a:pt x="125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29" name="Google Shape;2129;p28"/>
                <p:cNvSpPr/>
                <p:nvPr/>
              </p:nvSpPr>
              <p:spPr>
                <a:xfrm>
                  <a:off x="4161244" y="3146872"/>
                  <a:ext cx="16135" cy="574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" h="449" extrusionOk="0">
                      <a:moveTo>
                        <a:pt x="1" y="1"/>
                      </a:moveTo>
                      <a:lnTo>
                        <a:pt x="1" y="448"/>
                      </a:lnTo>
                      <a:lnTo>
                        <a:pt x="125" y="448"/>
                      </a:lnTo>
                      <a:lnTo>
                        <a:pt x="125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30" name="Google Shape;2130;p28"/>
                <p:cNvSpPr/>
                <p:nvPr/>
              </p:nvSpPr>
              <p:spPr>
                <a:xfrm>
                  <a:off x="4761060" y="1231918"/>
                  <a:ext cx="14342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36" extrusionOk="0">
                      <a:moveTo>
                        <a:pt x="1" y="0"/>
                      </a:moveTo>
                      <a:lnTo>
                        <a:pt x="1" y="435"/>
                      </a:lnTo>
                      <a:lnTo>
                        <a:pt x="112" y="435"/>
                      </a:lnTo>
                      <a:lnTo>
                        <a:pt x="112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31" name="Google Shape;2131;p28"/>
                <p:cNvSpPr/>
                <p:nvPr/>
              </p:nvSpPr>
              <p:spPr>
                <a:xfrm>
                  <a:off x="4761060" y="1343711"/>
                  <a:ext cx="14342" cy="574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49" extrusionOk="0">
                      <a:moveTo>
                        <a:pt x="1" y="0"/>
                      </a:moveTo>
                      <a:lnTo>
                        <a:pt x="1" y="448"/>
                      </a:lnTo>
                      <a:lnTo>
                        <a:pt x="112" y="448"/>
                      </a:lnTo>
                      <a:lnTo>
                        <a:pt x="112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32" name="Google Shape;2132;p28"/>
                <p:cNvSpPr/>
                <p:nvPr/>
              </p:nvSpPr>
              <p:spPr>
                <a:xfrm>
                  <a:off x="4761060" y="1003338"/>
                  <a:ext cx="14342" cy="595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65" extrusionOk="0">
                      <a:moveTo>
                        <a:pt x="1" y="1"/>
                      </a:moveTo>
                      <a:lnTo>
                        <a:pt x="1" y="27"/>
                      </a:lnTo>
                      <a:lnTo>
                        <a:pt x="1" y="436"/>
                      </a:lnTo>
                      <a:lnTo>
                        <a:pt x="1" y="465"/>
                      </a:lnTo>
                      <a:lnTo>
                        <a:pt x="112" y="465"/>
                      </a:lnTo>
                      <a:lnTo>
                        <a:pt x="112" y="436"/>
                      </a:lnTo>
                      <a:lnTo>
                        <a:pt x="112" y="27"/>
                      </a:lnTo>
                      <a:lnTo>
                        <a:pt x="112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33" name="Google Shape;2133;p28"/>
                <p:cNvSpPr/>
                <p:nvPr/>
              </p:nvSpPr>
              <p:spPr>
                <a:xfrm>
                  <a:off x="4761060" y="1118460"/>
                  <a:ext cx="14342" cy="578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52" extrusionOk="0">
                      <a:moveTo>
                        <a:pt x="1" y="1"/>
                      </a:moveTo>
                      <a:lnTo>
                        <a:pt x="1" y="452"/>
                      </a:lnTo>
                      <a:lnTo>
                        <a:pt x="112" y="452"/>
                      </a:lnTo>
                      <a:lnTo>
                        <a:pt x="112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34" name="Google Shape;2134;p28"/>
                <p:cNvSpPr/>
                <p:nvPr/>
              </p:nvSpPr>
              <p:spPr>
                <a:xfrm>
                  <a:off x="4761060" y="2020105"/>
                  <a:ext cx="14342" cy="562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39" extrusionOk="0">
                      <a:moveTo>
                        <a:pt x="1" y="0"/>
                      </a:moveTo>
                      <a:lnTo>
                        <a:pt x="1" y="438"/>
                      </a:lnTo>
                      <a:lnTo>
                        <a:pt x="112" y="438"/>
                      </a:lnTo>
                      <a:lnTo>
                        <a:pt x="112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35" name="Google Shape;2135;p28"/>
                <p:cNvSpPr/>
                <p:nvPr/>
              </p:nvSpPr>
              <p:spPr>
                <a:xfrm>
                  <a:off x="4761060" y="2131898"/>
                  <a:ext cx="14342" cy="573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48" extrusionOk="0">
                      <a:moveTo>
                        <a:pt x="1" y="0"/>
                      </a:moveTo>
                      <a:lnTo>
                        <a:pt x="1" y="448"/>
                      </a:lnTo>
                      <a:lnTo>
                        <a:pt x="112" y="448"/>
                      </a:lnTo>
                      <a:lnTo>
                        <a:pt x="112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36" name="Google Shape;2136;p28"/>
                <p:cNvSpPr/>
                <p:nvPr/>
              </p:nvSpPr>
              <p:spPr>
                <a:xfrm>
                  <a:off x="4761060" y="1456657"/>
                  <a:ext cx="14342" cy="562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39" extrusionOk="0">
                      <a:moveTo>
                        <a:pt x="1" y="1"/>
                      </a:moveTo>
                      <a:lnTo>
                        <a:pt x="1" y="439"/>
                      </a:lnTo>
                      <a:lnTo>
                        <a:pt x="112" y="439"/>
                      </a:lnTo>
                      <a:lnTo>
                        <a:pt x="112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37" name="Google Shape;2137;p28"/>
                <p:cNvSpPr/>
                <p:nvPr/>
              </p:nvSpPr>
              <p:spPr>
                <a:xfrm>
                  <a:off x="4761060" y="2245228"/>
                  <a:ext cx="14342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36" extrusionOk="0">
                      <a:moveTo>
                        <a:pt x="1" y="1"/>
                      </a:moveTo>
                      <a:lnTo>
                        <a:pt x="1" y="436"/>
                      </a:lnTo>
                      <a:lnTo>
                        <a:pt x="112" y="436"/>
                      </a:lnTo>
                      <a:lnTo>
                        <a:pt x="112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38" name="Google Shape;2138;p28"/>
                <p:cNvSpPr/>
                <p:nvPr/>
              </p:nvSpPr>
              <p:spPr>
                <a:xfrm>
                  <a:off x="4761060" y="1570115"/>
                  <a:ext cx="14342" cy="562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39" extrusionOk="0">
                      <a:moveTo>
                        <a:pt x="1" y="1"/>
                      </a:moveTo>
                      <a:lnTo>
                        <a:pt x="1" y="439"/>
                      </a:lnTo>
                      <a:lnTo>
                        <a:pt x="112" y="439"/>
                      </a:lnTo>
                      <a:lnTo>
                        <a:pt x="112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39" name="Google Shape;2139;p28"/>
                <p:cNvSpPr/>
                <p:nvPr/>
              </p:nvSpPr>
              <p:spPr>
                <a:xfrm>
                  <a:off x="4761060" y="1681908"/>
                  <a:ext cx="14342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36" extrusionOk="0">
                      <a:moveTo>
                        <a:pt x="1" y="0"/>
                      </a:moveTo>
                      <a:lnTo>
                        <a:pt x="1" y="435"/>
                      </a:lnTo>
                      <a:lnTo>
                        <a:pt x="112" y="435"/>
                      </a:lnTo>
                      <a:lnTo>
                        <a:pt x="112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40" name="Google Shape;2140;p28"/>
                <p:cNvSpPr/>
                <p:nvPr/>
              </p:nvSpPr>
              <p:spPr>
                <a:xfrm>
                  <a:off x="4761060" y="1906647"/>
                  <a:ext cx="14342" cy="578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52" extrusionOk="0">
                      <a:moveTo>
                        <a:pt x="1" y="1"/>
                      </a:moveTo>
                      <a:lnTo>
                        <a:pt x="1" y="452"/>
                      </a:lnTo>
                      <a:lnTo>
                        <a:pt x="112" y="452"/>
                      </a:lnTo>
                      <a:lnTo>
                        <a:pt x="112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41" name="Google Shape;2141;p28"/>
                <p:cNvSpPr/>
                <p:nvPr/>
              </p:nvSpPr>
              <p:spPr>
                <a:xfrm>
                  <a:off x="4761060" y="1795366"/>
                  <a:ext cx="14342" cy="557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35" extrusionOk="0">
                      <a:moveTo>
                        <a:pt x="1" y="0"/>
                      </a:moveTo>
                      <a:lnTo>
                        <a:pt x="1" y="435"/>
                      </a:lnTo>
                      <a:lnTo>
                        <a:pt x="112" y="435"/>
                      </a:lnTo>
                      <a:lnTo>
                        <a:pt x="112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42" name="Google Shape;2142;p28"/>
                <p:cNvSpPr/>
                <p:nvPr/>
              </p:nvSpPr>
              <p:spPr>
                <a:xfrm>
                  <a:off x="4761060" y="328609"/>
                  <a:ext cx="14342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36" extrusionOk="0">
                      <a:moveTo>
                        <a:pt x="1" y="1"/>
                      </a:moveTo>
                      <a:lnTo>
                        <a:pt x="1" y="435"/>
                      </a:lnTo>
                      <a:lnTo>
                        <a:pt x="112" y="435"/>
                      </a:lnTo>
                      <a:lnTo>
                        <a:pt x="112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43" name="Google Shape;2143;p28"/>
                <p:cNvSpPr/>
                <p:nvPr/>
              </p:nvSpPr>
              <p:spPr>
                <a:xfrm>
                  <a:off x="4761060" y="440018"/>
                  <a:ext cx="14342" cy="562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39" extrusionOk="0">
                      <a:moveTo>
                        <a:pt x="1" y="0"/>
                      </a:moveTo>
                      <a:lnTo>
                        <a:pt x="1" y="438"/>
                      </a:lnTo>
                      <a:lnTo>
                        <a:pt x="112" y="438"/>
                      </a:lnTo>
                      <a:lnTo>
                        <a:pt x="112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44" name="Google Shape;2144;p28"/>
                <p:cNvSpPr/>
                <p:nvPr/>
              </p:nvSpPr>
              <p:spPr>
                <a:xfrm>
                  <a:off x="4761060" y="101822"/>
                  <a:ext cx="14342" cy="573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48" extrusionOk="0">
                      <a:moveTo>
                        <a:pt x="1" y="0"/>
                      </a:moveTo>
                      <a:lnTo>
                        <a:pt x="1" y="448"/>
                      </a:lnTo>
                      <a:lnTo>
                        <a:pt x="112" y="448"/>
                      </a:lnTo>
                      <a:lnTo>
                        <a:pt x="112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45" name="Google Shape;2145;p28"/>
                <p:cNvSpPr/>
                <p:nvPr/>
              </p:nvSpPr>
              <p:spPr>
                <a:xfrm>
                  <a:off x="4761060" y="215152"/>
                  <a:ext cx="14342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36" extrusionOk="0">
                      <a:moveTo>
                        <a:pt x="1" y="1"/>
                      </a:moveTo>
                      <a:lnTo>
                        <a:pt x="1" y="436"/>
                      </a:lnTo>
                      <a:lnTo>
                        <a:pt x="112" y="436"/>
                      </a:lnTo>
                      <a:lnTo>
                        <a:pt x="112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46" name="Google Shape;2146;p28"/>
                <p:cNvSpPr/>
                <p:nvPr/>
              </p:nvSpPr>
              <p:spPr>
                <a:xfrm>
                  <a:off x="4761060" y="553476"/>
                  <a:ext cx="14342" cy="557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35" extrusionOk="0">
                      <a:moveTo>
                        <a:pt x="1" y="0"/>
                      </a:moveTo>
                      <a:lnTo>
                        <a:pt x="1" y="435"/>
                      </a:lnTo>
                      <a:lnTo>
                        <a:pt x="112" y="435"/>
                      </a:lnTo>
                      <a:lnTo>
                        <a:pt x="112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47" name="Google Shape;2147;p28"/>
                <p:cNvSpPr/>
                <p:nvPr/>
              </p:nvSpPr>
              <p:spPr>
                <a:xfrm>
                  <a:off x="4761060" y="665141"/>
                  <a:ext cx="14342" cy="574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49" extrusionOk="0">
                      <a:moveTo>
                        <a:pt x="1" y="1"/>
                      </a:moveTo>
                      <a:lnTo>
                        <a:pt x="1" y="449"/>
                      </a:lnTo>
                      <a:lnTo>
                        <a:pt x="112" y="449"/>
                      </a:lnTo>
                      <a:lnTo>
                        <a:pt x="112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48" name="Google Shape;2148;p28"/>
                <p:cNvSpPr/>
                <p:nvPr/>
              </p:nvSpPr>
              <p:spPr>
                <a:xfrm>
                  <a:off x="4761060" y="778599"/>
                  <a:ext cx="14342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36" extrusionOk="0">
                      <a:moveTo>
                        <a:pt x="1" y="1"/>
                      </a:moveTo>
                      <a:lnTo>
                        <a:pt x="1" y="435"/>
                      </a:lnTo>
                      <a:lnTo>
                        <a:pt x="112" y="435"/>
                      </a:lnTo>
                      <a:lnTo>
                        <a:pt x="112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49" name="Google Shape;2149;p28"/>
                <p:cNvSpPr/>
                <p:nvPr/>
              </p:nvSpPr>
              <p:spPr>
                <a:xfrm>
                  <a:off x="4761060" y="889880"/>
                  <a:ext cx="14342" cy="580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53" extrusionOk="0">
                      <a:moveTo>
                        <a:pt x="1" y="1"/>
                      </a:moveTo>
                      <a:lnTo>
                        <a:pt x="1" y="452"/>
                      </a:lnTo>
                      <a:lnTo>
                        <a:pt x="112" y="452"/>
                      </a:lnTo>
                      <a:lnTo>
                        <a:pt x="112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50" name="Google Shape;2150;p28"/>
                <p:cNvSpPr/>
                <p:nvPr/>
              </p:nvSpPr>
              <p:spPr>
                <a:xfrm>
                  <a:off x="4761060" y="2921749"/>
                  <a:ext cx="14342" cy="562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39" extrusionOk="0">
                      <a:moveTo>
                        <a:pt x="1" y="0"/>
                      </a:moveTo>
                      <a:lnTo>
                        <a:pt x="1" y="438"/>
                      </a:lnTo>
                      <a:lnTo>
                        <a:pt x="112" y="438"/>
                      </a:lnTo>
                      <a:lnTo>
                        <a:pt x="112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51" name="Google Shape;2151;p28"/>
                <p:cNvSpPr/>
                <p:nvPr/>
              </p:nvSpPr>
              <p:spPr>
                <a:xfrm>
                  <a:off x="4761060" y="2358685"/>
                  <a:ext cx="14342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36" extrusionOk="0">
                      <a:moveTo>
                        <a:pt x="1" y="1"/>
                      </a:moveTo>
                      <a:lnTo>
                        <a:pt x="1" y="435"/>
                      </a:lnTo>
                      <a:lnTo>
                        <a:pt x="112" y="435"/>
                      </a:lnTo>
                      <a:lnTo>
                        <a:pt x="112" y="148"/>
                      </a:lnTo>
                      <a:lnTo>
                        <a:pt x="112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52" name="Google Shape;2152;p28"/>
                <p:cNvSpPr/>
                <p:nvPr/>
              </p:nvSpPr>
              <p:spPr>
                <a:xfrm>
                  <a:off x="4761060" y="2470094"/>
                  <a:ext cx="14342" cy="578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52" extrusionOk="0">
                      <a:moveTo>
                        <a:pt x="1" y="0"/>
                      </a:moveTo>
                      <a:lnTo>
                        <a:pt x="1" y="451"/>
                      </a:lnTo>
                      <a:lnTo>
                        <a:pt x="112" y="451"/>
                      </a:lnTo>
                      <a:lnTo>
                        <a:pt x="112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53" name="Google Shape;2153;p28"/>
                <p:cNvSpPr/>
                <p:nvPr/>
              </p:nvSpPr>
              <p:spPr>
                <a:xfrm>
                  <a:off x="4761060" y="2583424"/>
                  <a:ext cx="14342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36" extrusionOk="0">
                      <a:moveTo>
                        <a:pt x="1" y="1"/>
                      </a:moveTo>
                      <a:lnTo>
                        <a:pt x="1" y="436"/>
                      </a:lnTo>
                      <a:lnTo>
                        <a:pt x="112" y="436"/>
                      </a:lnTo>
                      <a:lnTo>
                        <a:pt x="112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54" name="Google Shape;2154;p28"/>
                <p:cNvSpPr/>
                <p:nvPr/>
              </p:nvSpPr>
              <p:spPr>
                <a:xfrm>
                  <a:off x="4761060" y="3368281"/>
                  <a:ext cx="14342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36" extrusionOk="0">
                      <a:moveTo>
                        <a:pt x="1" y="1"/>
                      </a:moveTo>
                      <a:lnTo>
                        <a:pt x="1" y="422"/>
                      </a:lnTo>
                      <a:lnTo>
                        <a:pt x="1" y="435"/>
                      </a:lnTo>
                      <a:lnTo>
                        <a:pt x="112" y="435"/>
                      </a:lnTo>
                      <a:lnTo>
                        <a:pt x="112" y="422"/>
                      </a:lnTo>
                      <a:lnTo>
                        <a:pt x="112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55" name="Google Shape;2155;p28"/>
                <p:cNvSpPr/>
                <p:nvPr/>
              </p:nvSpPr>
              <p:spPr>
                <a:xfrm>
                  <a:off x="4485739" y="3710319"/>
                  <a:ext cx="59547" cy="226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5" h="177" extrusionOk="0">
                      <a:moveTo>
                        <a:pt x="435" y="0"/>
                      </a:moveTo>
                      <a:cubicBezTo>
                        <a:pt x="288" y="26"/>
                        <a:pt x="150" y="52"/>
                        <a:pt x="0" y="69"/>
                      </a:cubicBezTo>
                      <a:lnTo>
                        <a:pt x="13" y="177"/>
                      </a:lnTo>
                      <a:cubicBezTo>
                        <a:pt x="163" y="164"/>
                        <a:pt x="314" y="134"/>
                        <a:pt x="464" y="108"/>
                      </a:cubicBezTo>
                      <a:lnTo>
                        <a:pt x="435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56" name="Google Shape;2156;p28"/>
                <p:cNvSpPr/>
                <p:nvPr/>
              </p:nvSpPr>
              <p:spPr>
                <a:xfrm>
                  <a:off x="4761060" y="2696882"/>
                  <a:ext cx="14342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36" extrusionOk="0">
                      <a:moveTo>
                        <a:pt x="1" y="1"/>
                      </a:moveTo>
                      <a:lnTo>
                        <a:pt x="1" y="435"/>
                      </a:lnTo>
                      <a:lnTo>
                        <a:pt x="112" y="435"/>
                      </a:lnTo>
                      <a:lnTo>
                        <a:pt x="112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57" name="Google Shape;2157;p28"/>
                <p:cNvSpPr/>
                <p:nvPr/>
              </p:nvSpPr>
              <p:spPr>
                <a:xfrm>
                  <a:off x="4740187" y="3480074"/>
                  <a:ext cx="29837" cy="574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3" h="449" extrusionOk="0">
                      <a:moveTo>
                        <a:pt x="125" y="0"/>
                      </a:moveTo>
                      <a:cubicBezTo>
                        <a:pt x="98" y="134"/>
                        <a:pt x="56" y="272"/>
                        <a:pt x="0" y="409"/>
                      </a:cubicBezTo>
                      <a:lnTo>
                        <a:pt x="98" y="448"/>
                      </a:lnTo>
                      <a:cubicBezTo>
                        <a:pt x="151" y="314"/>
                        <a:pt x="206" y="164"/>
                        <a:pt x="232" y="13"/>
                      </a:cubicBezTo>
                      <a:lnTo>
                        <a:pt x="125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58" name="Google Shape;2158;p28"/>
                <p:cNvSpPr/>
                <p:nvPr/>
              </p:nvSpPr>
              <p:spPr>
                <a:xfrm>
                  <a:off x="4592025" y="3662938"/>
                  <a:ext cx="56217" cy="420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9" h="328" extrusionOk="0">
                      <a:moveTo>
                        <a:pt x="370" y="1"/>
                      </a:moveTo>
                      <a:cubicBezTo>
                        <a:pt x="259" y="83"/>
                        <a:pt x="138" y="164"/>
                        <a:pt x="0" y="220"/>
                      </a:cubicBezTo>
                      <a:lnTo>
                        <a:pt x="56" y="328"/>
                      </a:lnTo>
                      <a:cubicBezTo>
                        <a:pt x="193" y="259"/>
                        <a:pt x="314" y="177"/>
                        <a:pt x="438" y="96"/>
                      </a:cubicBezTo>
                      <a:lnTo>
                        <a:pt x="370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59" name="Google Shape;2159;p28"/>
                <p:cNvSpPr/>
                <p:nvPr/>
              </p:nvSpPr>
              <p:spPr>
                <a:xfrm>
                  <a:off x="4681153" y="3580982"/>
                  <a:ext cx="45332" cy="523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4" h="409" extrusionOk="0">
                      <a:moveTo>
                        <a:pt x="259" y="0"/>
                      </a:moveTo>
                      <a:cubicBezTo>
                        <a:pt x="190" y="124"/>
                        <a:pt x="95" y="232"/>
                        <a:pt x="1" y="343"/>
                      </a:cubicBezTo>
                      <a:lnTo>
                        <a:pt x="82" y="409"/>
                      </a:lnTo>
                      <a:cubicBezTo>
                        <a:pt x="177" y="301"/>
                        <a:pt x="272" y="180"/>
                        <a:pt x="354" y="56"/>
                      </a:cubicBezTo>
                      <a:lnTo>
                        <a:pt x="259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60" name="Google Shape;2160;p28"/>
                <p:cNvSpPr/>
                <p:nvPr/>
              </p:nvSpPr>
              <p:spPr>
                <a:xfrm>
                  <a:off x="4761060" y="3260329"/>
                  <a:ext cx="14342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36" extrusionOk="0">
                      <a:moveTo>
                        <a:pt x="1" y="0"/>
                      </a:moveTo>
                      <a:lnTo>
                        <a:pt x="1" y="435"/>
                      </a:lnTo>
                      <a:lnTo>
                        <a:pt x="112" y="435"/>
                      </a:lnTo>
                      <a:lnTo>
                        <a:pt x="112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61" name="Google Shape;2161;p28"/>
                <p:cNvSpPr/>
                <p:nvPr/>
              </p:nvSpPr>
              <p:spPr>
                <a:xfrm>
                  <a:off x="4761060" y="3035079"/>
                  <a:ext cx="14342" cy="562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39" extrusionOk="0">
                      <a:moveTo>
                        <a:pt x="1" y="1"/>
                      </a:moveTo>
                      <a:lnTo>
                        <a:pt x="1" y="439"/>
                      </a:lnTo>
                      <a:lnTo>
                        <a:pt x="112" y="439"/>
                      </a:lnTo>
                      <a:lnTo>
                        <a:pt x="112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62" name="Google Shape;2162;p28"/>
                <p:cNvSpPr/>
                <p:nvPr/>
              </p:nvSpPr>
              <p:spPr>
                <a:xfrm>
                  <a:off x="4761060" y="2808675"/>
                  <a:ext cx="14342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36" extrusionOk="0">
                      <a:moveTo>
                        <a:pt x="1" y="0"/>
                      </a:moveTo>
                      <a:lnTo>
                        <a:pt x="1" y="435"/>
                      </a:lnTo>
                      <a:lnTo>
                        <a:pt x="112" y="435"/>
                      </a:lnTo>
                      <a:lnTo>
                        <a:pt x="112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63" name="Google Shape;2163;p28"/>
                <p:cNvSpPr/>
                <p:nvPr/>
              </p:nvSpPr>
              <p:spPr>
                <a:xfrm>
                  <a:off x="4761060" y="3146872"/>
                  <a:ext cx="14342" cy="574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49" extrusionOk="0">
                      <a:moveTo>
                        <a:pt x="1" y="1"/>
                      </a:moveTo>
                      <a:lnTo>
                        <a:pt x="1" y="448"/>
                      </a:lnTo>
                      <a:lnTo>
                        <a:pt x="112" y="448"/>
                      </a:lnTo>
                      <a:lnTo>
                        <a:pt x="112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165" name="Google Shape;2165;p28"/>
          <p:cNvGrpSpPr/>
          <p:nvPr/>
        </p:nvGrpSpPr>
        <p:grpSpPr>
          <a:xfrm rot="706112">
            <a:off x="5814837" y="1291729"/>
            <a:ext cx="1764001" cy="3301203"/>
            <a:chOff x="5120779" y="818439"/>
            <a:chExt cx="1836564" cy="3437000"/>
          </a:xfrm>
        </p:grpSpPr>
        <p:sp>
          <p:nvSpPr>
            <p:cNvPr id="2166" name="Google Shape;2166;p28"/>
            <p:cNvSpPr/>
            <p:nvPr/>
          </p:nvSpPr>
          <p:spPr>
            <a:xfrm>
              <a:off x="5120779" y="818439"/>
              <a:ext cx="1836564" cy="3437000"/>
            </a:xfrm>
            <a:custGeom>
              <a:avLst/>
              <a:gdLst/>
              <a:ahLst/>
              <a:cxnLst/>
              <a:rect l="l" t="t" r="r" b="b"/>
              <a:pathLst>
                <a:path w="37357" h="69911" extrusionOk="0">
                  <a:moveTo>
                    <a:pt x="3283" y="0"/>
                  </a:moveTo>
                  <a:cubicBezTo>
                    <a:pt x="1520" y="0"/>
                    <a:pt x="1" y="1520"/>
                    <a:pt x="1" y="3435"/>
                  </a:cubicBezTo>
                  <a:lnTo>
                    <a:pt x="1" y="66627"/>
                  </a:lnTo>
                  <a:cubicBezTo>
                    <a:pt x="1" y="68390"/>
                    <a:pt x="1520" y="69910"/>
                    <a:pt x="3283" y="69910"/>
                  </a:cubicBezTo>
                  <a:lnTo>
                    <a:pt x="34074" y="69910"/>
                  </a:lnTo>
                  <a:cubicBezTo>
                    <a:pt x="35837" y="69910"/>
                    <a:pt x="37357" y="68390"/>
                    <a:pt x="37357" y="66627"/>
                  </a:cubicBezTo>
                  <a:lnTo>
                    <a:pt x="37357" y="3435"/>
                  </a:lnTo>
                  <a:cubicBezTo>
                    <a:pt x="37357" y="1520"/>
                    <a:pt x="35837" y="0"/>
                    <a:pt x="340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7" name="Google Shape;2167;p28"/>
            <p:cNvSpPr/>
            <p:nvPr/>
          </p:nvSpPr>
          <p:spPr>
            <a:xfrm>
              <a:off x="5819675" y="947325"/>
              <a:ext cx="438600" cy="72300"/>
            </a:xfrm>
            <a:prstGeom prst="roundRect">
              <a:avLst>
                <a:gd name="adj" fmla="val 16667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8" name="Google Shape;2168;p28"/>
            <p:cNvSpPr/>
            <p:nvPr/>
          </p:nvSpPr>
          <p:spPr>
            <a:xfrm>
              <a:off x="5878717" y="3947980"/>
              <a:ext cx="320700" cy="193800"/>
            </a:xfrm>
            <a:prstGeom prst="roundRect">
              <a:avLst>
                <a:gd name="adj" fmla="val 16667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170" name="Google Shape;2170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706114">
            <a:off x="5933114" y="1540753"/>
            <a:ext cx="1551288" cy="26885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4" name="Google Shape;2484;p33"/>
          <p:cNvSpPr/>
          <p:nvPr/>
        </p:nvSpPr>
        <p:spPr>
          <a:xfrm>
            <a:off x="5876628" y="1507898"/>
            <a:ext cx="627900" cy="627900"/>
          </a:xfrm>
          <a:prstGeom prst="rect">
            <a:avLst/>
          </a:prstGeom>
          <a:solidFill>
            <a:schemeClr val="accent5"/>
          </a:solidFill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473" name="Google Shape;2473;p33"/>
          <p:cNvSpPr/>
          <p:nvPr/>
        </p:nvSpPr>
        <p:spPr>
          <a:xfrm>
            <a:off x="2640222" y="1493975"/>
            <a:ext cx="627900" cy="627900"/>
          </a:xfrm>
          <a:prstGeom prst="rect">
            <a:avLst/>
          </a:prstGeom>
          <a:solidFill>
            <a:schemeClr val="accent5"/>
          </a:solidFill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4" name="Google Shape;2474;p33"/>
          <p:cNvSpPr txBox="1">
            <a:spLocks noGrp="1"/>
          </p:cNvSpPr>
          <p:nvPr>
            <p:ph type="subTitle" idx="4"/>
          </p:nvPr>
        </p:nvSpPr>
        <p:spPr>
          <a:xfrm>
            <a:off x="4677978" y="2237438"/>
            <a:ext cx="30252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Project Goals</a:t>
            </a:r>
            <a:endParaRPr dirty="0"/>
          </a:p>
        </p:txBody>
      </p:sp>
      <p:sp>
        <p:nvSpPr>
          <p:cNvPr id="2475" name="Google Shape;2475;p33"/>
          <p:cNvSpPr txBox="1">
            <a:spLocks noGrp="1"/>
          </p:cNvSpPr>
          <p:nvPr>
            <p:ph type="title"/>
          </p:nvPr>
        </p:nvSpPr>
        <p:spPr>
          <a:xfrm>
            <a:off x="720000" y="3688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Project Objective</a:t>
            </a:r>
            <a:endParaRPr dirty="0"/>
          </a:p>
        </p:txBody>
      </p:sp>
      <p:sp>
        <p:nvSpPr>
          <p:cNvPr id="2478" name="Google Shape;2478;p33"/>
          <p:cNvSpPr txBox="1">
            <a:spLocks noGrp="1"/>
          </p:cNvSpPr>
          <p:nvPr>
            <p:ph type="subTitle" idx="3"/>
          </p:nvPr>
        </p:nvSpPr>
        <p:spPr>
          <a:xfrm>
            <a:off x="1440822" y="2237427"/>
            <a:ext cx="30267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dirty="0"/>
              <a:t>Problem Statement</a:t>
            </a:r>
            <a:endParaRPr dirty="0"/>
          </a:p>
        </p:txBody>
      </p:sp>
      <p:grpSp>
        <p:nvGrpSpPr>
          <p:cNvPr id="2479" name="Google Shape;2479;p33"/>
          <p:cNvGrpSpPr/>
          <p:nvPr/>
        </p:nvGrpSpPr>
        <p:grpSpPr>
          <a:xfrm>
            <a:off x="5979509" y="1614322"/>
            <a:ext cx="455077" cy="430750"/>
            <a:chOff x="1548875" y="1666725"/>
            <a:chExt cx="700550" cy="663100"/>
          </a:xfrm>
        </p:grpSpPr>
        <p:sp>
          <p:nvSpPr>
            <p:cNvPr id="2480" name="Google Shape;2480;p33"/>
            <p:cNvSpPr/>
            <p:nvPr/>
          </p:nvSpPr>
          <p:spPr>
            <a:xfrm>
              <a:off x="1548875" y="1989850"/>
              <a:ext cx="495050" cy="339975"/>
            </a:xfrm>
            <a:custGeom>
              <a:avLst/>
              <a:gdLst/>
              <a:ahLst/>
              <a:cxnLst/>
              <a:rect l="l" t="t" r="r" b="b"/>
              <a:pathLst>
                <a:path w="19802" h="13599" extrusionOk="0">
                  <a:moveTo>
                    <a:pt x="4757" y="1"/>
                  </a:moveTo>
                  <a:lnTo>
                    <a:pt x="4757" y="2586"/>
                  </a:lnTo>
                  <a:cubicBezTo>
                    <a:pt x="1913" y="3051"/>
                    <a:pt x="0" y="5378"/>
                    <a:pt x="0" y="7963"/>
                  </a:cubicBezTo>
                  <a:cubicBezTo>
                    <a:pt x="0" y="11013"/>
                    <a:pt x="2378" y="13598"/>
                    <a:pt x="5377" y="13598"/>
                  </a:cubicBezTo>
                  <a:lnTo>
                    <a:pt x="19802" y="13598"/>
                  </a:lnTo>
                  <a:cubicBezTo>
                    <a:pt x="19388" y="13133"/>
                    <a:pt x="18974" y="12512"/>
                    <a:pt x="18509" y="11840"/>
                  </a:cubicBezTo>
                  <a:lnTo>
                    <a:pt x="5377" y="11840"/>
                  </a:lnTo>
                  <a:cubicBezTo>
                    <a:pt x="3464" y="11840"/>
                    <a:pt x="1706" y="10134"/>
                    <a:pt x="1706" y="7963"/>
                  </a:cubicBezTo>
                  <a:cubicBezTo>
                    <a:pt x="1706" y="6257"/>
                    <a:pt x="2999" y="4757"/>
                    <a:pt x="4757" y="4344"/>
                  </a:cubicBezTo>
                  <a:lnTo>
                    <a:pt x="4757" y="8428"/>
                  </a:lnTo>
                  <a:lnTo>
                    <a:pt x="6463" y="8428"/>
                  </a:lnTo>
                  <a:lnTo>
                    <a:pt x="6463" y="10134"/>
                  </a:lnTo>
                  <a:lnTo>
                    <a:pt x="8169" y="10134"/>
                  </a:lnTo>
                  <a:lnTo>
                    <a:pt x="8169" y="8428"/>
                  </a:lnTo>
                  <a:lnTo>
                    <a:pt x="9668" y="8428"/>
                  </a:lnTo>
                  <a:lnTo>
                    <a:pt x="9668" y="4344"/>
                  </a:lnTo>
                  <a:lnTo>
                    <a:pt x="16803" y="4344"/>
                  </a:lnTo>
                  <a:cubicBezTo>
                    <a:pt x="17010" y="3672"/>
                    <a:pt x="17423" y="3051"/>
                    <a:pt x="18095" y="2586"/>
                  </a:cubicBezTo>
                  <a:lnTo>
                    <a:pt x="9668" y="2586"/>
                  </a:lnTo>
                  <a:lnTo>
                    <a:pt x="966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2481" name="Google Shape;2481;p33"/>
            <p:cNvSpPr/>
            <p:nvPr/>
          </p:nvSpPr>
          <p:spPr>
            <a:xfrm>
              <a:off x="1797025" y="1731350"/>
              <a:ext cx="452400" cy="350300"/>
            </a:xfrm>
            <a:custGeom>
              <a:avLst/>
              <a:gdLst/>
              <a:ahLst/>
              <a:cxnLst/>
              <a:rect l="l" t="t" r="r" b="b"/>
              <a:pathLst>
                <a:path w="18096" h="14012" extrusionOk="0">
                  <a:moveTo>
                    <a:pt x="7084" y="1"/>
                  </a:moveTo>
                  <a:lnTo>
                    <a:pt x="7084" y="5171"/>
                  </a:lnTo>
                  <a:lnTo>
                    <a:pt x="1035" y="5171"/>
                  </a:lnTo>
                  <a:cubicBezTo>
                    <a:pt x="828" y="5636"/>
                    <a:pt x="414" y="6257"/>
                    <a:pt x="1" y="6929"/>
                  </a:cubicBezTo>
                  <a:lnTo>
                    <a:pt x="7084" y="6929"/>
                  </a:lnTo>
                  <a:lnTo>
                    <a:pt x="7084" y="8428"/>
                  </a:lnTo>
                  <a:lnTo>
                    <a:pt x="8790" y="8428"/>
                  </a:lnTo>
                  <a:lnTo>
                    <a:pt x="8790" y="9927"/>
                  </a:lnTo>
                  <a:lnTo>
                    <a:pt x="10548" y="9927"/>
                  </a:lnTo>
                  <a:lnTo>
                    <a:pt x="10548" y="8428"/>
                  </a:lnTo>
                  <a:lnTo>
                    <a:pt x="12254" y="8428"/>
                  </a:lnTo>
                  <a:lnTo>
                    <a:pt x="12254" y="6929"/>
                  </a:lnTo>
                  <a:lnTo>
                    <a:pt x="13340" y="6929"/>
                  </a:lnTo>
                  <a:cubicBezTo>
                    <a:pt x="15046" y="6929"/>
                    <a:pt x="16545" y="8221"/>
                    <a:pt x="16545" y="9927"/>
                  </a:cubicBezTo>
                  <a:cubicBezTo>
                    <a:pt x="16545" y="11013"/>
                    <a:pt x="15718" y="12099"/>
                    <a:pt x="14839" y="12512"/>
                  </a:cubicBezTo>
                  <a:cubicBezTo>
                    <a:pt x="15252" y="12926"/>
                    <a:pt x="15718" y="13391"/>
                    <a:pt x="15925" y="14012"/>
                  </a:cubicBezTo>
                  <a:cubicBezTo>
                    <a:pt x="17217" y="13133"/>
                    <a:pt x="18096" y="11633"/>
                    <a:pt x="18096" y="9927"/>
                  </a:cubicBezTo>
                  <a:cubicBezTo>
                    <a:pt x="18096" y="7342"/>
                    <a:pt x="16131" y="5171"/>
                    <a:pt x="13340" y="5171"/>
                  </a:cubicBezTo>
                  <a:lnTo>
                    <a:pt x="12254" y="5171"/>
                  </a:lnTo>
                  <a:lnTo>
                    <a:pt x="1225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2482" name="Google Shape;2482;p33"/>
            <p:cNvSpPr/>
            <p:nvPr/>
          </p:nvSpPr>
          <p:spPr>
            <a:xfrm>
              <a:off x="2001250" y="2060300"/>
              <a:ext cx="177100" cy="252725"/>
            </a:xfrm>
            <a:custGeom>
              <a:avLst/>
              <a:gdLst/>
              <a:ahLst/>
              <a:cxnLst/>
              <a:rect l="l" t="t" r="r" b="b"/>
              <a:pathLst>
                <a:path w="7084" h="10109" extrusionOk="0">
                  <a:moveTo>
                    <a:pt x="4292" y="2560"/>
                  </a:moveTo>
                  <a:lnTo>
                    <a:pt x="4292" y="4318"/>
                  </a:lnTo>
                  <a:lnTo>
                    <a:pt x="2585" y="4318"/>
                  </a:lnTo>
                  <a:lnTo>
                    <a:pt x="2585" y="2560"/>
                  </a:lnTo>
                  <a:close/>
                  <a:moveTo>
                    <a:pt x="3483" y="1"/>
                  </a:moveTo>
                  <a:cubicBezTo>
                    <a:pt x="1644" y="1"/>
                    <a:pt x="0" y="1504"/>
                    <a:pt x="0" y="3645"/>
                  </a:cubicBezTo>
                  <a:cubicBezTo>
                    <a:pt x="0" y="5610"/>
                    <a:pt x="1913" y="8609"/>
                    <a:pt x="3464" y="10108"/>
                  </a:cubicBezTo>
                  <a:cubicBezTo>
                    <a:pt x="4964" y="8609"/>
                    <a:pt x="7083" y="5610"/>
                    <a:pt x="6877" y="3645"/>
                  </a:cubicBezTo>
                  <a:cubicBezTo>
                    <a:pt x="6877" y="2353"/>
                    <a:pt x="6256" y="1267"/>
                    <a:pt x="5171" y="440"/>
                  </a:cubicBezTo>
                  <a:cubicBezTo>
                    <a:pt x="4617" y="139"/>
                    <a:pt x="4041" y="1"/>
                    <a:pt x="348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2483" name="Google Shape;2483;p33"/>
            <p:cNvSpPr/>
            <p:nvPr/>
          </p:nvSpPr>
          <p:spPr>
            <a:xfrm>
              <a:off x="1635475" y="1666725"/>
              <a:ext cx="177100" cy="253375"/>
            </a:xfrm>
            <a:custGeom>
              <a:avLst/>
              <a:gdLst/>
              <a:ahLst/>
              <a:cxnLst/>
              <a:rect l="l" t="t" r="r" b="b"/>
              <a:pathLst>
                <a:path w="7084" h="10135" extrusionOk="0">
                  <a:moveTo>
                    <a:pt x="4498" y="2586"/>
                  </a:moveTo>
                  <a:lnTo>
                    <a:pt x="4498" y="4344"/>
                  </a:lnTo>
                  <a:lnTo>
                    <a:pt x="2792" y="4344"/>
                  </a:lnTo>
                  <a:lnTo>
                    <a:pt x="2792" y="2586"/>
                  </a:lnTo>
                  <a:close/>
                  <a:moveTo>
                    <a:pt x="3619" y="1"/>
                  </a:moveTo>
                  <a:cubicBezTo>
                    <a:pt x="1706" y="1"/>
                    <a:pt x="207" y="1759"/>
                    <a:pt x="207" y="3672"/>
                  </a:cubicBezTo>
                  <a:cubicBezTo>
                    <a:pt x="0" y="5636"/>
                    <a:pt x="2327" y="8842"/>
                    <a:pt x="3619" y="10134"/>
                  </a:cubicBezTo>
                  <a:cubicBezTo>
                    <a:pt x="4085" y="9721"/>
                    <a:pt x="5170" y="8428"/>
                    <a:pt x="5584" y="7756"/>
                  </a:cubicBezTo>
                  <a:cubicBezTo>
                    <a:pt x="6463" y="6257"/>
                    <a:pt x="7083" y="4757"/>
                    <a:pt x="7083" y="3672"/>
                  </a:cubicBezTo>
                  <a:cubicBezTo>
                    <a:pt x="7083" y="1759"/>
                    <a:pt x="5584" y="1"/>
                    <a:pt x="361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</p:grpSp>
      <p:sp>
        <p:nvSpPr>
          <p:cNvPr id="2485" name="Google Shape;2485;p33"/>
          <p:cNvSpPr/>
          <p:nvPr/>
        </p:nvSpPr>
        <p:spPr>
          <a:xfrm>
            <a:off x="2729903" y="1649377"/>
            <a:ext cx="488017" cy="305820"/>
          </a:xfrm>
          <a:custGeom>
            <a:avLst/>
            <a:gdLst/>
            <a:ahLst/>
            <a:cxnLst/>
            <a:rect l="l" t="t" r="r" b="b"/>
            <a:pathLst>
              <a:path w="35726" h="22388" extrusionOk="0">
                <a:moveTo>
                  <a:pt x="21095" y="1914"/>
                </a:moveTo>
                <a:cubicBezTo>
                  <a:pt x="20888" y="1914"/>
                  <a:pt x="20681" y="2121"/>
                  <a:pt x="20681" y="2379"/>
                </a:cubicBezTo>
                <a:lnTo>
                  <a:pt x="18716" y="6877"/>
                </a:lnTo>
                <a:lnTo>
                  <a:pt x="18716" y="6877"/>
                </a:lnTo>
                <a:lnTo>
                  <a:pt x="21715" y="2999"/>
                </a:lnTo>
                <a:cubicBezTo>
                  <a:pt x="21974" y="2586"/>
                  <a:pt x="21974" y="2379"/>
                  <a:pt x="21715" y="2379"/>
                </a:cubicBezTo>
                <a:lnTo>
                  <a:pt x="21508" y="2121"/>
                </a:lnTo>
                <a:lnTo>
                  <a:pt x="21095" y="2121"/>
                </a:lnTo>
                <a:lnTo>
                  <a:pt x="21095" y="1914"/>
                </a:lnTo>
                <a:close/>
                <a:moveTo>
                  <a:pt x="17217" y="1"/>
                </a:moveTo>
                <a:cubicBezTo>
                  <a:pt x="17010" y="1"/>
                  <a:pt x="16803" y="208"/>
                  <a:pt x="17010" y="621"/>
                </a:cubicBezTo>
                <a:lnTo>
                  <a:pt x="17631" y="7084"/>
                </a:lnTo>
                <a:lnTo>
                  <a:pt x="18510" y="621"/>
                </a:lnTo>
                <a:cubicBezTo>
                  <a:pt x="18716" y="208"/>
                  <a:pt x="18510" y="1"/>
                  <a:pt x="18096" y="1"/>
                </a:cubicBezTo>
                <a:close/>
                <a:moveTo>
                  <a:pt x="14218" y="2379"/>
                </a:moveTo>
                <a:lnTo>
                  <a:pt x="13960" y="2586"/>
                </a:lnTo>
                <a:lnTo>
                  <a:pt x="13753" y="2793"/>
                </a:lnTo>
                <a:cubicBezTo>
                  <a:pt x="13546" y="2793"/>
                  <a:pt x="13546" y="2999"/>
                  <a:pt x="13753" y="3413"/>
                </a:cubicBezTo>
                <a:lnTo>
                  <a:pt x="16803" y="7291"/>
                </a:lnTo>
                <a:lnTo>
                  <a:pt x="14839" y="2793"/>
                </a:lnTo>
                <a:cubicBezTo>
                  <a:pt x="14839" y="2586"/>
                  <a:pt x="14632" y="2379"/>
                  <a:pt x="14425" y="2379"/>
                </a:cubicBezTo>
                <a:close/>
                <a:moveTo>
                  <a:pt x="24972" y="5791"/>
                </a:moveTo>
                <a:lnTo>
                  <a:pt x="31435" y="7549"/>
                </a:lnTo>
                <a:cubicBezTo>
                  <a:pt x="32055" y="7756"/>
                  <a:pt x="32520" y="7963"/>
                  <a:pt x="32727" y="9048"/>
                </a:cubicBezTo>
                <a:lnTo>
                  <a:pt x="33606" y="13546"/>
                </a:lnTo>
                <a:lnTo>
                  <a:pt x="20009" y="9876"/>
                </a:lnTo>
                <a:lnTo>
                  <a:pt x="23266" y="6463"/>
                </a:lnTo>
                <a:cubicBezTo>
                  <a:pt x="23473" y="5998"/>
                  <a:pt x="23886" y="5791"/>
                  <a:pt x="24300" y="5791"/>
                </a:cubicBezTo>
                <a:close/>
                <a:moveTo>
                  <a:pt x="12926" y="8583"/>
                </a:moveTo>
                <a:cubicBezTo>
                  <a:pt x="13753" y="8583"/>
                  <a:pt x="14218" y="8842"/>
                  <a:pt x="14425" y="9669"/>
                </a:cubicBezTo>
                <a:lnTo>
                  <a:pt x="16545" y="14012"/>
                </a:lnTo>
                <a:lnTo>
                  <a:pt x="2586" y="14012"/>
                </a:lnTo>
                <a:lnTo>
                  <a:pt x="4705" y="9669"/>
                </a:lnTo>
                <a:cubicBezTo>
                  <a:pt x="4912" y="8842"/>
                  <a:pt x="5378" y="8583"/>
                  <a:pt x="5998" y="8583"/>
                </a:cubicBezTo>
                <a:close/>
                <a:moveTo>
                  <a:pt x="32727" y="15046"/>
                </a:moveTo>
                <a:cubicBezTo>
                  <a:pt x="33348" y="15304"/>
                  <a:pt x="34020" y="16131"/>
                  <a:pt x="33813" y="17010"/>
                </a:cubicBezTo>
                <a:cubicBezTo>
                  <a:pt x="33651" y="17498"/>
                  <a:pt x="33074" y="18017"/>
                  <a:pt x="32408" y="18017"/>
                </a:cubicBezTo>
                <a:cubicBezTo>
                  <a:pt x="32226" y="18017"/>
                  <a:pt x="32037" y="17978"/>
                  <a:pt x="31848" y="17889"/>
                </a:cubicBezTo>
                <a:cubicBezTo>
                  <a:pt x="31228" y="17631"/>
                  <a:pt x="30556" y="17010"/>
                  <a:pt x="30763" y="16131"/>
                </a:cubicBezTo>
                <a:cubicBezTo>
                  <a:pt x="31021" y="15511"/>
                  <a:pt x="31435" y="15046"/>
                  <a:pt x="32055" y="15046"/>
                </a:cubicBezTo>
                <a:close/>
                <a:moveTo>
                  <a:pt x="2999" y="15511"/>
                </a:moveTo>
                <a:cubicBezTo>
                  <a:pt x="3878" y="15511"/>
                  <a:pt x="4499" y="16131"/>
                  <a:pt x="4499" y="17010"/>
                </a:cubicBezTo>
                <a:cubicBezTo>
                  <a:pt x="4499" y="17889"/>
                  <a:pt x="3878" y="18510"/>
                  <a:pt x="2999" y="18510"/>
                </a:cubicBezTo>
                <a:cubicBezTo>
                  <a:pt x="2120" y="18510"/>
                  <a:pt x="1500" y="17889"/>
                  <a:pt x="1500" y="17010"/>
                </a:cubicBezTo>
                <a:cubicBezTo>
                  <a:pt x="1500" y="16131"/>
                  <a:pt x="2120" y="15511"/>
                  <a:pt x="2999" y="15511"/>
                </a:cubicBezTo>
                <a:close/>
                <a:moveTo>
                  <a:pt x="16131" y="15511"/>
                </a:moveTo>
                <a:cubicBezTo>
                  <a:pt x="17010" y="15511"/>
                  <a:pt x="17631" y="16131"/>
                  <a:pt x="17631" y="17010"/>
                </a:cubicBezTo>
                <a:cubicBezTo>
                  <a:pt x="17631" y="17889"/>
                  <a:pt x="17010" y="18510"/>
                  <a:pt x="16131" y="18510"/>
                </a:cubicBezTo>
                <a:cubicBezTo>
                  <a:pt x="15252" y="18510"/>
                  <a:pt x="14632" y="17889"/>
                  <a:pt x="14632" y="17010"/>
                </a:cubicBezTo>
                <a:cubicBezTo>
                  <a:pt x="14632" y="16131"/>
                  <a:pt x="15252" y="15511"/>
                  <a:pt x="16131" y="15511"/>
                </a:cubicBezTo>
                <a:close/>
                <a:moveTo>
                  <a:pt x="23886" y="3672"/>
                </a:moveTo>
                <a:cubicBezTo>
                  <a:pt x="23266" y="3672"/>
                  <a:pt x="22594" y="3878"/>
                  <a:pt x="22180" y="4499"/>
                </a:cubicBezTo>
                <a:lnTo>
                  <a:pt x="17631" y="9669"/>
                </a:lnTo>
                <a:lnTo>
                  <a:pt x="17631" y="9876"/>
                </a:lnTo>
                <a:lnTo>
                  <a:pt x="18716" y="12047"/>
                </a:lnTo>
                <a:cubicBezTo>
                  <a:pt x="18923" y="11633"/>
                  <a:pt x="19595" y="11633"/>
                  <a:pt x="20009" y="11633"/>
                </a:cubicBezTo>
                <a:cubicBezTo>
                  <a:pt x="20888" y="11840"/>
                  <a:pt x="21301" y="12719"/>
                  <a:pt x="21095" y="13546"/>
                </a:cubicBezTo>
                <a:cubicBezTo>
                  <a:pt x="20888" y="14219"/>
                  <a:pt x="20422" y="14425"/>
                  <a:pt x="19802" y="14632"/>
                </a:cubicBezTo>
                <a:cubicBezTo>
                  <a:pt x="19802" y="14839"/>
                  <a:pt x="20009" y="15304"/>
                  <a:pt x="20009" y="15718"/>
                </a:cubicBezTo>
                <a:lnTo>
                  <a:pt x="20009" y="16597"/>
                </a:lnTo>
                <a:lnTo>
                  <a:pt x="31228" y="19595"/>
                </a:lnTo>
                <a:lnTo>
                  <a:pt x="31021" y="20216"/>
                </a:lnTo>
                <a:lnTo>
                  <a:pt x="30763" y="21095"/>
                </a:lnTo>
                <a:cubicBezTo>
                  <a:pt x="30763" y="21301"/>
                  <a:pt x="30763" y="21508"/>
                  <a:pt x="31228" y="21508"/>
                </a:cubicBezTo>
                <a:lnTo>
                  <a:pt x="33348" y="22180"/>
                </a:lnTo>
                <a:cubicBezTo>
                  <a:pt x="33606" y="22180"/>
                  <a:pt x="33813" y="22180"/>
                  <a:pt x="34020" y="21974"/>
                </a:cubicBezTo>
                <a:lnTo>
                  <a:pt x="34227" y="21095"/>
                </a:lnTo>
                <a:lnTo>
                  <a:pt x="35519" y="15925"/>
                </a:lnTo>
                <a:cubicBezTo>
                  <a:pt x="35726" y="15511"/>
                  <a:pt x="35726" y="15046"/>
                  <a:pt x="35519" y="14219"/>
                </a:cubicBezTo>
                <a:lnTo>
                  <a:pt x="34227" y="7549"/>
                </a:lnTo>
                <a:cubicBezTo>
                  <a:pt x="34227" y="6670"/>
                  <a:pt x="33348" y="5998"/>
                  <a:pt x="32520" y="5585"/>
                </a:cubicBezTo>
                <a:lnTo>
                  <a:pt x="24559" y="3672"/>
                </a:lnTo>
                <a:close/>
                <a:moveTo>
                  <a:pt x="5378" y="6670"/>
                </a:moveTo>
                <a:cubicBezTo>
                  <a:pt x="4499" y="6670"/>
                  <a:pt x="3620" y="7291"/>
                  <a:pt x="3206" y="7963"/>
                </a:cubicBezTo>
                <a:lnTo>
                  <a:pt x="414" y="14219"/>
                </a:lnTo>
                <a:cubicBezTo>
                  <a:pt x="1" y="14839"/>
                  <a:pt x="1" y="15304"/>
                  <a:pt x="1" y="15718"/>
                </a:cubicBezTo>
                <a:lnTo>
                  <a:pt x="1" y="21974"/>
                </a:lnTo>
                <a:cubicBezTo>
                  <a:pt x="1" y="22180"/>
                  <a:pt x="207" y="22387"/>
                  <a:pt x="414" y="22387"/>
                </a:cubicBezTo>
                <a:lnTo>
                  <a:pt x="2793" y="22387"/>
                </a:lnTo>
                <a:cubicBezTo>
                  <a:pt x="2999" y="22387"/>
                  <a:pt x="3206" y="22180"/>
                  <a:pt x="3206" y="21974"/>
                </a:cubicBezTo>
                <a:lnTo>
                  <a:pt x="3206" y="20474"/>
                </a:lnTo>
                <a:lnTo>
                  <a:pt x="15925" y="20474"/>
                </a:lnTo>
                <a:lnTo>
                  <a:pt x="15925" y="21974"/>
                </a:lnTo>
                <a:cubicBezTo>
                  <a:pt x="15925" y="22180"/>
                  <a:pt x="16131" y="22387"/>
                  <a:pt x="16338" y="22387"/>
                </a:cubicBezTo>
                <a:lnTo>
                  <a:pt x="18716" y="22387"/>
                </a:lnTo>
                <a:cubicBezTo>
                  <a:pt x="19130" y="22387"/>
                  <a:pt x="19130" y="22180"/>
                  <a:pt x="19130" y="21974"/>
                </a:cubicBezTo>
                <a:lnTo>
                  <a:pt x="19130" y="15718"/>
                </a:lnTo>
                <a:cubicBezTo>
                  <a:pt x="19130" y="15304"/>
                  <a:pt x="19130" y="14839"/>
                  <a:pt x="18923" y="14219"/>
                </a:cubicBezTo>
                <a:lnTo>
                  <a:pt x="15925" y="7963"/>
                </a:lnTo>
                <a:cubicBezTo>
                  <a:pt x="15511" y="7291"/>
                  <a:pt x="14632" y="6670"/>
                  <a:pt x="13753" y="667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468BB6-26F3-ACC2-698F-63D6423EA051}"/>
              </a:ext>
            </a:extLst>
          </p:cNvPr>
          <p:cNvSpPr>
            <a:spLocks noGrp="1" noChangeArrowheads="1"/>
          </p:cNvSpPr>
          <p:nvPr>
            <p:ph type="subTitle" idx="2"/>
          </p:nvPr>
        </p:nvSpPr>
        <p:spPr bwMode="auto">
          <a:xfrm>
            <a:off x="1741250" y="2666799"/>
            <a:ext cx="229235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Traffic congestion is a major problem in large Saudi cities.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Causes delays, reduced mobility, and environmental impact.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23A021D-1471-C817-951E-BF94916A40F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5146712" y="2717869"/>
            <a:ext cx="2575749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Analyze congestion patterns.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Compare congestion levels between cities (Low, Moderate, or High).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Predict traffic congestion using model.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0" name="Google Shape;2490;p34"/>
          <p:cNvSpPr txBox="1">
            <a:spLocks noGrp="1"/>
          </p:cNvSpPr>
          <p:nvPr>
            <p:ph type="title"/>
          </p:nvPr>
        </p:nvSpPr>
        <p:spPr>
          <a:xfrm>
            <a:off x="720000" y="3688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Data Collection and Dataset</a:t>
            </a:r>
            <a:endParaRPr dirty="0"/>
          </a:p>
        </p:txBody>
      </p:sp>
      <p:sp>
        <p:nvSpPr>
          <p:cNvPr id="2493" name="Google Shape;2493;p34"/>
          <p:cNvSpPr txBox="1">
            <a:spLocks noGrp="1"/>
          </p:cNvSpPr>
          <p:nvPr>
            <p:ph type="subTitle" idx="1"/>
          </p:nvPr>
        </p:nvSpPr>
        <p:spPr>
          <a:xfrm>
            <a:off x="720000" y="2201598"/>
            <a:ext cx="3048323" cy="78520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Real-time traffic congestion dataset focused on Saudi Arabia cities</a:t>
            </a:r>
            <a:endParaRPr dirty="0"/>
          </a:p>
        </p:txBody>
      </p:sp>
      <p:sp>
        <p:nvSpPr>
          <p:cNvPr id="2494" name="Google Shape;2494;p34"/>
          <p:cNvSpPr txBox="1">
            <a:spLocks noGrp="1"/>
          </p:cNvSpPr>
          <p:nvPr>
            <p:ph type="subTitle" idx="2"/>
          </p:nvPr>
        </p:nvSpPr>
        <p:spPr>
          <a:xfrm>
            <a:off x="5750585" y="2255149"/>
            <a:ext cx="3048324" cy="6332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Cities included: Riyadh, Jeddah, Dammam, Makkah.</a:t>
            </a:r>
            <a:endParaRPr dirty="0"/>
          </a:p>
        </p:txBody>
      </p:sp>
      <p:sp>
        <p:nvSpPr>
          <p:cNvPr id="2497" name="Google Shape;2497;p34"/>
          <p:cNvSpPr/>
          <p:nvPr/>
        </p:nvSpPr>
        <p:spPr>
          <a:xfrm>
            <a:off x="1863725" y="1528800"/>
            <a:ext cx="627900" cy="627900"/>
          </a:xfrm>
          <a:prstGeom prst="rect">
            <a:avLst/>
          </a:prstGeom>
          <a:solidFill>
            <a:schemeClr val="accent5"/>
          </a:solidFill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8" name="Google Shape;2498;p34"/>
          <p:cNvSpPr/>
          <p:nvPr/>
        </p:nvSpPr>
        <p:spPr>
          <a:xfrm>
            <a:off x="6773546" y="1470936"/>
            <a:ext cx="627900" cy="627900"/>
          </a:xfrm>
          <a:prstGeom prst="rect">
            <a:avLst/>
          </a:prstGeom>
          <a:solidFill>
            <a:schemeClr val="accent5"/>
          </a:solidFill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0" name="Google Shape;2500;p34"/>
          <p:cNvSpPr/>
          <p:nvPr/>
        </p:nvSpPr>
        <p:spPr>
          <a:xfrm>
            <a:off x="2017948" y="1677340"/>
            <a:ext cx="321718" cy="323896"/>
          </a:xfrm>
          <a:custGeom>
            <a:avLst/>
            <a:gdLst/>
            <a:ahLst/>
            <a:cxnLst/>
            <a:rect l="l" t="t" r="r" b="b"/>
            <a:pathLst>
              <a:path w="4284" h="4313" extrusionOk="0">
                <a:moveTo>
                  <a:pt x="2265" y="666"/>
                </a:moveTo>
                <a:lnTo>
                  <a:pt x="2265" y="1056"/>
                </a:lnTo>
                <a:lnTo>
                  <a:pt x="2026" y="1056"/>
                </a:lnTo>
                <a:lnTo>
                  <a:pt x="2026" y="666"/>
                </a:lnTo>
                <a:close/>
                <a:moveTo>
                  <a:pt x="1057" y="2019"/>
                </a:moveTo>
                <a:lnTo>
                  <a:pt x="1057" y="2294"/>
                </a:lnTo>
                <a:lnTo>
                  <a:pt x="666" y="2294"/>
                </a:lnTo>
                <a:lnTo>
                  <a:pt x="666" y="2019"/>
                </a:lnTo>
                <a:close/>
                <a:moveTo>
                  <a:pt x="3618" y="2019"/>
                </a:moveTo>
                <a:lnTo>
                  <a:pt x="3618" y="2294"/>
                </a:lnTo>
                <a:lnTo>
                  <a:pt x="3227" y="2294"/>
                </a:lnTo>
                <a:lnTo>
                  <a:pt x="3227" y="2019"/>
                </a:lnTo>
                <a:close/>
                <a:moveTo>
                  <a:pt x="2142" y="1751"/>
                </a:moveTo>
                <a:cubicBezTo>
                  <a:pt x="2352" y="1751"/>
                  <a:pt x="2533" y="1932"/>
                  <a:pt x="2533" y="2142"/>
                </a:cubicBezTo>
                <a:cubicBezTo>
                  <a:pt x="2533" y="2380"/>
                  <a:pt x="2352" y="2561"/>
                  <a:pt x="2142" y="2561"/>
                </a:cubicBezTo>
                <a:cubicBezTo>
                  <a:pt x="1932" y="2561"/>
                  <a:pt x="1751" y="2380"/>
                  <a:pt x="1751" y="2142"/>
                </a:cubicBezTo>
                <a:cubicBezTo>
                  <a:pt x="1751" y="1932"/>
                  <a:pt x="1932" y="1751"/>
                  <a:pt x="2142" y="1751"/>
                </a:cubicBezTo>
                <a:close/>
                <a:moveTo>
                  <a:pt x="2265" y="3256"/>
                </a:moveTo>
                <a:lnTo>
                  <a:pt x="2265" y="3647"/>
                </a:lnTo>
                <a:lnTo>
                  <a:pt x="2026" y="3647"/>
                </a:lnTo>
                <a:lnTo>
                  <a:pt x="2026" y="3256"/>
                </a:lnTo>
                <a:close/>
                <a:moveTo>
                  <a:pt x="1600" y="0"/>
                </a:moveTo>
                <a:lnTo>
                  <a:pt x="1600" y="1114"/>
                </a:lnTo>
                <a:cubicBezTo>
                  <a:pt x="1390" y="1237"/>
                  <a:pt x="1238" y="1418"/>
                  <a:pt x="1122" y="1599"/>
                </a:cubicBezTo>
                <a:lnTo>
                  <a:pt x="1" y="1599"/>
                </a:lnTo>
                <a:lnTo>
                  <a:pt x="1" y="2019"/>
                </a:lnTo>
                <a:lnTo>
                  <a:pt x="399" y="2019"/>
                </a:lnTo>
                <a:lnTo>
                  <a:pt x="399" y="2294"/>
                </a:lnTo>
                <a:lnTo>
                  <a:pt x="1" y="2294"/>
                </a:lnTo>
                <a:lnTo>
                  <a:pt x="1" y="2713"/>
                </a:lnTo>
                <a:lnTo>
                  <a:pt x="1122" y="2713"/>
                </a:lnTo>
                <a:cubicBezTo>
                  <a:pt x="1238" y="2894"/>
                  <a:pt x="1390" y="3075"/>
                  <a:pt x="1600" y="3162"/>
                </a:cubicBezTo>
                <a:lnTo>
                  <a:pt x="1600" y="4312"/>
                </a:lnTo>
                <a:lnTo>
                  <a:pt x="2026" y="4312"/>
                </a:lnTo>
                <a:lnTo>
                  <a:pt x="2026" y="3885"/>
                </a:lnTo>
                <a:lnTo>
                  <a:pt x="2265" y="3885"/>
                </a:lnTo>
                <a:lnTo>
                  <a:pt x="2265" y="4312"/>
                </a:lnTo>
                <a:lnTo>
                  <a:pt x="2685" y="4312"/>
                </a:lnTo>
                <a:lnTo>
                  <a:pt x="2685" y="3162"/>
                </a:lnTo>
                <a:cubicBezTo>
                  <a:pt x="2895" y="3075"/>
                  <a:pt x="3047" y="2894"/>
                  <a:pt x="3169" y="2713"/>
                </a:cubicBezTo>
                <a:lnTo>
                  <a:pt x="4284" y="2713"/>
                </a:lnTo>
                <a:lnTo>
                  <a:pt x="4284" y="2294"/>
                </a:lnTo>
                <a:lnTo>
                  <a:pt x="3893" y="2294"/>
                </a:lnTo>
                <a:lnTo>
                  <a:pt x="3893" y="2019"/>
                </a:lnTo>
                <a:lnTo>
                  <a:pt x="4284" y="2019"/>
                </a:lnTo>
                <a:lnTo>
                  <a:pt x="4284" y="1599"/>
                </a:lnTo>
                <a:lnTo>
                  <a:pt x="3169" y="1599"/>
                </a:lnTo>
                <a:cubicBezTo>
                  <a:pt x="3047" y="1418"/>
                  <a:pt x="2895" y="1237"/>
                  <a:pt x="2685" y="1143"/>
                </a:cubicBezTo>
                <a:lnTo>
                  <a:pt x="2685" y="0"/>
                </a:lnTo>
                <a:lnTo>
                  <a:pt x="2265" y="0"/>
                </a:lnTo>
                <a:lnTo>
                  <a:pt x="2265" y="391"/>
                </a:lnTo>
                <a:lnTo>
                  <a:pt x="2026" y="391"/>
                </a:lnTo>
                <a:lnTo>
                  <a:pt x="202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1"/>
              </a:solidFill>
            </a:endParaRPr>
          </a:p>
        </p:txBody>
      </p:sp>
      <p:grpSp>
        <p:nvGrpSpPr>
          <p:cNvPr id="2502" name="Google Shape;2502;p34"/>
          <p:cNvGrpSpPr/>
          <p:nvPr/>
        </p:nvGrpSpPr>
        <p:grpSpPr>
          <a:xfrm>
            <a:off x="6950850" y="1624320"/>
            <a:ext cx="323898" cy="314735"/>
            <a:chOff x="1245075" y="1721956"/>
            <a:chExt cx="323898" cy="314735"/>
          </a:xfrm>
        </p:grpSpPr>
        <p:sp>
          <p:nvSpPr>
            <p:cNvPr id="2503" name="Google Shape;2503;p34"/>
            <p:cNvSpPr/>
            <p:nvPr/>
          </p:nvSpPr>
          <p:spPr>
            <a:xfrm>
              <a:off x="1245075" y="1914357"/>
              <a:ext cx="56548" cy="45134"/>
            </a:xfrm>
            <a:custGeom>
              <a:avLst/>
              <a:gdLst/>
              <a:ahLst/>
              <a:cxnLst/>
              <a:rect l="l" t="t" r="r" b="b"/>
              <a:pathLst>
                <a:path w="753" h="601" extrusionOk="0">
                  <a:moveTo>
                    <a:pt x="0" y="0"/>
                  </a:moveTo>
                  <a:lnTo>
                    <a:pt x="0" y="601"/>
                  </a:lnTo>
                  <a:lnTo>
                    <a:pt x="427" y="601"/>
                  </a:lnTo>
                  <a:lnTo>
                    <a:pt x="753" y="2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1"/>
                </a:solidFill>
              </a:endParaRPr>
            </a:p>
          </p:txBody>
        </p:sp>
        <p:sp>
          <p:nvSpPr>
            <p:cNvPr id="2504" name="Google Shape;2504;p34"/>
            <p:cNvSpPr/>
            <p:nvPr/>
          </p:nvSpPr>
          <p:spPr>
            <a:xfrm>
              <a:off x="1245075" y="1796453"/>
              <a:ext cx="154400" cy="133674"/>
            </a:xfrm>
            <a:custGeom>
              <a:avLst/>
              <a:gdLst/>
              <a:ahLst/>
              <a:cxnLst/>
              <a:rect l="l" t="t" r="r" b="b"/>
              <a:pathLst>
                <a:path w="2056" h="1780" extrusionOk="0">
                  <a:moveTo>
                    <a:pt x="0" y="0"/>
                  </a:moveTo>
                  <a:lnTo>
                    <a:pt x="0" y="1266"/>
                  </a:lnTo>
                  <a:lnTo>
                    <a:pt x="1361" y="1780"/>
                  </a:lnTo>
                  <a:lnTo>
                    <a:pt x="2055" y="1056"/>
                  </a:lnTo>
                  <a:lnTo>
                    <a:pt x="2055" y="210"/>
                  </a:lnTo>
                  <a:lnTo>
                    <a:pt x="1751" y="275"/>
                  </a:lnTo>
                  <a:cubicBezTo>
                    <a:pt x="1542" y="695"/>
                    <a:pt x="1238" y="999"/>
                    <a:pt x="1209" y="1028"/>
                  </a:cubicBezTo>
                  <a:lnTo>
                    <a:pt x="1115" y="1114"/>
                  </a:lnTo>
                  <a:lnTo>
                    <a:pt x="1028" y="1028"/>
                  </a:lnTo>
                  <a:cubicBezTo>
                    <a:pt x="999" y="999"/>
                    <a:pt x="572" y="572"/>
                    <a:pt x="391" y="9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1"/>
                </a:solidFill>
              </a:endParaRPr>
            </a:p>
          </p:txBody>
        </p:sp>
        <p:sp>
          <p:nvSpPr>
            <p:cNvPr id="2505" name="Google Shape;2505;p34"/>
            <p:cNvSpPr/>
            <p:nvPr/>
          </p:nvSpPr>
          <p:spPr>
            <a:xfrm>
              <a:off x="1245075" y="1927950"/>
              <a:ext cx="156578" cy="108741"/>
            </a:xfrm>
            <a:custGeom>
              <a:avLst/>
              <a:gdLst/>
              <a:ahLst/>
              <a:cxnLst/>
              <a:rect l="l" t="t" r="r" b="b"/>
              <a:pathLst>
                <a:path w="2085" h="1448" extrusionOk="0">
                  <a:moveTo>
                    <a:pt x="1751" y="0"/>
                  </a:moveTo>
                  <a:lnTo>
                    <a:pt x="1419" y="333"/>
                  </a:lnTo>
                  <a:lnTo>
                    <a:pt x="1028" y="181"/>
                  </a:lnTo>
                  <a:lnTo>
                    <a:pt x="543" y="695"/>
                  </a:lnTo>
                  <a:lnTo>
                    <a:pt x="0" y="695"/>
                  </a:lnTo>
                  <a:lnTo>
                    <a:pt x="0" y="1056"/>
                  </a:lnTo>
                  <a:lnTo>
                    <a:pt x="1447" y="1447"/>
                  </a:lnTo>
                  <a:lnTo>
                    <a:pt x="2084" y="1266"/>
                  </a:lnTo>
                  <a:lnTo>
                    <a:pt x="2084" y="268"/>
                  </a:lnTo>
                  <a:lnTo>
                    <a:pt x="175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1"/>
                </a:solidFill>
              </a:endParaRPr>
            </a:p>
          </p:txBody>
        </p:sp>
        <p:sp>
          <p:nvSpPr>
            <p:cNvPr id="2506" name="Google Shape;2506;p34"/>
            <p:cNvSpPr/>
            <p:nvPr/>
          </p:nvSpPr>
          <p:spPr>
            <a:xfrm>
              <a:off x="1392342" y="1798631"/>
              <a:ext cx="106563" cy="133674"/>
            </a:xfrm>
            <a:custGeom>
              <a:avLst/>
              <a:gdLst/>
              <a:ahLst/>
              <a:cxnLst/>
              <a:rect l="l" t="t" r="r" b="b"/>
              <a:pathLst>
                <a:path w="1419" h="1780" extrusionOk="0">
                  <a:moveTo>
                    <a:pt x="753" y="0"/>
                  </a:moveTo>
                  <a:lnTo>
                    <a:pt x="362" y="123"/>
                  </a:lnTo>
                  <a:lnTo>
                    <a:pt x="362" y="1150"/>
                  </a:lnTo>
                  <a:lnTo>
                    <a:pt x="0" y="1512"/>
                  </a:lnTo>
                  <a:lnTo>
                    <a:pt x="304" y="1780"/>
                  </a:lnTo>
                  <a:lnTo>
                    <a:pt x="905" y="1266"/>
                  </a:lnTo>
                  <a:lnTo>
                    <a:pt x="1360" y="1179"/>
                  </a:lnTo>
                  <a:lnTo>
                    <a:pt x="1418" y="876"/>
                  </a:lnTo>
                  <a:lnTo>
                    <a:pt x="876" y="760"/>
                  </a:lnTo>
                  <a:lnTo>
                    <a:pt x="7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1"/>
                </a:solidFill>
              </a:endParaRPr>
            </a:p>
          </p:txBody>
        </p:sp>
        <p:sp>
          <p:nvSpPr>
            <p:cNvPr id="2507" name="Google Shape;2507;p34"/>
            <p:cNvSpPr/>
            <p:nvPr/>
          </p:nvSpPr>
          <p:spPr>
            <a:xfrm>
              <a:off x="1469468" y="1798631"/>
              <a:ext cx="35972" cy="45659"/>
            </a:xfrm>
            <a:custGeom>
              <a:avLst/>
              <a:gdLst/>
              <a:ahLst/>
              <a:cxnLst/>
              <a:rect l="l" t="t" r="r" b="b"/>
              <a:pathLst>
                <a:path w="479" h="608" extrusionOk="0">
                  <a:moveTo>
                    <a:pt x="1" y="0"/>
                  </a:moveTo>
                  <a:lnTo>
                    <a:pt x="87" y="514"/>
                  </a:lnTo>
                  <a:lnTo>
                    <a:pt x="420" y="608"/>
                  </a:lnTo>
                  <a:lnTo>
                    <a:pt x="478" y="12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1"/>
                </a:solidFill>
              </a:endParaRPr>
            </a:p>
          </p:txBody>
        </p:sp>
        <p:sp>
          <p:nvSpPr>
            <p:cNvPr id="2508" name="Google Shape;2508;p34"/>
            <p:cNvSpPr/>
            <p:nvPr/>
          </p:nvSpPr>
          <p:spPr>
            <a:xfrm>
              <a:off x="1516705" y="1812148"/>
              <a:ext cx="52268" cy="70742"/>
            </a:xfrm>
            <a:custGeom>
              <a:avLst/>
              <a:gdLst/>
              <a:ahLst/>
              <a:cxnLst/>
              <a:rect l="l" t="t" r="r" b="b"/>
              <a:pathLst>
                <a:path w="696" h="942" extrusionOk="0">
                  <a:moveTo>
                    <a:pt x="124" y="1"/>
                  </a:moveTo>
                  <a:lnTo>
                    <a:pt x="1" y="942"/>
                  </a:lnTo>
                  <a:lnTo>
                    <a:pt x="696" y="819"/>
                  </a:lnTo>
                  <a:lnTo>
                    <a:pt x="696" y="153"/>
                  </a:lnTo>
                  <a:lnTo>
                    <a:pt x="12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1"/>
                </a:solidFill>
              </a:endParaRPr>
            </a:p>
          </p:txBody>
        </p:sp>
        <p:sp>
          <p:nvSpPr>
            <p:cNvPr id="2509" name="Google Shape;2509;p34"/>
            <p:cNvSpPr/>
            <p:nvPr/>
          </p:nvSpPr>
          <p:spPr>
            <a:xfrm>
              <a:off x="1483061" y="1893705"/>
              <a:ext cx="85912" cy="79378"/>
            </a:xfrm>
            <a:custGeom>
              <a:avLst/>
              <a:gdLst/>
              <a:ahLst/>
              <a:cxnLst/>
              <a:rect l="l" t="t" r="r" b="b"/>
              <a:pathLst>
                <a:path w="1144" h="1057" extrusionOk="0">
                  <a:moveTo>
                    <a:pt x="1144" y="0"/>
                  </a:moveTo>
                  <a:lnTo>
                    <a:pt x="0" y="246"/>
                  </a:lnTo>
                  <a:lnTo>
                    <a:pt x="478" y="818"/>
                  </a:lnTo>
                  <a:lnTo>
                    <a:pt x="1144" y="1057"/>
                  </a:lnTo>
                  <a:lnTo>
                    <a:pt x="114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1"/>
                </a:solidFill>
              </a:endParaRPr>
            </a:p>
          </p:txBody>
        </p:sp>
        <p:sp>
          <p:nvSpPr>
            <p:cNvPr id="2510" name="Google Shape;2510;p34"/>
            <p:cNvSpPr/>
            <p:nvPr/>
          </p:nvSpPr>
          <p:spPr>
            <a:xfrm>
              <a:off x="1421631" y="1918713"/>
              <a:ext cx="147341" cy="117978"/>
            </a:xfrm>
            <a:custGeom>
              <a:avLst/>
              <a:gdLst/>
              <a:ahLst/>
              <a:cxnLst/>
              <a:rect l="l" t="t" r="r" b="b"/>
              <a:pathLst>
                <a:path w="1962" h="1571" extrusionOk="0">
                  <a:moveTo>
                    <a:pt x="543" y="0"/>
                  </a:moveTo>
                  <a:lnTo>
                    <a:pt x="1" y="427"/>
                  </a:lnTo>
                  <a:lnTo>
                    <a:pt x="1" y="1331"/>
                  </a:lnTo>
                  <a:lnTo>
                    <a:pt x="515" y="1179"/>
                  </a:lnTo>
                  <a:lnTo>
                    <a:pt x="1962" y="1570"/>
                  </a:lnTo>
                  <a:lnTo>
                    <a:pt x="1962" y="1027"/>
                  </a:lnTo>
                  <a:lnTo>
                    <a:pt x="1115" y="724"/>
                  </a:lnTo>
                  <a:lnTo>
                    <a:pt x="54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1"/>
                </a:solidFill>
              </a:endParaRPr>
            </a:p>
          </p:txBody>
        </p:sp>
        <p:sp>
          <p:nvSpPr>
            <p:cNvPr id="2511" name="Google Shape;2511;p34"/>
            <p:cNvSpPr/>
            <p:nvPr/>
          </p:nvSpPr>
          <p:spPr>
            <a:xfrm>
              <a:off x="1285853" y="1721956"/>
              <a:ext cx="86437" cy="128867"/>
            </a:xfrm>
            <a:custGeom>
              <a:avLst/>
              <a:gdLst/>
              <a:ahLst/>
              <a:cxnLst/>
              <a:rect l="l" t="t" r="r" b="b"/>
              <a:pathLst>
                <a:path w="1151" h="1716" extrusionOk="0">
                  <a:moveTo>
                    <a:pt x="753" y="421"/>
                  </a:moveTo>
                  <a:lnTo>
                    <a:pt x="753" y="696"/>
                  </a:lnTo>
                  <a:lnTo>
                    <a:pt x="391" y="696"/>
                  </a:lnTo>
                  <a:lnTo>
                    <a:pt x="391" y="421"/>
                  </a:lnTo>
                  <a:close/>
                  <a:moveTo>
                    <a:pt x="572" y="1"/>
                  </a:moveTo>
                  <a:cubicBezTo>
                    <a:pt x="275" y="1"/>
                    <a:pt x="0" y="269"/>
                    <a:pt x="0" y="601"/>
                  </a:cubicBezTo>
                  <a:cubicBezTo>
                    <a:pt x="0" y="753"/>
                    <a:pt x="65" y="963"/>
                    <a:pt x="181" y="1173"/>
                  </a:cubicBezTo>
                  <a:cubicBezTo>
                    <a:pt x="275" y="1325"/>
                    <a:pt x="456" y="1600"/>
                    <a:pt x="572" y="1716"/>
                  </a:cubicBezTo>
                  <a:cubicBezTo>
                    <a:pt x="666" y="1629"/>
                    <a:pt x="818" y="1419"/>
                    <a:pt x="876" y="1296"/>
                  </a:cubicBezTo>
                  <a:cubicBezTo>
                    <a:pt x="1056" y="1021"/>
                    <a:pt x="1150" y="782"/>
                    <a:pt x="1150" y="601"/>
                  </a:cubicBezTo>
                  <a:cubicBezTo>
                    <a:pt x="1150" y="269"/>
                    <a:pt x="876" y="1"/>
                    <a:pt x="5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1"/>
                </a:solidFill>
              </a:endParaRPr>
            </a:p>
          </p:txBody>
        </p:sp>
      </p:grpSp>
      <p:sp>
        <p:nvSpPr>
          <p:cNvPr id="8" name="Rectangle 1">
            <a:extLst>
              <a:ext uri="{FF2B5EF4-FFF2-40B4-BE49-F238E27FC236}">
                <a16:creationId xmlns:a16="http://schemas.microsoft.com/office/drawing/2014/main" id="{89A8E2DA-F96E-BBED-6757-78FDCAD990E4}"/>
              </a:ext>
            </a:extLst>
          </p:cNvPr>
          <p:cNvSpPr>
            <a:spLocks noGrp="1" noChangeArrowheads="1"/>
          </p:cNvSpPr>
          <p:nvPr>
            <p:ph type="subTitle" idx="3"/>
          </p:nvPr>
        </p:nvSpPr>
        <p:spPr bwMode="auto">
          <a:xfrm>
            <a:off x="2002708" y="3327780"/>
            <a:ext cx="5655392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City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: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Saudi city where the traffic data was recorded.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TrafficIndexLive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: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real-time index that represents the overall level of traffic congestion.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JamsDelay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(minutes)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: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average delay in minutes caused by traffic congestion.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JamsLength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(kilometers)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: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total length of traffic jams measured in kilometers.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Datetime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: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date and time when the traffic data was recorded.</a:t>
            </a:r>
          </a:p>
        </p:txBody>
      </p:sp>
      <p:sp>
        <p:nvSpPr>
          <p:cNvPr id="9" name="Google Shape;2493;p34">
            <a:extLst>
              <a:ext uri="{FF2B5EF4-FFF2-40B4-BE49-F238E27FC236}">
                <a16:creationId xmlns:a16="http://schemas.microsoft.com/office/drawing/2014/main" id="{3FDCCC10-CF09-279E-588E-BC20CF95AC34}"/>
              </a:ext>
            </a:extLst>
          </p:cNvPr>
          <p:cNvSpPr txBox="1">
            <a:spLocks/>
          </p:cNvSpPr>
          <p:nvPr/>
        </p:nvSpPr>
        <p:spPr>
          <a:xfrm>
            <a:off x="3235293" y="2939465"/>
            <a:ext cx="3048323" cy="390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DM Sans"/>
              <a:buNone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/>
            <a:r>
              <a:rPr lang="en-US" b="1" dirty="0"/>
              <a:t>Main features: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7">
          <a:extLst>
            <a:ext uri="{FF2B5EF4-FFF2-40B4-BE49-F238E27FC236}">
              <a16:creationId xmlns:a16="http://schemas.microsoft.com/office/drawing/2014/main" id="{90B635C2-83A6-E03D-A971-DE4812EC9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9" name="Google Shape;3169;p44">
            <a:extLst>
              <a:ext uri="{FF2B5EF4-FFF2-40B4-BE49-F238E27FC236}">
                <a16:creationId xmlns:a16="http://schemas.microsoft.com/office/drawing/2014/main" id="{CC7301DA-586C-1D17-2CE6-9EDDDE94FEE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3688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Data Preparation</a:t>
            </a:r>
            <a:endParaRPr dirty="0"/>
          </a:p>
        </p:txBody>
      </p:sp>
      <p:pic>
        <p:nvPicPr>
          <p:cNvPr id="2" name="Picture 1" descr="A graph showing traffic index by city&#10;&#10;AI-generated content may be incorrect.">
            <a:extLst>
              <a:ext uri="{FF2B5EF4-FFF2-40B4-BE49-F238E27FC236}">
                <a16:creationId xmlns:a16="http://schemas.microsoft.com/office/drawing/2014/main" id="{0CB37B1C-362E-CEB2-E3FD-B9A22BC448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6524" y="1427797"/>
            <a:ext cx="4209267" cy="2525906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ectangle 4">
            <a:extLst>
              <a:ext uri="{FF2B5EF4-FFF2-40B4-BE49-F238E27FC236}">
                <a16:creationId xmlns:a16="http://schemas.microsoft.com/office/drawing/2014/main" id="{595B139D-1265-36C1-B4F5-7BF2F9A550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760" y="1849809"/>
            <a:ext cx="4624039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Removed non-Saudi cities and duplicate records.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Handled missing values by removing incomplete rows.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Extracted time-based features (Hour, Weekday,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IsWeekend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Normalized numerical features using Min-Max scaling.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Outliers detected using Z-score and retained.</a:t>
            </a:r>
          </a:p>
        </p:txBody>
      </p:sp>
    </p:spTree>
    <p:extLst>
      <p:ext uri="{BB962C8B-B14F-4D97-AF65-F5344CB8AC3E}">
        <p14:creationId xmlns:p14="http://schemas.microsoft.com/office/powerpoint/2010/main" val="7229286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49" name="Google Shape;2249;p31"/>
          <p:cNvGrpSpPr/>
          <p:nvPr/>
        </p:nvGrpSpPr>
        <p:grpSpPr>
          <a:xfrm flipH="1">
            <a:off x="5276906" y="3091479"/>
            <a:ext cx="6382937" cy="1623549"/>
            <a:chOff x="713181" y="3935229"/>
            <a:chExt cx="6382937" cy="1623549"/>
          </a:xfrm>
        </p:grpSpPr>
        <p:sp>
          <p:nvSpPr>
            <p:cNvPr id="2250" name="Google Shape;2250;p31"/>
            <p:cNvSpPr/>
            <p:nvPr/>
          </p:nvSpPr>
          <p:spPr>
            <a:xfrm rot="5400000" flipH="1">
              <a:off x="3092875" y="1555535"/>
              <a:ext cx="1623549" cy="6382937"/>
            </a:xfrm>
            <a:custGeom>
              <a:avLst/>
              <a:gdLst/>
              <a:ahLst/>
              <a:cxnLst/>
              <a:rect l="l" t="t" r="r" b="b"/>
              <a:pathLst>
                <a:path w="12220" h="44059" extrusionOk="0">
                  <a:moveTo>
                    <a:pt x="9359" y="0"/>
                  </a:moveTo>
                  <a:lnTo>
                    <a:pt x="9359" y="18593"/>
                  </a:lnTo>
                  <a:lnTo>
                    <a:pt x="9359" y="27156"/>
                  </a:lnTo>
                  <a:cubicBezTo>
                    <a:pt x="9359" y="27621"/>
                    <a:pt x="9003" y="28003"/>
                    <a:pt x="8568" y="28055"/>
                  </a:cubicBezTo>
                  <a:lnTo>
                    <a:pt x="8444" y="28055"/>
                  </a:lnTo>
                  <a:cubicBezTo>
                    <a:pt x="7940" y="28055"/>
                    <a:pt x="7532" y="27647"/>
                    <a:pt x="7532" y="27156"/>
                  </a:cubicBezTo>
                  <a:lnTo>
                    <a:pt x="7532" y="18168"/>
                  </a:lnTo>
                  <a:cubicBezTo>
                    <a:pt x="7532" y="16099"/>
                    <a:pt x="5845" y="14409"/>
                    <a:pt x="3773" y="14409"/>
                  </a:cubicBezTo>
                  <a:cubicBezTo>
                    <a:pt x="1704" y="14409"/>
                    <a:pt x="1" y="16099"/>
                    <a:pt x="1" y="18168"/>
                  </a:cubicBezTo>
                  <a:lnTo>
                    <a:pt x="1" y="30141"/>
                  </a:lnTo>
                  <a:lnTo>
                    <a:pt x="1" y="44059"/>
                  </a:lnTo>
                  <a:lnTo>
                    <a:pt x="2861" y="44059"/>
                  </a:lnTo>
                  <a:lnTo>
                    <a:pt x="2861" y="29065"/>
                  </a:lnTo>
                  <a:lnTo>
                    <a:pt x="2861" y="18168"/>
                  </a:lnTo>
                  <a:cubicBezTo>
                    <a:pt x="2861" y="17677"/>
                    <a:pt x="3270" y="17269"/>
                    <a:pt x="3773" y="17269"/>
                  </a:cubicBezTo>
                  <a:cubicBezTo>
                    <a:pt x="4276" y="17269"/>
                    <a:pt x="4685" y="17677"/>
                    <a:pt x="4685" y="18168"/>
                  </a:cubicBezTo>
                  <a:lnTo>
                    <a:pt x="4685" y="27156"/>
                  </a:lnTo>
                  <a:cubicBezTo>
                    <a:pt x="4685" y="29186"/>
                    <a:pt x="6306" y="30863"/>
                    <a:pt x="8336" y="30915"/>
                  </a:cubicBezTo>
                  <a:cubicBezTo>
                    <a:pt x="8378" y="30915"/>
                    <a:pt x="8405" y="30932"/>
                    <a:pt x="8444" y="30932"/>
                  </a:cubicBezTo>
                  <a:cubicBezTo>
                    <a:pt x="10529" y="30932"/>
                    <a:pt x="12219" y="29229"/>
                    <a:pt x="12219" y="27156"/>
                  </a:cubicBezTo>
                  <a:lnTo>
                    <a:pt x="12219" y="18619"/>
                  </a:lnTo>
                  <a:lnTo>
                    <a:pt x="1221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dist="57150" dir="6300000" algn="bl" rotWithShape="0">
                <a:schemeClr val="dk1">
                  <a:alpha val="3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251" name="Google Shape;2251;p31"/>
            <p:cNvGrpSpPr/>
            <p:nvPr/>
          </p:nvGrpSpPr>
          <p:grpSpPr>
            <a:xfrm rot="5400000" flipH="1">
              <a:off x="3392071" y="1847512"/>
              <a:ext cx="1257637" cy="5799004"/>
              <a:chOff x="3563222" y="101822"/>
              <a:chExt cx="1212180" cy="5125965"/>
            </a:xfrm>
          </p:grpSpPr>
          <p:sp>
            <p:nvSpPr>
              <p:cNvPr id="2252" name="Google Shape;2252;p31"/>
              <p:cNvSpPr/>
              <p:nvPr/>
            </p:nvSpPr>
            <p:spPr>
              <a:xfrm>
                <a:off x="3563222" y="4946702"/>
                <a:ext cx="13830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36" extrusionOk="0">
                    <a:moveTo>
                      <a:pt x="0" y="1"/>
                    </a:moveTo>
                    <a:lnTo>
                      <a:pt x="0" y="436"/>
                    </a:lnTo>
                    <a:lnTo>
                      <a:pt x="108" y="436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3" name="Google Shape;2253;p31"/>
              <p:cNvSpPr/>
              <p:nvPr/>
            </p:nvSpPr>
            <p:spPr>
              <a:xfrm>
                <a:off x="3563222" y="5060160"/>
                <a:ext cx="13830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36" extrusionOk="0">
                    <a:moveTo>
                      <a:pt x="0" y="1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4" name="Google Shape;2254;p31"/>
              <p:cNvSpPr/>
              <p:nvPr/>
            </p:nvSpPr>
            <p:spPr>
              <a:xfrm>
                <a:off x="3563222" y="4833244"/>
                <a:ext cx="13830" cy="58010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53" extrusionOk="0">
                    <a:moveTo>
                      <a:pt x="0" y="1"/>
                    </a:moveTo>
                    <a:lnTo>
                      <a:pt x="0" y="452"/>
                    </a:lnTo>
                    <a:lnTo>
                      <a:pt x="108" y="452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5" name="Google Shape;2255;p31"/>
              <p:cNvSpPr/>
              <p:nvPr/>
            </p:nvSpPr>
            <p:spPr>
              <a:xfrm>
                <a:off x="3563222" y="5171569"/>
                <a:ext cx="13830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39" extrusionOk="0">
                    <a:moveTo>
                      <a:pt x="0" y="0"/>
                    </a:moveTo>
                    <a:lnTo>
                      <a:pt x="0" y="438"/>
                    </a:lnTo>
                    <a:lnTo>
                      <a:pt x="108" y="438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6" name="Google Shape;2256;p31"/>
              <p:cNvSpPr/>
              <p:nvPr/>
            </p:nvSpPr>
            <p:spPr>
              <a:xfrm>
                <a:off x="3563222" y="4043522"/>
                <a:ext cx="13830" cy="55705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35" extrusionOk="0">
                    <a:moveTo>
                      <a:pt x="0" y="0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7" name="Google Shape;2257;p31"/>
              <p:cNvSpPr/>
              <p:nvPr/>
            </p:nvSpPr>
            <p:spPr>
              <a:xfrm>
                <a:off x="3563222" y="4154802"/>
                <a:ext cx="13830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52" extrusionOk="0">
                    <a:moveTo>
                      <a:pt x="0" y="0"/>
                    </a:moveTo>
                    <a:lnTo>
                      <a:pt x="0" y="452"/>
                    </a:lnTo>
                    <a:lnTo>
                      <a:pt x="108" y="452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8" name="Google Shape;2258;p31"/>
              <p:cNvSpPr/>
              <p:nvPr/>
            </p:nvSpPr>
            <p:spPr>
              <a:xfrm>
                <a:off x="3563222" y="3818271"/>
                <a:ext cx="13830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36" extrusionOk="0">
                    <a:moveTo>
                      <a:pt x="0" y="0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9" name="Google Shape;2259;p31"/>
              <p:cNvSpPr/>
              <p:nvPr/>
            </p:nvSpPr>
            <p:spPr>
              <a:xfrm>
                <a:off x="3563222" y="3930064"/>
                <a:ext cx="13830" cy="55705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35" extrusionOk="0">
                    <a:moveTo>
                      <a:pt x="0" y="0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0" name="Google Shape;2260;p31"/>
              <p:cNvSpPr/>
              <p:nvPr/>
            </p:nvSpPr>
            <p:spPr>
              <a:xfrm>
                <a:off x="3563222" y="4268260"/>
                <a:ext cx="13830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36" extrusionOk="0">
                    <a:moveTo>
                      <a:pt x="0" y="0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1" name="Google Shape;2261;p31"/>
              <p:cNvSpPr/>
              <p:nvPr/>
            </p:nvSpPr>
            <p:spPr>
              <a:xfrm>
                <a:off x="3563222" y="4380053"/>
                <a:ext cx="13830" cy="57370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48" extrusionOk="0">
                    <a:moveTo>
                      <a:pt x="0" y="0"/>
                    </a:moveTo>
                    <a:lnTo>
                      <a:pt x="0" y="448"/>
                    </a:lnTo>
                    <a:lnTo>
                      <a:pt x="108" y="448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2" name="Google Shape;2262;p31"/>
              <p:cNvSpPr/>
              <p:nvPr/>
            </p:nvSpPr>
            <p:spPr>
              <a:xfrm>
                <a:off x="3563222" y="4493383"/>
                <a:ext cx="13830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36" extrusionOk="0">
                    <a:moveTo>
                      <a:pt x="0" y="1"/>
                    </a:moveTo>
                    <a:lnTo>
                      <a:pt x="0" y="436"/>
                    </a:lnTo>
                    <a:lnTo>
                      <a:pt x="108" y="436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3" name="Google Shape;2263;p31"/>
              <p:cNvSpPr/>
              <p:nvPr/>
            </p:nvSpPr>
            <p:spPr>
              <a:xfrm>
                <a:off x="3563222" y="4718250"/>
                <a:ext cx="13830" cy="59547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65" extrusionOk="0">
                    <a:moveTo>
                      <a:pt x="0" y="0"/>
                    </a:moveTo>
                    <a:lnTo>
                      <a:pt x="0" y="26"/>
                    </a:lnTo>
                    <a:lnTo>
                      <a:pt x="0" y="435"/>
                    </a:lnTo>
                    <a:lnTo>
                      <a:pt x="0" y="464"/>
                    </a:lnTo>
                    <a:lnTo>
                      <a:pt x="108" y="464"/>
                    </a:lnTo>
                    <a:lnTo>
                      <a:pt x="108" y="435"/>
                    </a:lnTo>
                    <a:lnTo>
                      <a:pt x="108" y="26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4" name="Google Shape;2264;p31"/>
              <p:cNvSpPr/>
              <p:nvPr/>
            </p:nvSpPr>
            <p:spPr>
              <a:xfrm>
                <a:off x="3563222" y="4606457"/>
                <a:ext cx="13830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39" extrusionOk="0">
                    <a:moveTo>
                      <a:pt x="0" y="0"/>
                    </a:moveTo>
                    <a:lnTo>
                      <a:pt x="0" y="438"/>
                    </a:lnTo>
                    <a:lnTo>
                      <a:pt x="108" y="438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5" name="Google Shape;2265;p31"/>
              <p:cNvSpPr/>
              <p:nvPr/>
            </p:nvSpPr>
            <p:spPr>
              <a:xfrm>
                <a:off x="3746086" y="1978230"/>
                <a:ext cx="57882" cy="31502"/>
              </a:xfrm>
              <a:custGeom>
                <a:avLst/>
                <a:gdLst/>
                <a:ahLst/>
                <a:cxnLst/>
                <a:rect l="l" t="t" r="r" b="b"/>
                <a:pathLst>
                  <a:path w="452" h="246" extrusionOk="0">
                    <a:moveTo>
                      <a:pt x="438" y="0"/>
                    </a:moveTo>
                    <a:cubicBezTo>
                      <a:pt x="288" y="43"/>
                      <a:pt x="138" y="82"/>
                      <a:pt x="0" y="151"/>
                    </a:cubicBezTo>
                    <a:lnTo>
                      <a:pt x="43" y="246"/>
                    </a:lnTo>
                    <a:cubicBezTo>
                      <a:pt x="180" y="193"/>
                      <a:pt x="314" y="151"/>
                      <a:pt x="451" y="112"/>
                    </a:cubicBezTo>
                    <a:lnTo>
                      <a:pt x="43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6" name="Google Shape;2266;p31"/>
              <p:cNvSpPr/>
              <p:nvPr/>
            </p:nvSpPr>
            <p:spPr>
              <a:xfrm>
                <a:off x="3563222" y="2663843"/>
                <a:ext cx="13830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36" extrusionOk="0">
                    <a:moveTo>
                      <a:pt x="0" y="1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7" name="Google Shape;2267;p31"/>
              <p:cNvSpPr/>
              <p:nvPr/>
            </p:nvSpPr>
            <p:spPr>
              <a:xfrm>
                <a:off x="3563222" y="2777301"/>
                <a:ext cx="13830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36" extrusionOk="0">
                    <a:moveTo>
                      <a:pt x="0" y="0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8" name="Google Shape;2268;p31"/>
              <p:cNvSpPr/>
              <p:nvPr/>
            </p:nvSpPr>
            <p:spPr>
              <a:xfrm>
                <a:off x="3563222" y="2438721"/>
                <a:ext cx="13830" cy="56089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38" extrusionOk="0">
                    <a:moveTo>
                      <a:pt x="0" y="0"/>
                    </a:moveTo>
                    <a:lnTo>
                      <a:pt x="0" y="438"/>
                    </a:lnTo>
                    <a:lnTo>
                      <a:pt x="108" y="438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9" name="Google Shape;2269;p31"/>
              <p:cNvSpPr/>
              <p:nvPr/>
            </p:nvSpPr>
            <p:spPr>
              <a:xfrm>
                <a:off x="3587424" y="2107567"/>
                <a:ext cx="40338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315" h="436" extrusionOk="0">
                    <a:moveTo>
                      <a:pt x="220" y="1"/>
                    </a:moveTo>
                    <a:cubicBezTo>
                      <a:pt x="138" y="121"/>
                      <a:pt x="69" y="259"/>
                      <a:pt x="1" y="393"/>
                    </a:cubicBezTo>
                    <a:lnTo>
                      <a:pt x="112" y="435"/>
                    </a:lnTo>
                    <a:cubicBezTo>
                      <a:pt x="164" y="298"/>
                      <a:pt x="233" y="177"/>
                      <a:pt x="314" y="53"/>
                    </a:cubicBezTo>
                    <a:lnTo>
                      <a:pt x="22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0" name="Google Shape;2270;p31"/>
              <p:cNvSpPr/>
              <p:nvPr/>
            </p:nvSpPr>
            <p:spPr>
              <a:xfrm>
                <a:off x="3563222" y="2325263"/>
                <a:ext cx="13830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52" extrusionOk="0">
                    <a:moveTo>
                      <a:pt x="0" y="0"/>
                    </a:moveTo>
                    <a:lnTo>
                      <a:pt x="0" y="451"/>
                    </a:lnTo>
                    <a:lnTo>
                      <a:pt x="108" y="451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1" name="Google Shape;2271;p31"/>
              <p:cNvSpPr/>
              <p:nvPr/>
            </p:nvSpPr>
            <p:spPr>
              <a:xfrm>
                <a:off x="3651837" y="2025483"/>
                <a:ext cx="52504" cy="46997"/>
              </a:xfrm>
              <a:custGeom>
                <a:avLst/>
                <a:gdLst/>
                <a:ahLst/>
                <a:cxnLst/>
                <a:rect l="l" t="t" r="r" b="b"/>
                <a:pathLst>
                  <a:path w="410" h="367" extrusionOk="0">
                    <a:moveTo>
                      <a:pt x="344" y="1"/>
                    </a:moveTo>
                    <a:cubicBezTo>
                      <a:pt x="220" y="83"/>
                      <a:pt x="112" y="177"/>
                      <a:pt x="1" y="285"/>
                    </a:cubicBezTo>
                    <a:lnTo>
                      <a:pt x="83" y="367"/>
                    </a:lnTo>
                    <a:cubicBezTo>
                      <a:pt x="181" y="259"/>
                      <a:pt x="289" y="177"/>
                      <a:pt x="410" y="96"/>
                    </a:cubicBezTo>
                    <a:lnTo>
                      <a:pt x="344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2" name="Google Shape;2272;p31"/>
              <p:cNvSpPr/>
              <p:nvPr/>
            </p:nvSpPr>
            <p:spPr>
              <a:xfrm>
                <a:off x="3563222" y="2212189"/>
                <a:ext cx="21001" cy="57498"/>
              </a:xfrm>
              <a:custGeom>
                <a:avLst/>
                <a:gdLst/>
                <a:ahLst/>
                <a:cxnLst/>
                <a:rect l="l" t="t" r="r" b="b"/>
                <a:pathLst>
                  <a:path w="164" h="449" extrusionOk="0">
                    <a:moveTo>
                      <a:pt x="56" y="1"/>
                    </a:moveTo>
                    <a:cubicBezTo>
                      <a:pt x="26" y="148"/>
                      <a:pt x="13" y="298"/>
                      <a:pt x="0" y="448"/>
                    </a:cubicBezTo>
                    <a:lnTo>
                      <a:pt x="121" y="448"/>
                    </a:lnTo>
                    <a:cubicBezTo>
                      <a:pt x="121" y="311"/>
                      <a:pt x="137" y="164"/>
                      <a:pt x="163" y="27"/>
                    </a:cubicBezTo>
                    <a:lnTo>
                      <a:pt x="5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3" name="Google Shape;2273;p31"/>
              <p:cNvSpPr/>
              <p:nvPr/>
            </p:nvSpPr>
            <p:spPr>
              <a:xfrm>
                <a:off x="3563222" y="2550386"/>
                <a:ext cx="13830" cy="57498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49" extrusionOk="0">
                    <a:moveTo>
                      <a:pt x="0" y="1"/>
                    </a:moveTo>
                    <a:lnTo>
                      <a:pt x="0" y="449"/>
                    </a:lnTo>
                    <a:lnTo>
                      <a:pt x="108" y="449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4" name="Google Shape;2274;p31"/>
              <p:cNvSpPr/>
              <p:nvPr/>
            </p:nvSpPr>
            <p:spPr>
              <a:xfrm>
                <a:off x="3563222" y="3452030"/>
                <a:ext cx="13830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36" extrusionOk="0">
                    <a:moveTo>
                      <a:pt x="0" y="0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5" name="Google Shape;2275;p31"/>
              <p:cNvSpPr/>
              <p:nvPr/>
            </p:nvSpPr>
            <p:spPr>
              <a:xfrm>
                <a:off x="3563222" y="3565488"/>
                <a:ext cx="13830" cy="55705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35" extrusionOk="0">
                    <a:moveTo>
                      <a:pt x="0" y="0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6" name="Google Shape;2276;p31"/>
              <p:cNvSpPr/>
              <p:nvPr/>
            </p:nvSpPr>
            <p:spPr>
              <a:xfrm>
                <a:off x="3563222" y="2888582"/>
                <a:ext cx="13830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39" extrusionOk="0">
                    <a:moveTo>
                      <a:pt x="0" y="1"/>
                    </a:moveTo>
                    <a:lnTo>
                      <a:pt x="0" y="439"/>
                    </a:lnTo>
                    <a:lnTo>
                      <a:pt x="108" y="439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7" name="Google Shape;2277;p31"/>
              <p:cNvSpPr/>
              <p:nvPr/>
            </p:nvSpPr>
            <p:spPr>
              <a:xfrm>
                <a:off x="3563222" y="3790226"/>
                <a:ext cx="13830" cy="19337"/>
              </a:xfrm>
              <a:custGeom>
                <a:avLst/>
                <a:gdLst/>
                <a:ahLst/>
                <a:cxnLst/>
                <a:rect l="l" t="t" r="r" b="b"/>
                <a:pathLst>
                  <a:path w="108" h="151" extrusionOk="0">
                    <a:moveTo>
                      <a:pt x="0" y="0"/>
                    </a:moveTo>
                    <a:lnTo>
                      <a:pt x="0" y="151"/>
                    </a:lnTo>
                    <a:lnTo>
                      <a:pt x="108" y="151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8" name="Google Shape;2278;p31"/>
              <p:cNvSpPr/>
              <p:nvPr/>
            </p:nvSpPr>
            <p:spPr>
              <a:xfrm>
                <a:off x="3563222" y="3677153"/>
                <a:ext cx="13830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36" extrusionOk="0">
                    <a:moveTo>
                      <a:pt x="0" y="1"/>
                    </a:moveTo>
                    <a:lnTo>
                      <a:pt x="0" y="436"/>
                    </a:lnTo>
                    <a:lnTo>
                      <a:pt x="108" y="436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9" name="Google Shape;2279;p31"/>
              <p:cNvSpPr/>
              <p:nvPr/>
            </p:nvSpPr>
            <p:spPr>
              <a:xfrm>
                <a:off x="3563222" y="3002040"/>
                <a:ext cx="13830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36" extrusionOk="0">
                    <a:moveTo>
                      <a:pt x="0" y="1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0" name="Google Shape;2280;p31"/>
              <p:cNvSpPr/>
              <p:nvPr/>
            </p:nvSpPr>
            <p:spPr>
              <a:xfrm>
                <a:off x="3563222" y="3113833"/>
                <a:ext cx="13830" cy="57498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49" extrusionOk="0">
                    <a:moveTo>
                      <a:pt x="0" y="0"/>
                    </a:moveTo>
                    <a:lnTo>
                      <a:pt x="0" y="448"/>
                    </a:lnTo>
                    <a:lnTo>
                      <a:pt x="108" y="448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1" name="Google Shape;2281;p31"/>
              <p:cNvSpPr/>
              <p:nvPr/>
            </p:nvSpPr>
            <p:spPr>
              <a:xfrm>
                <a:off x="3563222" y="3338572"/>
                <a:ext cx="13830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52" extrusionOk="0">
                    <a:moveTo>
                      <a:pt x="0" y="1"/>
                    </a:moveTo>
                    <a:lnTo>
                      <a:pt x="0" y="452"/>
                    </a:lnTo>
                    <a:lnTo>
                      <a:pt x="108" y="452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2" name="Google Shape;2282;p31"/>
              <p:cNvSpPr/>
              <p:nvPr/>
            </p:nvSpPr>
            <p:spPr>
              <a:xfrm>
                <a:off x="3563222" y="3227291"/>
                <a:ext cx="13830" cy="55705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35" extrusionOk="0">
                    <a:moveTo>
                      <a:pt x="0" y="0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3" name="Google Shape;2283;p31"/>
              <p:cNvSpPr/>
              <p:nvPr/>
            </p:nvSpPr>
            <p:spPr>
              <a:xfrm>
                <a:off x="4161244" y="2921749"/>
                <a:ext cx="16135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26" h="439" extrusionOk="0">
                    <a:moveTo>
                      <a:pt x="1" y="0"/>
                    </a:moveTo>
                    <a:lnTo>
                      <a:pt x="1" y="438"/>
                    </a:lnTo>
                    <a:lnTo>
                      <a:pt x="125" y="438"/>
                    </a:lnTo>
                    <a:lnTo>
                      <a:pt x="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4" name="Google Shape;2284;p31"/>
              <p:cNvSpPr/>
              <p:nvPr/>
            </p:nvSpPr>
            <p:spPr>
              <a:xfrm>
                <a:off x="4161244" y="2358685"/>
                <a:ext cx="16135" cy="57498"/>
              </a:xfrm>
              <a:custGeom>
                <a:avLst/>
                <a:gdLst/>
                <a:ahLst/>
                <a:cxnLst/>
                <a:rect l="l" t="t" r="r" b="b"/>
                <a:pathLst>
                  <a:path w="126" h="449" extrusionOk="0">
                    <a:moveTo>
                      <a:pt x="1" y="1"/>
                    </a:moveTo>
                    <a:lnTo>
                      <a:pt x="1" y="449"/>
                    </a:lnTo>
                    <a:lnTo>
                      <a:pt x="125" y="449"/>
                    </a:lnTo>
                    <a:lnTo>
                      <a:pt x="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5" name="Google Shape;2285;p31"/>
              <p:cNvSpPr/>
              <p:nvPr/>
            </p:nvSpPr>
            <p:spPr>
              <a:xfrm>
                <a:off x="4161244" y="2471759"/>
                <a:ext cx="16135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26" h="439" extrusionOk="0">
                    <a:moveTo>
                      <a:pt x="1" y="0"/>
                    </a:moveTo>
                    <a:lnTo>
                      <a:pt x="1" y="438"/>
                    </a:lnTo>
                    <a:lnTo>
                      <a:pt x="125" y="438"/>
                    </a:lnTo>
                    <a:lnTo>
                      <a:pt x="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6" name="Google Shape;2286;p31"/>
              <p:cNvSpPr/>
              <p:nvPr/>
            </p:nvSpPr>
            <p:spPr>
              <a:xfrm>
                <a:off x="4161244" y="2583424"/>
                <a:ext cx="16135" cy="58010"/>
              </a:xfrm>
              <a:custGeom>
                <a:avLst/>
                <a:gdLst/>
                <a:ahLst/>
                <a:cxnLst/>
                <a:rect l="l" t="t" r="r" b="b"/>
                <a:pathLst>
                  <a:path w="126" h="453" extrusionOk="0">
                    <a:moveTo>
                      <a:pt x="1" y="1"/>
                    </a:moveTo>
                    <a:lnTo>
                      <a:pt x="1" y="452"/>
                    </a:lnTo>
                    <a:lnTo>
                      <a:pt x="125" y="452"/>
                    </a:lnTo>
                    <a:lnTo>
                      <a:pt x="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7" name="Google Shape;2287;p31"/>
              <p:cNvSpPr/>
              <p:nvPr/>
            </p:nvSpPr>
            <p:spPr>
              <a:xfrm>
                <a:off x="4161244" y="3373787"/>
                <a:ext cx="16135" cy="55705"/>
              </a:xfrm>
              <a:custGeom>
                <a:avLst/>
                <a:gdLst/>
                <a:ahLst/>
                <a:cxnLst/>
                <a:rect l="l" t="t" r="r" b="b"/>
                <a:pathLst>
                  <a:path w="126" h="435" extrusionOk="0">
                    <a:moveTo>
                      <a:pt x="1" y="0"/>
                    </a:moveTo>
                    <a:lnTo>
                      <a:pt x="1" y="422"/>
                    </a:lnTo>
                    <a:lnTo>
                      <a:pt x="1" y="435"/>
                    </a:lnTo>
                    <a:lnTo>
                      <a:pt x="125" y="435"/>
                    </a:lnTo>
                    <a:lnTo>
                      <a:pt x="125" y="422"/>
                    </a:lnTo>
                    <a:lnTo>
                      <a:pt x="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8" name="Google Shape;2288;p31"/>
              <p:cNvSpPr/>
              <p:nvPr/>
            </p:nvSpPr>
            <p:spPr>
              <a:xfrm>
                <a:off x="4393154" y="3710319"/>
                <a:ext cx="57882" cy="22666"/>
              </a:xfrm>
              <a:custGeom>
                <a:avLst/>
                <a:gdLst/>
                <a:ahLst/>
                <a:cxnLst/>
                <a:rect l="l" t="t" r="r" b="b"/>
                <a:pathLst>
                  <a:path w="452" h="177" extrusionOk="0">
                    <a:moveTo>
                      <a:pt x="30" y="0"/>
                    </a:moveTo>
                    <a:lnTo>
                      <a:pt x="1" y="108"/>
                    </a:lnTo>
                    <a:cubicBezTo>
                      <a:pt x="138" y="151"/>
                      <a:pt x="288" y="177"/>
                      <a:pt x="439" y="177"/>
                    </a:cubicBezTo>
                    <a:lnTo>
                      <a:pt x="452" y="69"/>
                    </a:lnTo>
                    <a:cubicBezTo>
                      <a:pt x="301" y="52"/>
                      <a:pt x="164" y="39"/>
                      <a:pt x="3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9" name="Google Shape;2289;p31"/>
              <p:cNvSpPr/>
              <p:nvPr/>
            </p:nvSpPr>
            <p:spPr>
              <a:xfrm>
                <a:off x="4161244" y="2696882"/>
                <a:ext cx="16135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26" h="436" extrusionOk="0">
                    <a:moveTo>
                      <a:pt x="1" y="1"/>
                    </a:moveTo>
                    <a:lnTo>
                      <a:pt x="1" y="435"/>
                    </a:lnTo>
                    <a:lnTo>
                      <a:pt x="125" y="435"/>
                    </a:lnTo>
                    <a:lnTo>
                      <a:pt x="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0" name="Google Shape;2290;p31"/>
              <p:cNvSpPr/>
              <p:nvPr/>
            </p:nvSpPr>
            <p:spPr>
              <a:xfrm>
                <a:off x="4168415" y="3483403"/>
                <a:ext cx="29837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233" h="452" extrusionOk="0">
                    <a:moveTo>
                      <a:pt x="108" y="1"/>
                    </a:moveTo>
                    <a:lnTo>
                      <a:pt x="0" y="27"/>
                    </a:lnTo>
                    <a:cubicBezTo>
                      <a:pt x="27" y="164"/>
                      <a:pt x="69" y="314"/>
                      <a:pt x="121" y="452"/>
                    </a:cubicBezTo>
                    <a:lnTo>
                      <a:pt x="233" y="409"/>
                    </a:lnTo>
                    <a:cubicBezTo>
                      <a:pt x="177" y="288"/>
                      <a:pt x="134" y="138"/>
                      <a:pt x="10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1" name="Google Shape;2291;p31"/>
              <p:cNvSpPr/>
              <p:nvPr/>
            </p:nvSpPr>
            <p:spPr>
              <a:xfrm>
                <a:off x="4288532" y="3664603"/>
                <a:ext cx="56217" cy="40338"/>
              </a:xfrm>
              <a:custGeom>
                <a:avLst/>
                <a:gdLst/>
                <a:ahLst/>
                <a:cxnLst/>
                <a:rect l="l" t="t" r="r" b="b"/>
                <a:pathLst>
                  <a:path w="439" h="315" extrusionOk="0">
                    <a:moveTo>
                      <a:pt x="69" y="1"/>
                    </a:moveTo>
                    <a:lnTo>
                      <a:pt x="1" y="83"/>
                    </a:lnTo>
                    <a:cubicBezTo>
                      <a:pt x="125" y="181"/>
                      <a:pt x="259" y="246"/>
                      <a:pt x="396" y="315"/>
                    </a:cubicBezTo>
                    <a:lnTo>
                      <a:pt x="439" y="220"/>
                    </a:lnTo>
                    <a:cubicBezTo>
                      <a:pt x="314" y="151"/>
                      <a:pt x="193" y="83"/>
                      <a:pt x="6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2" name="Google Shape;2292;p31"/>
              <p:cNvSpPr/>
              <p:nvPr/>
            </p:nvSpPr>
            <p:spPr>
              <a:xfrm>
                <a:off x="4210290" y="3584696"/>
                <a:ext cx="45332" cy="54168"/>
              </a:xfrm>
              <a:custGeom>
                <a:avLst/>
                <a:gdLst/>
                <a:ahLst/>
                <a:cxnLst/>
                <a:rect l="l" t="t" r="r" b="b"/>
                <a:pathLst>
                  <a:path w="354" h="423" extrusionOk="0">
                    <a:moveTo>
                      <a:pt x="95" y="1"/>
                    </a:moveTo>
                    <a:lnTo>
                      <a:pt x="0" y="69"/>
                    </a:lnTo>
                    <a:cubicBezTo>
                      <a:pt x="82" y="190"/>
                      <a:pt x="177" y="314"/>
                      <a:pt x="285" y="422"/>
                    </a:cubicBezTo>
                    <a:lnTo>
                      <a:pt x="353" y="341"/>
                    </a:lnTo>
                    <a:cubicBezTo>
                      <a:pt x="259" y="233"/>
                      <a:pt x="177" y="122"/>
                      <a:pt x="9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3" name="Google Shape;2293;p31"/>
              <p:cNvSpPr/>
              <p:nvPr/>
            </p:nvSpPr>
            <p:spPr>
              <a:xfrm>
                <a:off x="3857879" y="1971571"/>
                <a:ext cx="57882" cy="17288"/>
              </a:xfrm>
              <a:custGeom>
                <a:avLst/>
                <a:gdLst/>
                <a:ahLst/>
                <a:cxnLst/>
                <a:rect l="l" t="t" r="r" b="b"/>
                <a:pathLst>
                  <a:path w="452" h="135" extrusionOk="0">
                    <a:moveTo>
                      <a:pt x="0" y="0"/>
                    </a:moveTo>
                    <a:lnTo>
                      <a:pt x="13" y="108"/>
                    </a:lnTo>
                    <a:lnTo>
                      <a:pt x="95" y="108"/>
                    </a:lnTo>
                    <a:cubicBezTo>
                      <a:pt x="206" y="108"/>
                      <a:pt x="327" y="121"/>
                      <a:pt x="435" y="134"/>
                    </a:cubicBezTo>
                    <a:lnTo>
                      <a:pt x="451" y="26"/>
                    </a:lnTo>
                    <a:cubicBezTo>
                      <a:pt x="340" y="13"/>
                      <a:pt x="219" y="0"/>
                      <a:pt x="9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4" name="Google Shape;2294;p31"/>
              <p:cNvSpPr/>
              <p:nvPr/>
            </p:nvSpPr>
            <p:spPr>
              <a:xfrm>
                <a:off x="4161244" y="2245228"/>
                <a:ext cx="16135" cy="57498"/>
              </a:xfrm>
              <a:custGeom>
                <a:avLst/>
                <a:gdLst/>
                <a:ahLst/>
                <a:cxnLst/>
                <a:rect l="l" t="t" r="r" b="b"/>
                <a:pathLst>
                  <a:path w="126" h="449" extrusionOk="0">
                    <a:moveTo>
                      <a:pt x="109" y="1"/>
                    </a:moveTo>
                    <a:lnTo>
                      <a:pt x="1" y="14"/>
                    </a:lnTo>
                    <a:lnTo>
                      <a:pt x="1" y="259"/>
                    </a:lnTo>
                    <a:lnTo>
                      <a:pt x="1" y="449"/>
                    </a:lnTo>
                    <a:lnTo>
                      <a:pt x="125" y="449"/>
                    </a:lnTo>
                    <a:lnTo>
                      <a:pt x="125" y="259"/>
                    </a:lnTo>
                    <a:cubicBezTo>
                      <a:pt x="125" y="164"/>
                      <a:pt x="109" y="83"/>
                      <a:pt x="10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5" name="Google Shape;2295;p31"/>
              <p:cNvSpPr/>
              <p:nvPr/>
            </p:nvSpPr>
            <p:spPr>
              <a:xfrm>
                <a:off x="4129870" y="2135227"/>
                <a:ext cx="33167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259" h="452" extrusionOk="0">
                    <a:moveTo>
                      <a:pt x="96" y="0"/>
                    </a:moveTo>
                    <a:lnTo>
                      <a:pt x="1" y="56"/>
                    </a:lnTo>
                    <a:cubicBezTo>
                      <a:pt x="56" y="177"/>
                      <a:pt x="109" y="314"/>
                      <a:pt x="151" y="451"/>
                    </a:cubicBezTo>
                    <a:lnTo>
                      <a:pt x="259" y="422"/>
                    </a:lnTo>
                    <a:cubicBezTo>
                      <a:pt x="220" y="275"/>
                      <a:pt x="164" y="138"/>
                      <a:pt x="9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6" name="Google Shape;2296;p31"/>
              <p:cNvSpPr/>
              <p:nvPr/>
            </p:nvSpPr>
            <p:spPr>
              <a:xfrm>
                <a:off x="4062129" y="2046484"/>
                <a:ext cx="48662" cy="50711"/>
              </a:xfrm>
              <a:custGeom>
                <a:avLst/>
                <a:gdLst/>
                <a:ahLst/>
                <a:cxnLst/>
                <a:rect l="l" t="t" r="r" b="b"/>
                <a:pathLst>
                  <a:path w="380" h="396" extrusionOk="0">
                    <a:moveTo>
                      <a:pt x="66" y="0"/>
                    </a:moveTo>
                    <a:lnTo>
                      <a:pt x="0" y="82"/>
                    </a:lnTo>
                    <a:cubicBezTo>
                      <a:pt x="108" y="177"/>
                      <a:pt x="203" y="285"/>
                      <a:pt x="285" y="396"/>
                    </a:cubicBezTo>
                    <a:lnTo>
                      <a:pt x="379" y="327"/>
                    </a:lnTo>
                    <a:cubicBezTo>
                      <a:pt x="285" y="203"/>
                      <a:pt x="177" y="95"/>
                      <a:pt x="6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7" name="Google Shape;2297;p31"/>
              <p:cNvSpPr/>
              <p:nvPr/>
            </p:nvSpPr>
            <p:spPr>
              <a:xfrm>
                <a:off x="3965830" y="1988731"/>
                <a:ext cx="57882" cy="36881"/>
              </a:xfrm>
              <a:custGeom>
                <a:avLst/>
                <a:gdLst/>
                <a:ahLst/>
                <a:cxnLst/>
                <a:rect l="l" t="t" r="r" b="b"/>
                <a:pathLst>
                  <a:path w="452" h="288" extrusionOk="0">
                    <a:moveTo>
                      <a:pt x="43" y="0"/>
                    </a:moveTo>
                    <a:lnTo>
                      <a:pt x="0" y="95"/>
                    </a:lnTo>
                    <a:cubicBezTo>
                      <a:pt x="138" y="151"/>
                      <a:pt x="275" y="206"/>
                      <a:pt x="396" y="288"/>
                    </a:cubicBezTo>
                    <a:lnTo>
                      <a:pt x="452" y="193"/>
                    </a:lnTo>
                    <a:cubicBezTo>
                      <a:pt x="327" y="111"/>
                      <a:pt x="193" y="56"/>
                      <a:pt x="4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8" name="Google Shape;2298;p31"/>
              <p:cNvSpPr/>
              <p:nvPr/>
            </p:nvSpPr>
            <p:spPr>
              <a:xfrm>
                <a:off x="4161244" y="3260329"/>
                <a:ext cx="16135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26" h="436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25" y="435"/>
                    </a:lnTo>
                    <a:lnTo>
                      <a:pt x="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9" name="Google Shape;2299;p31"/>
              <p:cNvSpPr/>
              <p:nvPr/>
            </p:nvSpPr>
            <p:spPr>
              <a:xfrm>
                <a:off x="4161244" y="3035079"/>
                <a:ext cx="16135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26" h="439" extrusionOk="0">
                    <a:moveTo>
                      <a:pt x="1" y="1"/>
                    </a:moveTo>
                    <a:lnTo>
                      <a:pt x="1" y="439"/>
                    </a:lnTo>
                    <a:lnTo>
                      <a:pt x="125" y="439"/>
                    </a:lnTo>
                    <a:lnTo>
                      <a:pt x="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0" name="Google Shape;2300;p31"/>
              <p:cNvSpPr/>
              <p:nvPr/>
            </p:nvSpPr>
            <p:spPr>
              <a:xfrm>
                <a:off x="4161244" y="2810340"/>
                <a:ext cx="16135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26" h="436" extrusionOk="0">
                    <a:moveTo>
                      <a:pt x="1" y="1"/>
                    </a:moveTo>
                    <a:lnTo>
                      <a:pt x="1" y="435"/>
                    </a:lnTo>
                    <a:lnTo>
                      <a:pt x="125" y="435"/>
                    </a:lnTo>
                    <a:lnTo>
                      <a:pt x="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1" name="Google Shape;2301;p31"/>
              <p:cNvSpPr/>
              <p:nvPr/>
            </p:nvSpPr>
            <p:spPr>
              <a:xfrm>
                <a:off x="4161244" y="3146872"/>
                <a:ext cx="16135" cy="57498"/>
              </a:xfrm>
              <a:custGeom>
                <a:avLst/>
                <a:gdLst/>
                <a:ahLst/>
                <a:cxnLst/>
                <a:rect l="l" t="t" r="r" b="b"/>
                <a:pathLst>
                  <a:path w="126" h="449" extrusionOk="0">
                    <a:moveTo>
                      <a:pt x="1" y="1"/>
                    </a:moveTo>
                    <a:lnTo>
                      <a:pt x="1" y="448"/>
                    </a:lnTo>
                    <a:lnTo>
                      <a:pt x="125" y="448"/>
                    </a:lnTo>
                    <a:lnTo>
                      <a:pt x="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2" name="Google Shape;2302;p31"/>
              <p:cNvSpPr/>
              <p:nvPr/>
            </p:nvSpPr>
            <p:spPr>
              <a:xfrm>
                <a:off x="4761060" y="1231918"/>
                <a:ext cx="14342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6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12" y="435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3" name="Google Shape;2303;p31"/>
              <p:cNvSpPr/>
              <p:nvPr/>
            </p:nvSpPr>
            <p:spPr>
              <a:xfrm>
                <a:off x="4761060" y="1343711"/>
                <a:ext cx="14342" cy="57498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49" extrusionOk="0">
                    <a:moveTo>
                      <a:pt x="1" y="0"/>
                    </a:moveTo>
                    <a:lnTo>
                      <a:pt x="1" y="448"/>
                    </a:lnTo>
                    <a:lnTo>
                      <a:pt x="112" y="448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4" name="Google Shape;2304;p31"/>
              <p:cNvSpPr/>
              <p:nvPr/>
            </p:nvSpPr>
            <p:spPr>
              <a:xfrm>
                <a:off x="4761060" y="1003338"/>
                <a:ext cx="14342" cy="59547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65" extrusionOk="0">
                    <a:moveTo>
                      <a:pt x="1" y="1"/>
                    </a:moveTo>
                    <a:lnTo>
                      <a:pt x="1" y="27"/>
                    </a:lnTo>
                    <a:lnTo>
                      <a:pt x="1" y="436"/>
                    </a:lnTo>
                    <a:lnTo>
                      <a:pt x="1" y="465"/>
                    </a:lnTo>
                    <a:lnTo>
                      <a:pt x="112" y="465"/>
                    </a:lnTo>
                    <a:lnTo>
                      <a:pt x="112" y="436"/>
                    </a:lnTo>
                    <a:lnTo>
                      <a:pt x="112" y="27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5" name="Google Shape;2305;p31"/>
              <p:cNvSpPr/>
              <p:nvPr/>
            </p:nvSpPr>
            <p:spPr>
              <a:xfrm>
                <a:off x="4761060" y="1118460"/>
                <a:ext cx="14342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52" extrusionOk="0">
                    <a:moveTo>
                      <a:pt x="1" y="1"/>
                    </a:moveTo>
                    <a:lnTo>
                      <a:pt x="1" y="452"/>
                    </a:lnTo>
                    <a:lnTo>
                      <a:pt x="112" y="452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6" name="Google Shape;2306;p31"/>
              <p:cNvSpPr/>
              <p:nvPr/>
            </p:nvSpPr>
            <p:spPr>
              <a:xfrm>
                <a:off x="4761060" y="2020105"/>
                <a:ext cx="14342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9" extrusionOk="0">
                    <a:moveTo>
                      <a:pt x="1" y="0"/>
                    </a:moveTo>
                    <a:lnTo>
                      <a:pt x="1" y="438"/>
                    </a:lnTo>
                    <a:lnTo>
                      <a:pt x="112" y="438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7" name="Google Shape;2307;p31"/>
              <p:cNvSpPr/>
              <p:nvPr/>
            </p:nvSpPr>
            <p:spPr>
              <a:xfrm>
                <a:off x="4761060" y="2131898"/>
                <a:ext cx="14342" cy="5737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48" extrusionOk="0">
                    <a:moveTo>
                      <a:pt x="1" y="0"/>
                    </a:moveTo>
                    <a:lnTo>
                      <a:pt x="1" y="448"/>
                    </a:lnTo>
                    <a:lnTo>
                      <a:pt x="112" y="448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8" name="Google Shape;2308;p31"/>
              <p:cNvSpPr/>
              <p:nvPr/>
            </p:nvSpPr>
            <p:spPr>
              <a:xfrm>
                <a:off x="4761060" y="1456657"/>
                <a:ext cx="14342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9" extrusionOk="0">
                    <a:moveTo>
                      <a:pt x="1" y="1"/>
                    </a:moveTo>
                    <a:lnTo>
                      <a:pt x="1" y="439"/>
                    </a:lnTo>
                    <a:lnTo>
                      <a:pt x="112" y="439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9" name="Google Shape;2309;p31"/>
              <p:cNvSpPr/>
              <p:nvPr/>
            </p:nvSpPr>
            <p:spPr>
              <a:xfrm>
                <a:off x="4761060" y="2245228"/>
                <a:ext cx="14342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6" extrusionOk="0">
                    <a:moveTo>
                      <a:pt x="1" y="1"/>
                    </a:moveTo>
                    <a:lnTo>
                      <a:pt x="1" y="436"/>
                    </a:lnTo>
                    <a:lnTo>
                      <a:pt x="112" y="436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0" name="Google Shape;2310;p31"/>
              <p:cNvSpPr/>
              <p:nvPr/>
            </p:nvSpPr>
            <p:spPr>
              <a:xfrm>
                <a:off x="4761060" y="1570115"/>
                <a:ext cx="14342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9" extrusionOk="0">
                    <a:moveTo>
                      <a:pt x="1" y="1"/>
                    </a:moveTo>
                    <a:lnTo>
                      <a:pt x="1" y="439"/>
                    </a:lnTo>
                    <a:lnTo>
                      <a:pt x="112" y="439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1" name="Google Shape;2311;p31"/>
              <p:cNvSpPr/>
              <p:nvPr/>
            </p:nvSpPr>
            <p:spPr>
              <a:xfrm>
                <a:off x="4761060" y="1681908"/>
                <a:ext cx="14342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6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12" y="435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2" name="Google Shape;2312;p31"/>
              <p:cNvSpPr/>
              <p:nvPr/>
            </p:nvSpPr>
            <p:spPr>
              <a:xfrm>
                <a:off x="4761060" y="1906647"/>
                <a:ext cx="14342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52" extrusionOk="0">
                    <a:moveTo>
                      <a:pt x="1" y="1"/>
                    </a:moveTo>
                    <a:lnTo>
                      <a:pt x="1" y="452"/>
                    </a:lnTo>
                    <a:lnTo>
                      <a:pt x="112" y="452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3" name="Google Shape;2313;p31"/>
              <p:cNvSpPr/>
              <p:nvPr/>
            </p:nvSpPr>
            <p:spPr>
              <a:xfrm>
                <a:off x="4761060" y="1795366"/>
                <a:ext cx="14342" cy="55705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5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12" y="435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4" name="Google Shape;2314;p31"/>
              <p:cNvSpPr/>
              <p:nvPr/>
            </p:nvSpPr>
            <p:spPr>
              <a:xfrm>
                <a:off x="4761060" y="328609"/>
                <a:ext cx="14342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6" extrusionOk="0">
                    <a:moveTo>
                      <a:pt x="1" y="1"/>
                    </a:moveTo>
                    <a:lnTo>
                      <a:pt x="1" y="435"/>
                    </a:lnTo>
                    <a:lnTo>
                      <a:pt x="112" y="435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5" name="Google Shape;2315;p31"/>
              <p:cNvSpPr/>
              <p:nvPr/>
            </p:nvSpPr>
            <p:spPr>
              <a:xfrm>
                <a:off x="4761060" y="440018"/>
                <a:ext cx="14342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9" extrusionOk="0">
                    <a:moveTo>
                      <a:pt x="1" y="0"/>
                    </a:moveTo>
                    <a:lnTo>
                      <a:pt x="1" y="438"/>
                    </a:lnTo>
                    <a:lnTo>
                      <a:pt x="112" y="438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6" name="Google Shape;2316;p31"/>
              <p:cNvSpPr/>
              <p:nvPr/>
            </p:nvSpPr>
            <p:spPr>
              <a:xfrm>
                <a:off x="4761060" y="101822"/>
                <a:ext cx="14342" cy="5737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48" extrusionOk="0">
                    <a:moveTo>
                      <a:pt x="1" y="0"/>
                    </a:moveTo>
                    <a:lnTo>
                      <a:pt x="1" y="448"/>
                    </a:lnTo>
                    <a:lnTo>
                      <a:pt x="112" y="448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7" name="Google Shape;2317;p31"/>
              <p:cNvSpPr/>
              <p:nvPr/>
            </p:nvSpPr>
            <p:spPr>
              <a:xfrm>
                <a:off x="4761060" y="215152"/>
                <a:ext cx="14342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6" extrusionOk="0">
                    <a:moveTo>
                      <a:pt x="1" y="1"/>
                    </a:moveTo>
                    <a:lnTo>
                      <a:pt x="1" y="436"/>
                    </a:lnTo>
                    <a:lnTo>
                      <a:pt x="112" y="436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8" name="Google Shape;2318;p31"/>
              <p:cNvSpPr/>
              <p:nvPr/>
            </p:nvSpPr>
            <p:spPr>
              <a:xfrm>
                <a:off x="4761060" y="553476"/>
                <a:ext cx="14342" cy="55705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5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12" y="435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9" name="Google Shape;2319;p31"/>
              <p:cNvSpPr/>
              <p:nvPr/>
            </p:nvSpPr>
            <p:spPr>
              <a:xfrm>
                <a:off x="4761060" y="665141"/>
                <a:ext cx="14342" cy="57498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49" extrusionOk="0">
                    <a:moveTo>
                      <a:pt x="1" y="1"/>
                    </a:moveTo>
                    <a:lnTo>
                      <a:pt x="1" y="449"/>
                    </a:lnTo>
                    <a:lnTo>
                      <a:pt x="112" y="449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0" name="Google Shape;2320;p31"/>
              <p:cNvSpPr/>
              <p:nvPr/>
            </p:nvSpPr>
            <p:spPr>
              <a:xfrm>
                <a:off x="4761060" y="778599"/>
                <a:ext cx="14342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6" extrusionOk="0">
                    <a:moveTo>
                      <a:pt x="1" y="1"/>
                    </a:moveTo>
                    <a:lnTo>
                      <a:pt x="1" y="435"/>
                    </a:lnTo>
                    <a:lnTo>
                      <a:pt x="112" y="435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1" name="Google Shape;2321;p31"/>
              <p:cNvSpPr/>
              <p:nvPr/>
            </p:nvSpPr>
            <p:spPr>
              <a:xfrm>
                <a:off x="4761060" y="889880"/>
                <a:ext cx="14342" cy="5801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53" extrusionOk="0">
                    <a:moveTo>
                      <a:pt x="1" y="1"/>
                    </a:moveTo>
                    <a:lnTo>
                      <a:pt x="1" y="452"/>
                    </a:lnTo>
                    <a:lnTo>
                      <a:pt x="112" y="452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2" name="Google Shape;2322;p31"/>
              <p:cNvSpPr/>
              <p:nvPr/>
            </p:nvSpPr>
            <p:spPr>
              <a:xfrm>
                <a:off x="4761060" y="2921749"/>
                <a:ext cx="14342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9" extrusionOk="0">
                    <a:moveTo>
                      <a:pt x="1" y="0"/>
                    </a:moveTo>
                    <a:lnTo>
                      <a:pt x="1" y="438"/>
                    </a:lnTo>
                    <a:lnTo>
                      <a:pt x="112" y="438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3" name="Google Shape;2323;p31"/>
              <p:cNvSpPr/>
              <p:nvPr/>
            </p:nvSpPr>
            <p:spPr>
              <a:xfrm>
                <a:off x="4761060" y="2358685"/>
                <a:ext cx="14342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6" extrusionOk="0">
                    <a:moveTo>
                      <a:pt x="1" y="1"/>
                    </a:moveTo>
                    <a:lnTo>
                      <a:pt x="1" y="435"/>
                    </a:lnTo>
                    <a:lnTo>
                      <a:pt x="112" y="435"/>
                    </a:lnTo>
                    <a:lnTo>
                      <a:pt x="112" y="148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4" name="Google Shape;2324;p31"/>
              <p:cNvSpPr/>
              <p:nvPr/>
            </p:nvSpPr>
            <p:spPr>
              <a:xfrm>
                <a:off x="4761060" y="2470094"/>
                <a:ext cx="14342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52" extrusionOk="0">
                    <a:moveTo>
                      <a:pt x="1" y="0"/>
                    </a:moveTo>
                    <a:lnTo>
                      <a:pt x="1" y="451"/>
                    </a:lnTo>
                    <a:lnTo>
                      <a:pt x="112" y="451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5" name="Google Shape;2325;p31"/>
              <p:cNvSpPr/>
              <p:nvPr/>
            </p:nvSpPr>
            <p:spPr>
              <a:xfrm>
                <a:off x="4761060" y="2583424"/>
                <a:ext cx="14342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6" extrusionOk="0">
                    <a:moveTo>
                      <a:pt x="1" y="1"/>
                    </a:moveTo>
                    <a:lnTo>
                      <a:pt x="1" y="436"/>
                    </a:lnTo>
                    <a:lnTo>
                      <a:pt x="112" y="436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6" name="Google Shape;2326;p31"/>
              <p:cNvSpPr/>
              <p:nvPr/>
            </p:nvSpPr>
            <p:spPr>
              <a:xfrm>
                <a:off x="4761060" y="3368281"/>
                <a:ext cx="14342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6" extrusionOk="0">
                    <a:moveTo>
                      <a:pt x="1" y="1"/>
                    </a:moveTo>
                    <a:lnTo>
                      <a:pt x="1" y="422"/>
                    </a:lnTo>
                    <a:lnTo>
                      <a:pt x="1" y="435"/>
                    </a:lnTo>
                    <a:lnTo>
                      <a:pt x="112" y="435"/>
                    </a:lnTo>
                    <a:lnTo>
                      <a:pt x="112" y="422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7" name="Google Shape;2327;p31"/>
              <p:cNvSpPr/>
              <p:nvPr/>
            </p:nvSpPr>
            <p:spPr>
              <a:xfrm>
                <a:off x="4485739" y="3710319"/>
                <a:ext cx="59547" cy="22666"/>
              </a:xfrm>
              <a:custGeom>
                <a:avLst/>
                <a:gdLst/>
                <a:ahLst/>
                <a:cxnLst/>
                <a:rect l="l" t="t" r="r" b="b"/>
                <a:pathLst>
                  <a:path w="465" h="177" extrusionOk="0">
                    <a:moveTo>
                      <a:pt x="435" y="0"/>
                    </a:moveTo>
                    <a:cubicBezTo>
                      <a:pt x="288" y="26"/>
                      <a:pt x="150" y="52"/>
                      <a:pt x="0" y="69"/>
                    </a:cubicBezTo>
                    <a:lnTo>
                      <a:pt x="13" y="177"/>
                    </a:lnTo>
                    <a:cubicBezTo>
                      <a:pt x="163" y="164"/>
                      <a:pt x="314" y="134"/>
                      <a:pt x="464" y="108"/>
                    </a:cubicBezTo>
                    <a:lnTo>
                      <a:pt x="43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8" name="Google Shape;2328;p31"/>
              <p:cNvSpPr/>
              <p:nvPr/>
            </p:nvSpPr>
            <p:spPr>
              <a:xfrm>
                <a:off x="4761060" y="2696882"/>
                <a:ext cx="14342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6" extrusionOk="0">
                    <a:moveTo>
                      <a:pt x="1" y="1"/>
                    </a:moveTo>
                    <a:lnTo>
                      <a:pt x="1" y="435"/>
                    </a:lnTo>
                    <a:lnTo>
                      <a:pt x="112" y="435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9" name="Google Shape;2329;p31"/>
              <p:cNvSpPr/>
              <p:nvPr/>
            </p:nvSpPr>
            <p:spPr>
              <a:xfrm>
                <a:off x="4740187" y="3480074"/>
                <a:ext cx="29837" cy="57498"/>
              </a:xfrm>
              <a:custGeom>
                <a:avLst/>
                <a:gdLst/>
                <a:ahLst/>
                <a:cxnLst/>
                <a:rect l="l" t="t" r="r" b="b"/>
                <a:pathLst>
                  <a:path w="233" h="449" extrusionOk="0">
                    <a:moveTo>
                      <a:pt x="125" y="0"/>
                    </a:moveTo>
                    <a:cubicBezTo>
                      <a:pt x="98" y="134"/>
                      <a:pt x="56" y="272"/>
                      <a:pt x="0" y="409"/>
                    </a:cubicBezTo>
                    <a:lnTo>
                      <a:pt x="98" y="448"/>
                    </a:lnTo>
                    <a:cubicBezTo>
                      <a:pt x="151" y="314"/>
                      <a:pt x="206" y="164"/>
                      <a:pt x="232" y="13"/>
                    </a:cubicBezTo>
                    <a:lnTo>
                      <a:pt x="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0" name="Google Shape;2330;p31"/>
              <p:cNvSpPr/>
              <p:nvPr/>
            </p:nvSpPr>
            <p:spPr>
              <a:xfrm>
                <a:off x="4592025" y="3662938"/>
                <a:ext cx="56217" cy="42003"/>
              </a:xfrm>
              <a:custGeom>
                <a:avLst/>
                <a:gdLst/>
                <a:ahLst/>
                <a:cxnLst/>
                <a:rect l="l" t="t" r="r" b="b"/>
                <a:pathLst>
                  <a:path w="439" h="328" extrusionOk="0">
                    <a:moveTo>
                      <a:pt x="370" y="1"/>
                    </a:moveTo>
                    <a:cubicBezTo>
                      <a:pt x="259" y="83"/>
                      <a:pt x="138" y="164"/>
                      <a:pt x="0" y="220"/>
                    </a:cubicBezTo>
                    <a:lnTo>
                      <a:pt x="56" y="328"/>
                    </a:lnTo>
                    <a:cubicBezTo>
                      <a:pt x="193" y="259"/>
                      <a:pt x="314" y="177"/>
                      <a:pt x="438" y="96"/>
                    </a:cubicBezTo>
                    <a:lnTo>
                      <a:pt x="37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1" name="Google Shape;2331;p31"/>
              <p:cNvSpPr/>
              <p:nvPr/>
            </p:nvSpPr>
            <p:spPr>
              <a:xfrm>
                <a:off x="4681153" y="3580982"/>
                <a:ext cx="45332" cy="52376"/>
              </a:xfrm>
              <a:custGeom>
                <a:avLst/>
                <a:gdLst/>
                <a:ahLst/>
                <a:cxnLst/>
                <a:rect l="l" t="t" r="r" b="b"/>
                <a:pathLst>
                  <a:path w="354" h="409" extrusionOk="0">
                    <a:moveTo>
                      <a:pt x="259" y="0"/>
                    </a:moveTo>
                    <a:cubicBezTo>
                      <a:pt x="190" y="124"/>
                      <a:pt x="95" y="232"/>
                      <a:pt x="1" y="343"/>
                    </a:cubicBezTo>
                    <a:lnTo>
                      <a:pt x="82" y="409"/>
                    </a:lnTo>
                    <a:cubicBezTo>
                      <a:pt x="177" y="301"/>
                      <a:pt x="272" y="180"/>
                      <a:pt x="354" y="56"/>
                    </a:cubicBezTo>
                    <a:lnTo>
                      <a:pt x="25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2" name="Google Shape;2332;p31"/>
              <p:cNvSpPr/>
              <p:nvPr/>
            </p:nvSpPr>
            <p:spPr>
              <a:xfrm>
                <a:off x="4761060" y="3260329"/>
                <a:ext cx="14342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6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12" y="435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3" name="Google Shape;2333;p31"/>
              <p:cNvSpPr/>
              <p:nvPr/>
            </p:nvSpPr>
            <p:spPr>
              <a:xfrm>
                <a:off x="4761060" y="3035079"/>
                <a:ext cx="14342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9" extrusionOk="0">
                    <a:moveTo>
                      <a:pt x="1" y="1"/>
                    </a:moveTo>
                    <a:lnTo>
                      <a:pt x="1" y="439"/>
                    </a:lnTo>
                    <a:lnTo>
                      <a:pt x="112" y="439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4" name="Google Shape;2334;p31"/>
              <p:cNvSpPr/>
              <p:nvPr/>
            </p:nvSpPr>
            <p:spPr>
              <a:xfrm>
                <a:off x="4761060" y="2808675"/>
                <a:ext cx="14342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6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12" y="435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5" name="Google Shape;2335;p31"/>
              <p:cNvSpPr/>
              <p:nvPr/>
            </p:nvSpPr>
            <p:spPr>
              <a:xfrm>
                <a:off x="4761060" y="3146872"/>
                <a:ext cx="14342" cy="57498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49" extrusionOk="0">
                    <a:moveTo>
                      <a:pt x="1" y="1"/>
                    </a:moveTo>
                    <a:lnTo>
                      <a:pt x="1" y="448"/>
                    </a:lnTo>
                    <a:lnTo>
                      <a:pt x="112" y="448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342" name="Google Shape;2342;p31"/>
          <p:cNvSpPr txBox="1">
            <a:spLocks noGrp="1"/>
          </p:cNvSpPr>
          <p:nvPr>
            <p:ph type="title"/>
          </p:nvPr>
        </p:nvSpPr>
        <p:spPr>
          <a:xfrm>
            <a:off x="1605229" y="329390"/>
            <a:ext cx="6594634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/>
              <a:t>Exploratory Data Analysis</a:t>
            </a:r>
            <a:endParaRPr dirty="0"/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4FFF54E8-10CC-2CCC-68E5-9705B153E64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675627" y="1227609"/>
            <a:ext cx="341928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Riyadh shows the highest congestion levels.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Subtitle 1">
            <a:extLst>
              <a:ext uri="{FF2B5EF4-FFF2-40B4-BE49-F238E27FC236}">
                <a16:creationId xmlns:a16="http://schemas.microsoft.com/office/drawing/2014/main" id="{FC56208D-E76B-DF3C-4125-E2D40694F3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9086" y="1319943"/>
            <a:ext cx="341928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spcFirstLastPara="1"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Strong correlations between traffic metrics.</a:t>
            </a:r>
          </a:p>
        </p:txBody>
      </p:sp>
      <p:pic>
        <p:nvPicPr>
          <p:cNvPr id="7" name="Picture 6" descr="A graph showing a number of data&#10;&#10;AI-generated content may be incorrect.">
            <a:extLst>
              <a:ext uri="{FF2B5EF4-FFF2-40B4-BE49-F238E27FC236}">
                <a16:creationId xmlns:a16="http://schemas.microsoft.com/office/drawing/2014/main" id="{701D17E7-105B-9FEF-FADC-DAEF202DAC1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9622" y="2104061"/>
            <a:ext cx="5694140" cy="28470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7">
          <a:extLst>
            <a:ext uri="{FF2B5EF4-FFF2-40B4-BE49-F238E27FC236}">
              <a16:creationId xmlns:a16="http://schemas.microsoft.com/office/drawing/2014/main" id="{0CDD6057-49C9-57EF-B8B9-F38B05F0E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9" name="Google Shape;3169;p44">
            <a:extLst>
              <a:ext uri="{FF2B5EF4-FFF2-40B4-BE49-F238E27FC236}">
                <a16:creationId xmlns:a16="http://schemas.microsoft.com/office/drawing/2014/main" id="{EEBD2926-727F-382A-9059-AFD6C882D39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3688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Modeling Approach</a:t>
            </a:r>
            <a:endParaRPr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CEB02AC0-18AA-BEE4-BCBD-76C3189943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2947" y="1349358"/>
            <a:ext cx="5471370" cy="3293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Classification problem: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Predict traffic congestion levels.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 split: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60% training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40% testing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Models applied: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Gradient Boosting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 Forest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Logistic Regression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Naive Bayes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 Vector Machine (SVM)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86590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7">
          <a:extLst>
            <a:ext uri="{FF2B5EF4-FFF2-40B4-BE49-F238E27FC236}">
              <a16:creationId xmlns:a16="http://schemas.microsoft.com/office/drawing/2014/main" id="{F7A38680-600C-7882-967C-AE9CB65D6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49" name="Google Shape;2249;p31">
            <a:extLst>
              <a:ext uri="{FF2B5EF4-FFF2-40B4-BE49-F238E27FC236}">
                <a16:creationId xmlns:a16="http://schemas.microsoft.com/office/drawing/2014/main" id="{F4FCF842-C8D7-E11B-C3BA-6C2A0BC0A06F}"/>
              </a:ext>
            </a:extLst>
          </p:cNvPr>
          <p:cNvGrpSpPr/>
          <p:nvPr/>
        </p:nvGrpSpPr>
        <p:grpSpPr>
          <a:xfrm flipH="1">
            <a:off x="5276906" y="3091479"/>
            <a:ext cx="6382937" cy="1623549"/>
            <a:chOff x="713181" y="3935229"/>
            <a:chExt cx="6382937" cy="1623549"/>
          </a:xfrm>
        </p:grpSpPr>
        <p:sp>
          <p:nvSpPr>
            <p:cNvPr id="2250" name="Google Shape;2250;p31">
              <a:extLst>
                <a:ext uri="{FF2B5EF4-FFF2-40B4-BE49-F238E27FC236}">
                  <a16:creationId xmlns:a16="http://schemas.microsoft.com/office/drawing/2014/main" id="{E7C64D3F-9FE9-D8EC-54E5-2EB197BD1750}"/>
                </a:ext>
              </a:extLst>
            </p:cNvPr>
            <p:cNvSpPr/>
            <p:nvPr/>
          </p:nvSpPr>
          <p:spPr>
            <a:xfrm rot="5400000" flipH="1">
              <a:off x="3092875" y="1555535"/>
              <a:ext cx="1623549" cy="6382937"/>
            </a:xfrm>
            <a:custGeom>
              <a:avLst/>
              <a:gdLst/>
              <a:ahLst/>
              <a:cxnLst/>
              <a:rect l="l" t="t" r="r" b="b"/>
              <a:pathLst>
                <a:path w="12220" h="44059" extrusionOk="0">
                  <a:moveTo>
                    <a:pt x="9359" y="0"/>
                  </a:moveTo>
                  <a:lnTo>
                    <a:pt x="9359" y="18593"/>
                  </a:lnTo>
                  <a:lnTo>
                    <a:pt x="9359" y="27156"/>
                  </a:lnTo>
                  <a:cubicBezTo>
                    <a:pt x="9359" y="27621"/>
                    <a:pt x="9003" y="28003"/>
                    <a:pt x="8568" y="28055"/>
                  </a:cubicBezTo>
                  <a:lnTo>
                    <a:pt x="8444" y="28055"/>
                  </a:lnTo>
                  <a:cubicBezTo>
                    <a:pt x="7940" y="28055"/>
                    <a:pt x="7532" y="27647"/>
                    <a:pt x="7532" y="27156"/>
                  </a:cubicBezTo>
                  <a:lnTo>
                    <a:pt x="7532" y="18168"/>
                  </a:lnTo>
                  <a:cubicBezTo>
                    <a:pt x="7532" y="16099"/>
                    <a:pt x="5845" y="14409"/>
                    <a:pt x="3773" y="14409"/>
                  </a:cubicBezTo>
                  <a:cubicBezTo>
                    <a:pt x="1704" y="14409"/>
                    <a:pt x="1" y="16099"/>
                    <a:pt x="1" y="18168"/>
                  </a:cubicBezTo>
                  <a:lnTo>
                    <a:pt x="1" y="30141"/>
                  </a:lnTo>
                  <a:lnTo>
                    <a:pt x="1" y="44059"/>
                  </a:lnTo>
                  <a:lnTo>
                    <a:pt x="2861" y="44059"/>
                  </a:lnTo>
                  <a:lnTo>
                    <a:pt x="2861" y="29065"/>
                  </a:lnTo>
                  <a:lnTo>
                    <a:pt x="2861" y="18168"/>
                  </a:lnTo>
                  <a:cubicBezTo>
                    <a:pt x="2861" y="17677"/>
                    <a:pt x="3270" y="17269"/>
                    <a:pt x="3773" y="17269"/>
                  </a:cubicBezTo>
                  <a:cubicBezTo>
                    <a:pt x="4276" y="17269"/>
                    <a:pt x="4685" y="17677"/>
                    <a:pt x="4685" y="18168"/>
                  </a:cubicBezTo>
                  <a:lnTo>
                    <a:pt x="4685" y="27156"/>
                  </a:lnTo>
                  <a:cubicBezTo>
                    <a:pt x="4685" y="29186"/>
                    <a:pt x="6306" y="30863"/>
                    <a:pt x="8336" y="30915"/>
                  </a:cubicBezTo>
                  <a:cubicBezTo>
                    <a:pt x="8378" y="30915"/>
                    <a:pt x="8405" y="30932"/>
                    <a:pt x="8444" y="30932"/>
                  </a:cubicBezTo>
                  <a:cubicBezTo>
                    <a:pt x="10529" y="30932"/>
                    <a:pt x="12219" y="29229"/>
                    <a:pt x="12219" y="27156"/>
                  </a:cubicBezTo>
                  <a:lnTo>
                    <a:pt x="12219" y="18619"/>
                  </a:lnTo>
                  <a:lnTo>
                    <a:pt x="1221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dist="57150" dir="6300000" algn="bl" rotWithShape="0">
                <a:schemeClr val="dk1">
                  <a:alpha val="35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251" name="Google Shape;2251;p31">
              <a:extLst>
                <a:ext uri="{FF2B5EF4-FFF2-40B4-BE49-F238E27FC236}">
                  <a16:creationId xmlns:a16="http://schemas.microsoft.com/office/drawing/2014/main" id="{7933C3C8-A78F-C20E-B086-E31CA1251FDD}"/>
                </a:ext>
              </a:extLst>
            </p:cNvPr>
            <p:cNvGrpSpPr/>
            <p:nvPr/>
          </p:nvGrpSpPr>
          <p:grpSpPr>
            <a:xfrm rot="5400000" flipH="1">
              <a:off x="3392071" y="1847512"/>
              <a:ext cx="1257637" cy="5799004"/>
              <a:chOff x="3563222" y="101822"/>
              <a:chExt cx="1212180" cy="5125965"/>
            </a:xfrm>
          </p:grpSpPr>
          <p:sp>
            <p:nvSpPr>
              <p:cNvPr id="2252" name="Google Shape;2252;p31">
                <a:extLst>
                  <a:ext uri="{FF2B5EF4-FFF2-40B4-BE49-F238E27FC236}">
                    <a16:creationId xmlns:a16="http://schemas.microsoft.com/office/drawing/2014/main" id="{3C37E182-AD6B-1A91-38EB-D8177D3183ED}"/>
                  </a:ext>
                </a:extLst>
              </p:cNvPr>
              <p:cNvSpPr/>
              <p:nvPr/>
            </p:nvSpPr>
            <p:spPr>
              <a:xfrm>
                <a:off x="3563222" y="4946702"/>
                <a:ext cx="13830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36" extrusionOk="0">
                    <a:moveTo>
                      <a:pt x="0" y="1"/>
                    </a:moveTo>
                    <a:lnTo>
                      <a:pt x="0" y="436"/>
                    </a:lnTo>
                    <a:lnTo>
                      <a:pt x="108" y="436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3" name="Google Shape;2253;p31">
                <a:extLst>
                  <a:ext uri="{FF2B5EF4-FFF2-40B4-BE49-F238E27FC236}">
                    <a16:creationId xmlns:a16="http://schemas.microsoft.com/office/drawing/2014/main" id="{492B6CED-DB25-3945-F68D-FBE4BE30F3FE}"/>
                  </a:ext>
                </a:extLst>
              </p:cNvPr>
              <p:cNvSpPr/>
              <p:nvPr/>
            </p:nvSpPr>
            <p:spPr>
              <a:xfrm>
                <a:off x="3563222" y="5060160"/>
                <a:ext cx="13830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36" extrusionOk="0">
                    <a:moveTo>
                      <a:pt x="0" y="1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4" name="Google Shape;2254;p31">
                <a:extLst>
                  <a:ext uri="{FF2B5EF4-FFF2-40B4-BE49-F238E27FC236}">
                    <a16:creationId xmlns:a16="http://schemas.microsoft.com/office/drawing/2014/main" id="{9ECCE0E8-E179-D158-7AE2-88386CE9CA8A}"/>
                  </a:ext>
                </a:extLst>
              </p:cNvPr>
              <p:cNvSpPr/>
              <p:nvPr/>
            </p:nvSpPr>
            <p:spPr>
              <a:xfrm>
                <a:off x="3563222" y="4833244"/>
                <a:ext cx="13830" cy="58010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53" extrusionOk="0">
                    <a:moveTo>
                      <a:pt x="0" y="1"/>
                    </a:moveTo>
                    <a:lnTo>
                      <a:pt x="0" y="452"/>
                    </a:lnTo>
                    <a:lnTo>
                      <a:pt x="108" y="452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5" name="Google Shape;2255;p31">
                <a:extLst>
                  <a:ext uri="{FF2B5EF4-FFF2-40B4-BE49-F238E27FC236}">
                    <a16:creationId xmlns:a16="http://schemas.microsoft.com/office/drawing/2014/main" id="{0EB0A22E-D26C-5182-F1A3-841206E0842F}"/>
                  </a:ext>
                </a:extLst>
              </p:cNvPr>
              <p:cNvSpPr/>
              <p:nvPr/>
            </p:nvSpPr>
            <p:spPr>
              <a:xfrm>
                <a:off x="3563222" y="5171569"/>
                <a:ext cx="13830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39" extrusionOk="0">
                    <a:moveTo>
                      <a:pt x="0" y="0"/>
                    </a:moveTo>
                    <a:lnTo>
                      <a:pt x="0" y="438"/>
                    </a:lnTo>
                    <a:lnTo>
                      <a:pt x="108" y="438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6" name="Google Shape;2256;p31">
                <a:extLst>
                  <a:ext uri="{FF2B5EF4-FFF2-40B4-BE49-F238E27FC236}">
                    <a16:creationId xmlns:a16="http://schemas.microsoft.com/office/drawing/2014/main" id="{C60D1130-833D-C2B2-23D8-BD4F25949836}"/>
                  </a:ext>
                </a:extLst>
              </p:cNvPr>
              <p:cNvSpPr/>
              <p:nvPr/>
            </p:nvSpPr>
            <p:spPr>
              <a:xfrm>
                <a:off x="3563222" y="4043522"/>
                <a:ext cx="13830" cy="55705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35" extrusionOk="0">
                    <a:moveTo>
                      <a:pt x="0" y="0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7" name="Google Shape;2257;p31">
                <a:extLst>
                  <a:ext uri="{FF2B5EF4-FFF2-40B4-BE49-F238E27FC236}">
                    <a16:creationId xmlns:a16="http://schemas.microsoft.com/office/drawing/2014/main" id="{8CB556D7-86DB-252C-64A1-61B4E9D2BBB8}"/>
                  </a:ext>
                </a:extLst>
              </p:cNvPr>
              <p:cNvSpPr/>
              <p:nvPr/>
            </p:nvSpPr>
            <p:spPr>
              <a:xfrm>
                <a:off x="3563222" y="4154802"/>
                <a:ext cx="13830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52" extrusionOk="0">
                    <a:moveTo>
                      <a:pt x="0" y="0"/>
                    </a:moveTo>
                    <a:lnTo>
                      <a:pt x="0" y="452"/>
                    </a:lnTo>
                    <a:lnTo>
                      <a:pt x="108" y="452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8" name="Google Shape;2258;p31">
                <a:extLst>
                  <a:ext uri="{FF2B5EF4-FFF2-40B4-BE49-F238E27FC236}">
                    <a16:creationId xmlns:a16="http://schemas.microsoft.com/office/drawing/2014/main" id="{1BCA4EBF-0CF7-A4FA-FDB7-8B1E5952DD88}"/>
                  </a:ext>
                </a:extLst>
              </p:cNvPr>
              <p:cNvSpPr/>
              <p:nvPr/>
            </p:nvSpPr>
            <p:spPr>
              <a:xfrm>
                <a:off x="3563222" y="3818271"/>
                <a:ext cx="13830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36" extrusionOk="0">
                    <a:moveTo>
                      <a:pt x="0" y="0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9" name="Google Shape;2259;p31">
                <a:extLst>
                  <a:ext uri="{FF2B5EF4-FFF2-40B4-BE49-F238E27FC236}">
                    <a16:creationId xmlns:a16="http://schemas.microsoft.com/office/drawing/2014/main" id="{B12E6700-F6CC-226F-4925-C4751176513F}"/>
                  </a:ext>
                </a:extLst>
              </p:cNvPr>
              <p:cNvSpPr/>
              <p:nvPr/>
            </p:nvSpPr>
            <p:spPr>
              <a:xfrm>
                <a:off x="3563222" y="3930064"/>
                <a:ext cx="13830" cy="55705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35" extrusionOk="0">
                    <a:moveTo>
                      <a:pt x="0" y="0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0" name="Google Shape;2260;p31">
                <a:extLst>
                  <a:ext uri="{FF2B5EF4-FFF2-40B4-BE49-F238E27FC236}">
                    <a16:creationId xmlns:a16="http://schemas.microsoft.com/office/drawing/2014/main" id="{248D33DA-CF58-146F-7AE2-2257B071AEB9}"/>
                  </a:ext>
                </a:extLst>
              </p:cNvPr>
              <p:cNvSpPr/>
              <p:nvPr/>
            </p:nvSpPr>
            <p:spPr>
              <a:xfrm>
                <a:off x="3563222" y="4268260"/>
                <a:ext cx="13830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36" extrusionOk="0">
                    <a:moveTo>
                      <a:pt x="0" y="0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1" name="Google Shape;2261;p31">
                <a:extLst>
                  <a:ext uri="{FF2B5EF4-FFF2-40B4-BE49-F238E27FC236}">
                    <a16:creationId xmlns:a16="http://schemas.microsoft.com/office/drawing/2014/main" id="{D2B59E69-6F3E-5F01-E305-AED84C0B6DAE}"/>
                  </a:ext>
                </a:extLst>
              </p:cNvPr>
              <p:cNvSpPr/>
              <p:nvPr/>
            </p:nvSpPr>
            <p:spPr>
              <a:xfrm>
                <a:off x="3563222" y="4380053"/>
                <a:ext cx="13830" cy="57370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48" extrusionOk="0">
                    <a:moveTo>
                      <a:pt x="0" y="0"/>
                    </a:moveTo>
                    <a:lnTo>
                      <a:pt x="0" y="448"/>
                    </a:lnTo>
                    <a:lnTo>
                      <a:pt x="108" y="448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2" name="Google Shape;2262;p31">
                <a:extLst>
                  <a:ext uri="{FF2B5EF4-FFF2-40B4-BE49-F238E27FC236}">
                    <a16:creationId xmlns:a16="http://schemas.microsoft.com/office/drawing/2014/main" id="{87B1A396-8B46-D15F-EB11-D277AD525432}"/>
                  </a:ext>
                </a:extLst>
              </p:cNvPr>
              <p:cNvSpPr/>
              <p:nvPr/>
            </p:nvSpPr>
            <p:spPr>
              <a:xfrm>
                <a:off x="3563222" y="4493383"/>
                <a:ext cx="13830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36" extrusionOk="0">
                    <a:moveTo>
                      <a:pt x="0" y="1"/>
                    </a:moveTo>
                    <a:lnTo>
                      <a:pt x="0" y="436"/>
                    </a:lnTo>
                    <a:lnTo>
                      <a:pt x="108" y="436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3" name="Google Shape;2263;p31">
                <a:extLst>
                  <a:ext uri="{FF2B5EF4-FFF2-40B4-BE49-F238E27FC236}">
                    <a16:creationId xmlns:a16="http://schemas.microsoft.com/office/drawing/2014/main" id="{68A42FFC-E970-11B2-CA8B-4C4DC7FAD9A0}"/>
                  </a:ext>
                </a:extLst>
              </p:cNvPr>
              <p:cNvSpPr/>
              <p:nvPr/>
            </p:nvSpPr>
            <p:spPr>
              <a:xfrm>
                <a:off x="3563222" y="4718250"/>
                <a:ext cx="13830" cy="59547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65" extrusionOk="0">
                    <a:moveTo>
                      <a:pt x="0" y="0"/>
                    </a:moveTo>
                    <a:lnTo>
                      <a:pt x="0" y="26"/>
                    </a:lnTo>
                    <a:lnTo>
                      <a:pt x="0" y="435"/>
                    </a:lnTo>
                    <a:lnTo>
                      <a:pt x="0" y="464"/>
                    </a:lnTo>
                    <a:lnTo>
                      <a:pt x="108" y="464"/>
                    </a:lnTo>
                    <a:lnTo>
                      <a:pt x="108" y="435"/>
                    </a:lnTo>
                    <a:lnTo>
                      <a:pt x="108" y="26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4" name="Google Shape;2264;p31">
                <a:extLst>
                  <a:ext uri="{FF2B5EF4-FFF2-40B4-BE49-F238E27FC236}">
                    <a16:creationId xmlns:a16="http://schemas.microsoft.com/office/drawing/2014/main" id="{B95E082F-D664-041B-8D0C-8B5CDA6BEE0E}"/>
                  </a:ext>
                </a:extLst>
              </p:cNvPr>
              <p:cNvSpPr/>
              <p:nvPr/>
            </p:nvSpPr>
            <p:spPr>
              <a:xfrm>
                <a:off x="3563222" y="4606457"/>
                <a:ext cx="13830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39" extrusionOk="0">
                    <a:moveTo>
                      <a:pt x="0" y="0"/>
                    </a:moveTo>
                    <a:lnTo>
                      <a:pt x="0" y="438"/>
                    </a:lnTo>
                    <a:lnTo>
                      <a:pt x="108" y="438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5" name="Google Shape;2265;p31">
                <a:extLst>
                  <a:ext uri="{FF2B5EF4-FFF2-40B4-BE49-F238E27FC236}">
                    <a16:creationId xmlns:a16="http://schemas.microsoft.com/office/drawing/2014/main" id="{3129FE3C-241B-F7D5-67C0-DA812DEADD35}"/>
                  </a:ext>
                </a:extLst>
              </p:cNvPr>
              <p:cNvSpPr/>
              <p:nvPr/>
            </p:nvSpPr>
            <p:spPr>
              <a:xfrm>
                <a:off x="3746086" y="1978230"/>
                <a:ext cx="57882" cy="31502"/>
              </a:xfrm>
              <a:custGeom>
                <a:avLst/>
                <a:gdLst/>
                <a:ahLst/>
                <a:cxnLst/>
                <a:rect l="l" t="t" r="r" b="b"/>
                <a:pathLst>
                  <a:path w="452" h="246" extrusionOk="0">
                    <a:moveTo>
                      <a:pt x="438" y="0"/>
                    </a:moveTo>
                    <a:cubicBezTo>
                      <a:pt x="288" y="43"/>
                      <a:pt x="138" y="82"/>
                      <a:pt x="0" y="151"/>
                    </a:cubicBezTo>
                    <a:lnTo>
                      <a:pt x="43" y="246"/>
                    </a:lnTo>
                    <a:cubicBezTo>
                      <a:pt x="180" y="193"/>
                      <a:pt x="314" y="151"/>
                      <a:pt x="451" y="112"/>
                    </a:cubicBezTo>
                    <a:lnTo>
                      <a:pt x="43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6" name="Google Shape;2266;p31">
                <a:extLst>
                  <a:ext uri="{FF2B5EF4-FFF2-40B4-BE49-F238E27FC236}">
                    <a16:creationId xmlns:a16="http://schemas.microsoft.com/office/drawing/2014/main" id="{39BEF272-9062-9AFA-D4B2-7B93E105B6CC}"/>
                  </a:ext>
                </a:extLst>
              </p:cNvPr>
              <p:cNvSpPr/>
              <p:nvPr/>
            </p:nvSpPr>
            <p:spPr>
              <a:xfrm>
                <a:off x="3563222" y="2663843"/>
                <a:ext cx="13830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36" extrusionOk="0">
                    <a:moveTo>
                      <a:pt x="0" y="1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7" name="Google Shape;2267;p31">
                <a:extLst>
                  <a:ext uri="{FF2B5EF4-FFF2-40B4-BE49-F238E27FC236}">
                    <a16:creationId xmlns:a16="http://schemas.microsoft.com/office/drawing/2014/main" id="{F327E51D-8ED3-C002-C0A1-8084583038F8}"/>
                  </a:ext>
                </a:extLst>
              </p:cNvPr>
              <p:cNvSpPr/>
              <p:nvPr/>
            </p:nvSpPr>
            <p:spPr>
              <a:xfrm>
                <a:off x="3563222" y="2777301"/>
                <a:ext cx="13830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36" extrusionOk="0">
                    <a:moveTo>
                      <a:pt x="0" y="0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8" name="Google Shape;2268;p31">
                <a:extLst>
                  <a:ext uri="{FF2B5EF4-FFF2-40B4-BE49-F238E27FC236}">
                    <a16:creationId xmlns:a16="http://schemas.microsoft.com/office/drawing/2014/main" id="{9A8074C8-D85B-BC34-663A-0657D997EF5E}"/>
                  </a:ext>
                </a:extLst>
              </p:cNvPr>
              <p:cNvSpPr/>
              <p:nvPr/>
            </p:nvSpPr>
            <p:spPr>
              <a:xfrm>
                <a:off x="3563222" y="2438721"/>
                <a:ext cx="13830" cy="56089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38" extrusionOk="0">
                    <a:moveTo>
                      <a:pt x="0" y="0"/>
                    </a:moveTo>
                    <a:lnTo>
                      <a:pt x="0" y="438"/>
                    </a:lnTo>
                    <a:lnTo>
                      <a:pt x="108" y="438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9" name="Google Shape;2269;p31">
                <a:extLst>
                  <a:ext uri="{FF2B5EF4-FFF2-40B4-BE49-F238E27FC236}">
                    <a16:creationId xmlns:a16="http://schemas.microsoft.com/office/drawing/2014/main" id="{0FD98152-4C72-3C19-9CC3-C5DBA0BC7554}"/>
                  </a:ext>
                </a:extLst>
              </p:cNvPr>
              <p:cNvSpPr/>
              <p:nvPr/>
            </p:nvSpPr>
            <p:spPr>
              <a:xfrm>
                <a:off x="3587424" y="2107567"/>
                <a:ext cx="40338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315" h="436" extrusionOk="0">
                    <a:moveTo>
                      <a:pt x="220" y="1"/>
                    </a:moveTo>
                    <a:cubicBezTo>
                      <a:pt x="138" y="121"/>
                      <a:pt x="69" y="259"/>
                      <a:pt x="1" y="393"/>
                    </a:cubicBezTo>
                    <a:lnTo>
                      <a:pt x="112" y="435"/>
                    </a:lnTo>
                    <a:cubicBezTo>
                      <a:pt x="164" y="298"/>
                      <a:pt x="233" y="177"/>
                      <a:pt x="314" y="53"/>
                    </a:cubicBezTo>
                    <a:lnTo>
                      <a:pt x="22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0" name="Google Shape;2270;p31">
                <a:extLst>
                  <a:ext uri="{FF2B5EF4-FFF2-40B4-BE49-F238E27FC236}">
                    <a16:creationId xmlns:a16="http://schemas.microsoft.com/office/drawing/2014/main" id="{E2F712DF-01E6-2AD7-E91C-B92E5B259BF0}"/>
                  </a:ext>
                </a:extLst>
              </p:cNvPr>
              <p:cNvSpPr/>
              <p:nvPr/>
            </p:nvSpPr>
            <p:spPr>
              <a:xfrm>
                <a:off x="3563222" y="2325263"/>
                <a:ext cx="13830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52" extrusionOk="0">
                    <a:moveTo>
                      <a:pt x="0" y="0"/>
                    </a:moveTo>
                    <a:lnTo>
                      <a:pt x="0" y="451"/>
                    </a:lnTo>
                    <a:lnTo>
                      <a:pt x="108" y="451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1" name="Google Shape;2271;p31">
                <a:extLst>
                  <a:ext uri="{FF2B5EF4-FFF2-40B4-BE49-F238E27FC236}">
                    <a16:creationId xmlns:a16="http://schemas.microsoft.com/office/drawing/2014/main" id="{521DD859-B3A8-5A8F-7F6F-7F1779727C58}"/>
                  </a:ext>
                </a:extLst>
              </p:cNvPr>
              <p:cNvSpPr/>
              <p:nvPr/>
            </p:nvSpPr>
            <p:spPr>
              <a:xfrm>
                <a:off x="3651837" y="2025483"/>
                <a:ext cx="52504" cy="46997"/>
              </a:xfrm>
              <a:custGeom>
                <a:avLst/>
                <a:gdLst/>
                <a:ahLst/>
                <a:cxnLst/>
                <a:rect l="l" t="t" r="r" b="b"/>
                <a:pathLst>
                  <a:path w="410" h="367" extrusionOk="0">
                    <a:moveTo>
                      <a:pt x="344" y="1"/>
                    </a:moveTo>
                    <a:cubicBezTo>
                      <a:pt x="220" y="83"/>
                      <a:pt x="112" y="177"/>
                      <a:pt x="1" y="285"/>
                    </a:cubicBezTo>
                    <a:lnTo>
                      <a:pt x="83" y="367"/>
                    </a:lnTo>
                    <a:cubicBezTo>
                      <a:pt x="181" y="259"/>
                      <a:pt x="289" y="177"/>
                      <a:pt x="410" y="96"/>
                    </a:cubicBezTo>
                    <a:lnTo>
                      <a:pt x="344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2" name="Google Shape;2272;p31">
                <a:extLst>
                  <a:ext uri="{FF2B5EF4-FFF2-40B4-BE49-F238E27FC236}">
                    <a16:creationId xmlns:a16="http://schemas.microsoft.com/office/drawing/2014/main" id="{F159E243-E6F8-182D-1BCA-8388DC09BA6F}"/>
                  </a:ext>
                </a:extLst>
              </p:cNvPr>
              <p:cNvSpPr/>
              <p:nvPr/>
            </p:nvSpPr>
            <p:spPr>
              <a:xfrm>
                <a:off x="3563222" y="2212189"/>
                <a:ext cx="21001" cy="57498"/>
              </a:xfrm>
              <a:custGeom>
                <a:avLst/>
                <a:gdLst/>
                <a:ahLst/>
                <a:cxnLst/>
                <a:rect l="l" t="t" r="r" b="b"/>
                <a:pathLst>
                  <a:path w="164" h="449" extrusionOk="0">
                    <a:moveTo>
                      <a:pt x="56" y="1"/>
                    </a:moveTo>
                    <a:cubicBezTo>
                      <a:pt x="26" y="148"/>
                      <a:pt x="13" y="298"/>
                      <a:pt x="0" y="448"/>
                    </a:cubicBezTo>
                    <a:lnTo>
                      <a:pt x="121" y="448"/>
                    </a:lnTo>
                    <a:cubicBezTo>
                      <a:pt x="121" y="311"/>
                      <a:pt x="137" y="164"/>
                      <a:pt x="163" y="27"/>
                    </a:cubicBezTo>
                    <a:lnTo>
                      <a:pt x="5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3" name="Google Shape;2273;p31">
                <a:extLst>
                  <a:ext uri="{FF2B5EF4-FFF2-40B4-BE49-F238E27FC236}">
                    <a16:creationId xmlns:a16="http://schemas.microsoft.com/office/drawing/2014/main" id="{954C0BCD-B6F9-64E7-D2D2-41A69CB122B6}"/>
                  </a:ext>
                </a:extLst>
              </p:cNvPr>
              <p:cNvSpPr/>
              <p:nvPr/>
            </p:nvSpPr>
            <p:spPr>
              <a:xfrm>
                <a:off x="3563222" y="2550386"/>
                <a:ext cx="13830" cy="57498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49" extrusionOk="0">
                    <a:moveTo>
                      <a:pt x="0" y="1"/>
                    </a:moveTo>
                    <a:lnTo>
                      <a:pt x="0" y="449"/>
                    </a:lnTo>
                    <a:lnTo>
                      <a:pt x="108" y="449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4" name="Google Shape;2274;p31">
                <a:extLst>
                  <a:ext uri="{FF2B5EF4-FFF2-40B4-BE49-F238E27FC236}">
                    <a16:creationId xmlns:a16="http://schemas.microsoft.com/office/drawing/2014/main" id="{52488105-0E24-4968-4970-B7F25C33A3C4}"/>
                  </a:ext>
                </a:extLst>
              </p:cNvPr>
              <p:cNvSpPr/>
              <p:nvPr/>
            </p:nvSpPr>
            <p:spPr>
              <a:xfrm>
                <a:off x="3563222" y="3452030"/>
                <a:ext cx="13830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36" extrusionOk="0">
                    <a:moveTo>
                      <a:pt x="0" y="0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5" name="Google Shape;2275;p31">
                <a:extLst>
                  <a:ext uri="{FF2B5EF4-FFF2-40B4-BE49-F238E27FC236}">
                    <a16:creationId xmlns:a16="http://schemas.microsoft.com/office/drawing/2014/main" id="{B6F76F42-E86F-6231-D7BF-5074B29A9639}"/>
                  </a:ext>
                </a:extLst>
              </p:cNvPr>
              <p:cNvSpPr/>
              <p:nvPr/>
            </p:nvSpPr>
            <p:spPr>
              <a:xfrm>
                <a:off x="3563222" y="3565488"/>
                <a:ext cx="13830" cy="55705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35" extrusionOk="0">
                    <a:moveTo>
                      <a:pt x="0" y="0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6" name="Google Shape;2276;p31">
                <a:extLst>
                  <a:ext uri="{FF2B5EF4-FFF2-40B4-BE49-F238E27FC236}">
                    <a16:creationId xmlns:a16="http://schemas.microsoft.com/office/drawing/2014/main" id="{34EF2250-0471-74E7-85A3-3556836DBCE5}"/>
                  </a:ext>
                </a:extLst>
              </p:cNvPr>
              <p:cNvSpPr/>
              <p:nvPr/>
            </p:nvSpPr>
            <p:spPr>
              <a:xfrm>
                <a:off x="3563222" y="2888582"/>
                <a:ext cx="13830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39" extrusionOk="0">
                    <a:moveTo>
                      <a:pt x="0" y="1"/>
                    </a:moveTo>
                    <a:lnTo>
                      <a:pt x="0" y="439"/>
                    </a:lnTo>
                    <a:lnTo>
                      <a:pt x="108" y="439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7" name="Google Shape;2277;p31">
                <a:extLst>
                  <a:ext uri="{FF2B5EF4-FFF2-40B4-BE49-F238E27FC236}">
                    <a16:creationId xmlns:a16="http://schemas.microsoft.com/office/drawing/2014/main" id="{97328DCF-64C3-30E9-B6AE-C92C69B4D914}"/>
                  </a:ext>
                </a:extLst>
              </p:cNvPr>
              <p:cNvSpPr/>
              <p:nvPr/>
            </p:nvSpPr>
            <p:spPr>
              <a:xfrm>
                <a:off x="3563222" y="3790226"/>
                <a:ext cx="13830" cy="19337"/>
              </a:xfrm>
              <a:custGeom>
                <a:avLst/>
                <a:gdLst/>
                <a:ahLst/>
                <a:cxnLst/>
                <a:rect l="l" t="t" r="r" b="b"/>
                <a:pathLst>
                  <a:path w="108" h="151" extrusionOk="0">
                    <a:moveTo>
                      <a:pt x="0" y="0"/>
                    </a:moveTo>
                    <a:lnTo>
                      <a:pt x="0" y="151"/>
                    </a:lnTo>
                    <a:lnTo>
                      <a:pt x="108" y="151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8" name="Google Shape;2278;p31">
                <a:extLst>
                  <a:ext uri="{FF2B5EF4-FFF2-40B4-BE49-F238E27FC236}">
                    <a16:creationId xmlns:a16="http://schemas.microsoft.com/office/drawing/2014/main" id="{DEB3015E-C553-1AA0-B0A8-C4BB461D9E18}"/>
                  </a:ext>
                </a:extLst>
              </p:cNvPr>
              <p:cNvSpPr/>
              <p:nvPr/>
            </p:nvSpPr>
            <p:spPr>
              <a:xfrm>
                <a:off x="3563222" y="3677153"/>
                <a:ext cx="13830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36" extrusionOk="0">
                    <a:moveTo>
                      <a:pt x="0" y="1"/>
                    </a:moveTo>
                    <a:lnTo>
                      <a:pt x="0" y="436"/>
                    </a:lnTo>
                    <a:lnTo>
                      <a:pt x="108" y="436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9" name="Google Shape;2279;p31">
                <a:extLst>
                  <a:ext uri="{FF2B5EF4-FFF2-40B4-BE49-F238E27FC236}">
                    <a16:creationId xmlns:a16="http://schemas.microsoft.com/office/drawing/2014/main" id="{96A695D7-59E4-A4C4-539D-9D1125F9769A}"/>
                  </a:ext>
                </a:extLst>
              </p:cNvPr>
              <p:cNvSpPr/>
              <p:nvPr/>
            </p:nvSpPr>
            <p:spPr>
              <a:xfrm>
                <a:off x="3563222" y="3002040"/>
                <a:ext cx="13830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36" extrusionOk="0">
                    <a:moveTo>
                      <a:pt x="0" y="1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0" name="Google Shape;2280;p31">
                <a:extLst>
                  <a:ext uri="{FF2B5EF4-FFF2-40B4-BE49-F238E27FC236}">
                    <a16:creationId xmlns:a16="http://schemas.microsoft.com/office/drawing/2014/main" id="{9B37287C-2894-F71D-2DAE-79E37038D038}"/>
                  </a:ext>
                </a:extLst>
              </p:cNvPr>
              <p:cNvSpPr/>
              <p:nvPr/>
            </p:nvSpPr>
            <p:spPr>
              <a:xfrm>
                <a:off x="3563222" y="3113833"/>
                <a:ext cx="13830" cy="57498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49" extrusionOk="0">
                    <a:moveTo>
                      <a:pt x="0" y="0"/>
                    </a:moveTo>
                    <a:lnTo>
                      <a:pt x="0" y="448"/>
                    </a:lnTo>
                    <a:lnTo>
                      <a:pt x="108" y="448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1" name="Google Shape;2281;p31">
                <a:extLst>
                  <a:ext uri="{FF2B5EF4-FFF2-40B4-BE49-F238E27FC236}">
                    <a16:creationId xmlns:a16="http://schemas.microsoft.com/office/drawing/2014/main" id="{5BA76912-4E75-03E8-7ECB-5075C97EBA4A}"/>
                  </a:ext>
                </a:extLst>
              </p:cNvPr>
              <p:cNvSpPr/>
              <p:nvPr/>
            </p:nvSpPr>
            <p:spPr>
              <a:xfrm>
                <a:off x="3563222" y="3338572"/>
                <a:ext cx="13830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52" extrusionOk="0">
                    <a:moveTo>
                      <a:pt x="0" y="1"/>
                    </a:moveTo>
                    <a:lnTo>
                      <a:pt x="0" y="452"/>
                    </a:lnTo>
                    <a:lnTo>
                      <a:pt x="108" y="452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2" name="Google Shape;2282;p31">
                <a:extLst>
                  <a:ext uri="{FF2B5EF4-FFF2-40B4-BE49-F238E27FC236}">
                    <a16:creationId xmlns:a16="http://schemas.microsoft.com/office/drawing/2014/main" id="{1A26CCE4-4C0F-B210-2D1C-67E0B28E4B6C}"/>
                  </a:ext>
                </a:extLst>
              </p:cNvPr>
              <p:cNvSpPr/>
              <p:nvPr/>
            </p:nvSpPr>
            <p:spPr>
              <a:xfrm>
                <a:off x="3563222" y="3227291"/>
                <a:ext cx="13830" cy="55705"/>
              </a:xfrm>
              <a:custGeom>
                <a:avLst/>
                <a:gdLst/>
                <a:ahLst/>
                <a:cxnLst/>
                <a:rect l="l" t="t" r="r" b="b"/>
                <a:pathLst>
                  <a:path w="108" h="435" extrusionOk="0">
                    <a:moveTo>
                      <a:pt x="0" y="0"/>
                    </a:moveTo>
                    <a:lnTo>
                      <a:pt x="0" y="435"/>
                    </a:lnTo>
                    <a:lnTo>
                      <a:pt x="108" y="435"/>
                    </a:lnTo>
                    <a:lnTo>
                      <a:pt x="10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3" name="Google Shape;2283;p31">
                <a:extLst>
                  <a:ext uri="{FF2B5EF4-FFF2-40B4-BE49-F238E27FC236}">
                    <a16:creationId xmlns:a16="http://schemas.microsoft.com/office/drawing/2014/main" id="{186E3FB5-16D0-B0A9-DEDA-F2B92D1093F9}"/>
                  </a:ext>
                </a:extLst>
              </p:cNvPr>
              <p:cNvSpPr/>
              <p:nvPr/>
            </p:nvSpPr>
            <p:spPr>
              <a:xfrm>
                <a:off x="4161244" y="2921749"/>
                <a:ext cx="16135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26" h="439" extrusionOk="0">
                    <a:moveTo>
                      <a:pt x="1" y="0"/>
                    </a:moveTo>
                    <a:lnTo>
                      <a:pt x="1" y="438"/>
                    </a:lnTo>
                    <a:lnTo>
                      <a:pt x="125" y="438"/>
                    </a:lnTo>
                    <a:lnTo>
                      <a:pt x="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4" name="Google Shape;2284;p31">
                <a:extLst>
                  <a:ext uri="{FF2B5EF4-FFF2-40B4-BE49-F238E27FC236}">
                    <a16:creationId xmlns:a16="http://schemas.microsoft.com/office/drawing/2014/main" id="{E7FC1491-7FDA-60F7-4ABC-5223EBCCFEA6}"/>
                  </a:ext>
                </a:extLst>
              </p:cNvPr>
              <p:cNvSpPr/>
              <p:nvPr/>
            </p:nvSpPr>
            <p:spPr>
              <a:xfrm>
                <a:off x="4161244" y="2358685"/>
                <a:ext cx="16135" cy="57498"/>
              </a:xfrm>
              <a:custGeom>
                <a:avLst/>
                <a:gdLst/>
                <a:ahLst/>
                <a:cxnLst/>
                <a:rect l="l" t="t" r="r" b="b"/>
                <a:pathLst>
                  <a:path w="126" h="449" extrusionOk="0">
                    <a:moveTo>
                      <a:pt x="1" y="1"/>
                    </a:moveTo>
                    <a:lnTo>
                      <a:pt x="1" y="449"/>
                    </a:lnTo>
                    <a:lnTo>
                      <a:pt x="125" y="449"/>
                    </a:lnTo>
                    <a:lnTo>
                      <a:pt x="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5" name="Google Shape;2285;p31">
                <a:extLst>
                  <a:ext uri="{FF2B5EF4-FFF2-40B4-BE49-F238E27FC236}">
                    <a16:creationId xmlns:a16="http://schemas.microsoft.com/office/drawing/2014/main" id="{A0A04408-9CC7-1D07-22D7-B60ED6B3B5FC}"/>
                  </a:ext>
                </a:extLst>
              </p:cNvPr>
              <p:cNvSpPr/>
              <p:nvPr/>
            </p:nvSpPr>
            <p:spPr>
              <a:xfrm>
                <a:off x="4161244" y="2471759"/>
                <a:ext cx="16135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26" h="439" extrusionOk="0">
                    <a:moveTo>
                      <a:pt x="1" y="0"/>
                    </a:moveTo>
                    <a:lnTo>
                      <a:pt x="1" y="438"/>
                    </a:lnTo>
                    <a:lnTo>
                      <a:pt x="125" y="438"/>
                    </a:lnTo>
                    <a:lnTo>
                      <a:pt x="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6" name="Google Shape;2286;p31">
                <a:extLst>
                  <a:ext uri="{FF2B5EF4-FFF2-40B4-BE49-F238E27FC236}">
                    <a16:creationId xmlns:a16="http://schemas.microsoft.com/office/drawing/2014/main" id="{0F9F83FD-DADD-F532-61B0-64F89E08397E}"/>
                  </a:ext>
                </a:extLst>
              </p:cNvPr>
              <p:cNvSpPr/>
              <p:nvPr/>
            </p:nvSpPr>
            <p:spPr>
              <a:xfrm>
                <a:off x="4161244" y="2583424"/>
                <a:ext cx="16135" cy="58010"/>
              </a:xfrm>
              <a:custGeom>
                <a:avLst/>
                <a:gdLst/>
                <a:ahLst/>
                <a:cxnLst/>
                <a:rect l="l" t="t" r="r" b="b"/>
                <a:pathLst>
                  <a:path w="126" h="453" extrusionOk="0">
                    <a:moveTo>
                      <a:pt x="1" y="1"/>
                    </a:moveTo>
                    <a:lnTo>
                      <a:pt x="1" y="452"/>
                    </a:lnTo>
                    <a:lnTo>
                      <a:pt x="125" y="452"/>
                    </a:lnTo>
                    <a:lnTo>
                      <a:pt x="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7" name="Google Shape;2287;p31">
                <a:extLst>
                  <a:ext uri="{FF2B5EF4-FFF2-40B4-BE49-F238E27FC236}">
                    <a16:creationId xmlns:a16="http://schemas.microsoft.com/office/drawing/2014/main" id="{F3FE45FE-B10C-2BCD-3D75-24D92D23CB6E}"/>
                  </a:ext>
                </a:extLst>
              </p:cNvPr>
              <p:cNvSpPr/>
              <p:nvPr/>
            </p:nvSpPr>
            <p:spPr>
              <a:xfrm>
                <a:off x="4161244" y="3373787"/>
                <a:ext cx="16135" cy="55705"/>
              </a:xfrm>
              <a:custGeom>
                <a:avLst/>
                <a:gdLst/>
                <a:ahLst/>
                <a:cxnLst/>
                <a:rect l="l" t="t" r="r" b="b"/>
                <a:pathLst>
                  <a:path w="126" h="435" extrusionOk="0">
                    <a:moveTo>
                      <a:pt x="1" y="0"/>
                    </a:moveTo>
                    <a:lnTo>
                      <a:pt x="1" y="422"/>
                    </a:lnTo>
                    <a:lnTo>
                      <a:pt x="1" y="435"/>
                    </a:lnTo>
                    <a:lnTo>
                      <a:pt x="125" y="435"/>
                    </a:lnTo>
                    <a:lnTo>
                      <a:pt x="125" y="422"/>
                    </a:lnTo>
                    <a:lnTo>
                      <a:pt x="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8" name="Google Shape;2288;p31">
                <a:extLst>
                  <a:ext uri="{FF2B5EF4-FFF2-40B4-BE49-F238E27FC236}">
                    <a16:creationId xmlns:a16="http://schemas.microsoft.com/office/drawing/2014/main" id="{20D6F10B-650E-A48C-258F-621B10C28220}"/>
                  </a:ext>
                </a:extLst>
              </p:cNvPr>
              <p:cNvSpPr/>
              <p:nvPr/>
            </p:nvSpPr>
            <p:spPr>
              <a:xfrm>
                <a:off x="4393154" y="3710319"/>
                <a:ext cx="57882" cy="22666"/>
              </a:xfrm>
              <a:custGeom>
                <a:avLst/>
                <a:gdLst/>
                <a:ahLst/>
                <a:cxnLst/>
                <a:rect l="l" t="t" r="r" b="b"/>
                <a:pathLst>
                  <a:path w="452" h="177" extrusionOk="0">
                    <a:moveTo>
                      <a:pt x="30" y="0"/>
                    </a:moveTo>
                    <a:lnTo>
                      <a:pt x="1" y="108"/>
                    </a:lnTo>
                    <a:cubicBezTo>
                      <a:pt x="138" y="151"/>
                      <a:pt x="288" y="177"/>
                      <a:pt x="439" y="177"/>
                    </a:cubicBezTo>
                    <a:lnTo>
                      <a:pt x="452" y="69"/>
                    </a:lnTo>
                    <a:cubicBezTo>
                      <a:pt x="301" y="52"/>
                      <a:pt x="164" y="39"/>
                      <a:pt x="3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9" name="Google Shape;2289;p31">
                <a:extLst>
                  <a:ext uri="{FF2B5EF4-FFF2-40B4-BE49-F238E27FC236}">
                    <a16:creationId xmlns:a16="http://schemas.microsoft.com/office/drawing/2014/main" id="{6F416088-426D-F1A9-C968-CB5B372FBC04}"/>
                  </a:ext>
                </a:extLst>
              </p:cNvPr>
              <p:cNvSpPr/>
              <p:nvPr/>
            </p:nvSpPr>
            <p:spPr>
              <a:xfrm>
                <a:off x="4161244" y="2696882"/>
                <a:ext cx="16135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26" h="436" extrusionOk="0">
                    <a:moveTo>
                      <a:pt x="1" y="1"/>
                    </a:moveTo>
                    <a:lnTo>
                      <a:pt x="1" y="435"/>
                    </a:lnTo>
                    <a:lnTo>
                      <a:pt x="125" y="435"/>
                    </a:lnTo>
                    <a:lnTo>
                      <a:pt x="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0" name="Google Shape;2290;p31">
                <a:extLst>
                  <a:ext uri="{FF2B5EF4-FFF2-40B4-BE49-F238E27FC236}">
                    <a16:creationId xmlns:a16="http://schemas.microsoft.com/office/drawing/2014/main" id="{7A46C242-43C6-0FDD-8C3D-8CCAFD2E7115}"/>
                  </a:ext>
                </a:extLst>
              </p:cNvPr>
              <p:cNvSpPr/>
              <p:nvPr/>
            </p:nvSpPr>
            <p:spPr>
              <a:xfrm>
                <a:off x="4168415" y="3483403"/>
                <a:ext cx="29837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233" h="452" extrusionOk="0">
                    <a:moveTo>
                      <a:pt x="108" y="1"/>
                    </a:moveTo>
                    <a:lnTo>
                      <a:pt x="0" y="27"/>
                    </a:lnTo>
                    <a:cubicBezTo>
                      <a:pt x="27" y="164"/>
                      <a:pt x="69" y="314"/>
                      <a:pt x="121" y="452"/>
                    </a:cubicBezTo>
                    <a:lnTo>
                      <a:pt x="233" y="409"/>
                    </a:lnTo>
                    <a:cubicBezTo>
                      <a:pt x="177" y="288"/>
                      <a:pt x="134" y="138"/>
                      <a:pt x="10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1" name="Google Shape;2291;p31">
                <a:extLst>
                  <a:ext uri="{FF2B5EF4-FFF2-40B4-BE49-F238E27FC236}">
                    <a16:creationId xmlns:a16="http://schemas.microsoft.com/office/drawing/2014/main" id="{005344D6-C305-30D3-5F57-ACDDF57AEBB2}"/>
                  </a:ext>
                </a:extLst>
              </p:cNvPr>
              <p:cNvSpPr/>
              <p:nvPr/>
            </p:nvSpPr>
            <p:spPr>
              <a:xfrm>
                <a:off x="4288532" y="3664603"/>
                <a:ext cx="56217" cy="40338"/>
              </a:xfrm>
              <a:custGeom>
                <a:avLst/>
                <a:gdLst/>
                <a:ahLst/>
                <a:cxnLst/>
                <a:rect l="l" t="t" r="r" b="b"/>
                <a:pathLst>
                  <a:path w="439" h="315" extrusionOk="0">
                    <a:moveTo>
                      <a:pt x="69" y="1"/>
                    </a:moveTo>
                    <a:lnTo>
                      <a:pt x="1" y="83"/>
                    </a:lnTo>
                    <a:cubicBezTo>
                      <a:pt x="125" y="181"/>
                      <a:pt x="259" y="246"/>
                      <a:pt x="396" y="315"/>
                    </a:cubicBezTo>
                    <a:lnTo>
                      <a:pt x="439" y="220"/>
                    </a:lnTo>
                    <a:cubicBezTo>
                      <a:pt x="314" y="151"/>
                      <a:pt x="193" y="83"/>
                      <a:pt x="6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2" name="Google Shape;2292;p31">
                <a:extLst>
                  <a:ext uri="{FF2B5EF4-FFF2-40B4-BE49-F238E27FC236}">
                    <a16:creationId xmlns:a16="http://schemas.microsoft.com/office/drawing/2014/main" id="{AD1C0F53-7947-D6AF-E0DC-B92CDFEC98E3}"/>
                  </a:ext>
                </a:extLst>
              </p:cNvPr>
              <p:cNvSpPr/>
              <p:nvPr/>
            </p:nvSpPr>
            <p:spPr>
              <a:xfrm>
                <a:off x="4210290" y="3584696"/>
                <a:ext cx="45332" cy="54168"/>
              </a:xfrm>
              <a:custGeom>
                <a:avLst/>
                <a:gdLst/>
                <a:ahLst/>
                <a:cxnLst/>
                <a:rect l="l" t="t" r="r" b="b"/>
                <a:pathLst>
                  <a:path w="354" h="423" extrusionOk="0">
                    <a:moveTo>
                      <a:pt x="95" y="1"/>
                    </a:moveTo>
                    <a:lnTo>
                      <a:pt x="0" y="69"/>
                    </a:lnTo>
                    <a:cubicBezTo>
                      <a:pt x="82" y="190"/>
                      <a:pt x="177" y="314"/>
                      <a:pt x="285" y="422"/>
                    </a:cubicBezTo>
                    <a:lnTo>
                      <a:pt x="353" y="341"/>
                    </a:lnTo>
                    <a:cubicBezTo>
                      <a:pt x="259" y="233"/>
                      <a:pt x="177" y="122"/>
                      <a:pt x="9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3" name="Google Shape;2293;p31">
                <a:extLst>
                  <a:ext uri="{FF2B5EF4-FFF2-40B4-BE49-F238E27FC236}">
                    <a16:creationId xmlns:a16="http://schemas.microsoft.com/office/drawing/2014/main" id="{0A7811F3-A7A2-836F-74DA-A8D4459ED7BD}"/>
                  </a:ext>
                </a:extLst>
              </p:cNvPr>
              <p:cNvSpPr/>
              <p:nvPr/>
            </p:nvSpPr>
            <p:spPr>
              <a:xfrm>
                <a:off x="3857879" y="1971571"/>
                <a:ext cx="57882" cy="17288"/>
              </a:xfrm>
              <a:custGeom>
                <a:avLst/>
                <a:gdLst/>
                <a:ahLst/>
                <a:cxnLst/>
                <a:rect l="l" t="t" r="r" b="b"/>
                <a:pathLst>
                  <a:path w="452" h="135" extrusionOk="0">
                    <a:moveTo>
                      <a:pt x="0" y="0"/>
                    </a:moveTo>
                    <a:lnTo>
                      <a:pt x="13" y="108"/>
                    </a:lnTo>
                    <a:lnTo>
                      <a:pt x="95" y="108"/>
                    </a:lnTo>
                    <a:cubicBezTo>
                      <a:pt x="206" y="108"/>
                      <a:pt x="327" y="121"/>
                      <a:pt x="435" y="134"/>
                    </a:cubicBezTo>
                    <a:lnTo>
                      <a:pt x="451" y="26"/>
                    </a:lnTo>
                    <a:cubicBezTo>
                      <a:pt x="340" y="13"/>
                      <a:pt x="219" y="0"/>
                      <a:pt x="9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4" name="Google Shape;2294;p31">
                <a:extLst>
                  <a:ext uri="{FF2B5EF4-FFF2-40B4-BE49-F238E27FC236}">
                    <a16:creationId xmlns:a16="http://schemas.microsoft.com/office/drawing/2014/main" id="{6EE9120F-06BC-2F00-AC35-AAC21C0C5CE6}"/>
                  </a:ext>
                </a:extLst>
              </p:cNvPr>
              <p:cNvSpPr/>
              <p:nvPr/>
            </p:nvSpPr>
            <p:spPr>
              <a:xfrm>
                <a:off x="4161244" y="2245228"/>
                <a:ext cx="16135" cy="57498"/>
              </a:xfrm>
              <a:custGeom>
                <a:avLst/>
                <a:gdLst/>
                <a:ahLst/>
                <a:cxnLst/>
                <a:rect l="l" t="t" r="r" b="b"/>
                <a:pathLst>
                  <a:path w="126" h="449" extrusionOk="0">
                    <a:moveTo>
                      <a:pt x="109" y="1"/>
                    </a:moveTo>
                    <a:lnTo>
                      <a:pt x="1" y="14"/>
                    </a:lnTo>
                    <a:lnTo>
                      <a:pt x="1" y="259"/>
                    </a:lnTo>
                    <a:lnTo>
                      <a:pt x="1" y="449"/>
                    </a:lnTo>
                    <a:lnTo>
                      <a:pt x="125" y="449"/>
                    </a:lnTo>
                    <a:lnTo>
                      <a:pt x="125" y="259"/>
                    </a:lnTo>
                    <a:cubicBezTo>
                      <a:pt x="125" y="164"/>
                      <a:pt x="109" y="83"/>
                      <a:pt x="10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5" name="Google Shape;2295;p31">
                <a:extLst>
                  <a:ext uri="{FF2B5EF4-FFF2-40B4-BE49-F238E27FC236}">
                    <a16:creationId xmlns:a16="http://schemas.microsoft.com/office/drawing/2014/main" id="{E92F26FA-B730-B44E-7883-0F74786DF9F9}"/>
                  </a:ext>
                </a:extLst>
              </p:cNvPr>
              <p:cNvSpPr/>
              <p:nvPr/>
            </p:nvSpPr>
            <p:spPr>
              <a:xfrm>
                <a:off x="4129870" y="2135227"/>
                <a:ext cx="33167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259" h="452" extrusionOk="0">
                    <a:moveTo>
                      <a:pt x="96" y="0"/>
                    </a:moveTo>
                    <a:lnTo>
                      <a:pt x="1" y="56"/>
                    </a:lnTo>
                    <a:cubicBezTo>
                      <a:pt x="56" y="177"/>
                      <a:pt x="109" y="314"/>
                      <a:pt x="151" y="451"/>
                    </a:cubicBezTo>
                    <a:lnTo>
                      <a:pt x="259" y="422"/>
                    </a:lnTo>
                    <a:cubicBezTo>
                      <a:pt x="220" y="275"/>
                      <a:pt x="164" y="138"/>
                      <a:pt x="9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6" name="Google Shape;2296;p31">
                <a:extLst>
                  <a:ext uri="{FF2B5EF4-FFF2-40B4-BE49-F238E27FC236}">
                    <a16:creationId xmlns:a16="http://schemas.microsoft.com/office/drawing/2014/main" id="{447595B4-7A5B-D58E-5E83-982056AAE7B2}"/>
                  </a:ext>
                </a:extLst>
              </p:cNvPr>
              <p:cNvSpPr/>
              <p:nvPr/>
            </p:nvSpPr>
            <p:spPr>
              <a:xfrm>
                <a:off x="4062129" y="2046484"/>
                <a:ext cx="48662" cy="50711"/>
              </a:xfrm>
              <a:custGeom>
                <a:avLst/>
                <a:gdLst/>
                <a:ahLst/>
                <a:cxnLst/>
                <a:rect l="l" t="t" r="r" b="b"/>
                <a:pathLst>
                  <a:path w="380" h="396" extrusionOk="0">
                    <a:moveTo>
                      <a:pt x="66" y="0"/>
                    </a:moveTo>
                    <a:lnTo>
                      <a:pt x="0" y="82"/>
                    </a:lnTo>
                    <a:cubicBezTo>
                      <a:pt x="108" y="177"/>
                      <a:pt x="203" y="285"/>
                      <a:pt x="285" y="396"/>
                    </a:cubicBezTo>
                    <a:lnTo>
                      <a:pt x="379" y="327"/>
                    </a:lnTo>
                    <a:cubicBezTo>
                      <a:pt x="285" y="203"/>
                      <a:pt x="177" y="95"/>
                      <a:pt x="6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7" name="Google Shape;2297;p31">
                <a:extLst>
                  <a:ext uri="{FF2B5EF4-FFF2-40B4-BE49-F238E27FC236}">
                    <a16:creationId xmlns:a16="http://schemas.microsoft.com/office/drawing/2014/main" id="{A80D2998-F908-C513-497C-DC10CB50292C}"/>
                  </a:ext>
                </a:extLst>
              </p:cNvPr>
              <p:cNvSpPr/>
              <p:nvPr/>
            </p:nvSpPr>
            <p:spPr>
              <a:xfrm>
                <a:off x="3965830" y="1988731"/>
                <a:ext cx="57882" cy="36881"/>
              </a:xfrm>
              <a:custGeom>
                <a:avLst/>
                <a:gdLst/>
                <a:ahLst/>
                <a:cxnLst/>
                <a:rect l="l" t="t" r="r" b="b"/>
                <a:pathLst>
                  <a:path w="452" h="288" extrusionOk="0">
                    <a:moveTo>
                      <a:pt x="43" y="0"/>
                    </a:moveTo>
                    <a:lnTo>
                      <a:pt x="0" y="95"/>
                    </a:lnTo>
                    <a:cubicBezTo>
                      <a:pt x="138" y="151"/>
                      <a:pt x="275" y="206"/>
                      <a:pt x="396" y="288"/>
                    </a:cubicBezTo>
                    <a:lnTo>
                      <a:pt x="452" y="193"/>
                    </a:lnTo>
                    <a:cubicBezTo>
                      <a:pt x="327" y="111"/>
                      <a:pt x="193" y="56"/>
                      <a:pt x="4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8" name="Google Shape;2298;p31">
                <a:extLst>
                  <a:ext uri="{FF2B5EF4-FFF2-40B4-BE49-F238E27FC236}">
                    <a16:creationId xmlns:a16="http://schemas.microsoft.com/office/drawing/2014/main" id="{AB554A4C-ECDF-C8B1-00F5-B0CE945AFC9B}"/>
                  </a:ext>
                </a:extLst>
              </p:cNvPr>
              <p:cNvSpPr/>
              <p:nvPr/>
            </p:nvSpPr>
            <p:spPr>
              <a:xfrm>
                <a:off x="4161244" y="3260329"/>
                <a:ext cx="16135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26" h="436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25" y="435"/>
                    </a:lnTo>
                    <a:lnTo>
                      <a:pt x="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9" name="Google Shape;2299;p31">
                <a:extLst>
                  <a:ext uri="{FF2B5EF4-FFF2-40B4-BE49-F238E27FC236}">
                    <a16:creationId xmlns:a16="http://schemas.microsoft.com/office/drawing/2014/main" id="{7C768AAF-620A-8F4F-5FCC-AE1186B421F1}"/>
                  </a:ext>
                </a:extLst>
              </p:cNvPr>
              <p:cNvSpPr/>
              <p:nvPr/>
            </p:nvSpPr>
            <p:spPr>
              <a:xfrm>
                <a:off x="4161244" y="3035079"/>
                <a:ext cx="16135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26" h="439" extrusionOk="0">
                    <a:moveTo>
                      <a:pt x="1" y="1"/>
                    </a:moveTo>
                    <a:lnTo>
                      <a:pt x="1" y="439"/>
                    </a:lnTo>
                    <a:lnTo>
                      <a:pt x="125" y="439"/>
                    </a:lnTo>
                    <a:lnTo>
                      <a:pt x="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0" name="Google Shape;2300;p31">
                <a:extLst>
                  <a:ext uri="{FF2B5EF4-FFF2-40B4-BE49-F238E27FC236}">
                    <a16:creationId xmlns:a16="http://schemas.microsoft.com/office/drawing/2014/main" id="{57387F31-FC8D-B6E9-D873-4A40142226DF}"/>
                  </a:ext>
                </a:extLst>
              </p:cNvPr>
              <p:cNvSpPr/>
              <p:nvPr/>
            </p:nvSpPr>
            <p:spPr>
              <a:xfrm>
                <a:off x="4161244" y="2810340"/>
                <a:ext cx="16135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26" h="436" extrusionOk="0">
                    <a:moveTo>
                      <a:pt x="1" y="1"/>
                    </a:moveTo>
                    <a:lnTo>
                      <a:pt x="1" y="435"/>
                    </a:lnTo>
                    <a:lnTo>
                      <a:pt x="125" y="435"/>
                    </a:lnTo>
                    <a:lnTo>
                      <a:pt x="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1" name="Google Shape;2301;p31">
                <a:extLst>
                  <a:ext uri="{FF2B5EF4-FFF2-40B4-BE49-F238E27FC236}">
                    <a16:creationId xmlns:a16="http://schemas.microsoft.com/office/drawing/2014/main" id="{B2765CF0-A44E-D076-81A4-1309392E96B1}"/>
                  </a:ext>
                </a:extLst>
              </p:cNvPr>
              <p:cNvSpPr/>
              <p:nvPr/>
            </p:nvSpPr>
            <p:spPr>
              <a:xfrm>
                <a:off x="4161244" y="3146872"/>
                <a:ext cx="16135" cy="57498"/>
              </a:xfrm>
              <a:custGeom>
                <a:avLst/>
                <a:gdLst/>
                <a:ahLst/>
                <a:cxnLst/>
                <a:rect l="l" t="t" r="r" b="b"/>
                <a:pathLst>
                  <a:path w="126" h="449" extrusionOk="0">
                    <a:moveTo>
                      <a:pt x="1" y="1"/>
                    </a:moveTo>
                    <a:lnTo>
                      <a:pt x="1" y="448"/>
                    </a:lnTo>
                    <a:lnTo>
                      <a:pt x="125" y="448"/>
                    </a:lnTo>
                    <a:lnTo>
                      <a:pt x="1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2" name="Google Shape;2302;p31">
                <a:extLst>
                  <a:ext uri="{FF2B5EF4-FFF2-40B4-BE49-F238E27FC236}">
                    <a16:creationId xmlns:a16="http://schemas.microsoft.com/office/drawing/2014/main" id="{8D74FE70-5FEF-1CD5-313B-4FA060B9BD44}"/>
                  </a:ext>
                </a:extLst>
              </p:cNvPr>
              <p:cNvSpPr/>
              <p:nvPr/>
            </p:nvSpPr>
            <p:spPr>
              <a:xfrm>
                <a:off x="4761060" y="1231918"/>
                <a:ext cx="14342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6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12" y="435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3" name="Google Shape;2303;p31">
                <a:extLst>
                  <a:ext uri="{FF2B5EF4-FFF2-40B4-BE49-F238E27FC236}">
                    <a16:creationId xmlns:a16="http://schemas.microsoft.com/office/drawing/2014/main" id="{8F43210B-587B-90C6-77DF-FA6D637207C0}"/>
                  </a:ext>
                </a:extLst>
              </p:cNvPr>
              <p:cNvSpPr/>
              <p:nvPr/>
            </p:nvSpPr>
            <p:spPr>
              <a:xfrm>
                <a:off x="4761060" y="1343711"/>
                <a:ext cx="14342" cy="57498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49" extrusionOk="0">
                    <a:moveTo>
                      <a:pt x="1" y="0"/>
                    </a:moveTo>
                    <a:lnTo>
                      <a:pt x="1" y="448"/>
                    </a:lnTo>
                    <a:lnTo>
                      <a:pt x="112" y="448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4" name="Google Shape;2304;p31">
                <a:extLst>
                  <a:ext uri="{FF2B5EF4-FFF2-40B4-BE49-F238E27FC236}">
                    <a16:creationId xmlns:a16="http://schemas.microsoft.com/office/drawing/2014/main" id="{4AEDB56F-5C81-00F9-25C5-6FA68F6634AF}"/>
                  </a:ext>
                </a:extLst>
              </p:cNvPr>
              <p:cNvSpPr/>
              <p:nvPr/>
            </p:nvSpPr>
            <p:spPr>
              <a:xfrm>
                <a:off x="4761060" y="1003338"/>
                <a:ext cx="14342" cy="59547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65" extrusionOk="0">
                    <a:moveTo>
                      <a:pt x="1" y="1"/>
                    </a:moveTo>
                    <a:lnTo>
                      <a:pt x="1" y="27"/>
                    </a:lnTo>
                    <a:lnTo>
                      <a:pt x="1" y="436"/>
                    </a:lnTo>
                    <a:lnTo>
                      <a:pt x="1" y="465"/>
                    </a:lnTo>
                    <a:lnTo>
                      <a:pt x="112" y="465"/>
                    </a:lnTo>
                    <a:lnTo>
                      <a:pt x="112" y="436"/>
                    </a:lnTo>
                    <a:lnTo>
                      <a:pt x="112" y="27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5" name="Google Shape;2305;p31">
                <a:extLst>
                  <a:ext uri="{FF2B5EF4-FFF2-40B4-BE49-F238E27FC236}">
                    <a16:creationId xmlns:a16="http://schemas.microsoft.com/office/drawing/2014/main" id="{7F1A59A1-C1C8-5003-2CDA-80560D88E8D2}"/>
                  </a:ext>
                </a:extLst>
              </p:cNvPr>
              <p:cNvSpPr/>
              <p:nvPr/>
            </p:nvSpPr>
            <p:spPr>
              <a:xfrm>
                <a:off x="4761060" y="1118460"/>
                <a:ext cx="14342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52" extrusionOk="0">
                    <a:moveTo>
                      <a:pt x="1" y="1"/>
                    </a:moveTo>
                    <a:lnTo>
                      <a:pt x="1" y="452"/>
                    </a:lnTo>
                    <a:lnTo>
                      <a:pt x="112" y="452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6" name="Google Shape;2306;p31">
                <a:extLst>
                  <a:ext uri="{FF2B5EF4-FFF2-40B4-BE49-F238E27FC236}">
                    <a16:creationId xmlns:a16="http://schemas.microsoft.com/office/drawing/2014/main" id="{BB40EDE5-622D-5353-EA97-CAFD37A2E3ED}"/>
                  </a:ext>
                </a:extLst>
              </p:cNvPr>
              <p:cNvSpPr/>
              <p:nvPr/>
            </p:nvSpPr>
            <p:spPr>
              <a:xfrm>
                <a:off x="4761060" y="2020105"/>
                <a:ext cx="14342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9" extrusionOk="0">
                    <a:moveTo>
                      <a:pt x="1" y="0"/>
                    </a:moveTo>
                    <a:lnTo>
                      <a:pt x="1" y="438"/>
                    </a:lnTo>
                    <a:lnTo>
                      <a:pt x="112" y="438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7" name="Google Shape;2307;p31">
                <a:extLst>
                  <a:ext uri="{FF2B5EF4-FFF2-40B4-BE49-F238E27FC236}">
                    <a16:creationId xmlns:a16="http://schemas.microsoft.com/office/drawing/2014/main" id="{82C014D1-81E9-EDCE-7F62-43330C50F5A4}"/>
                  </a:ext>
                </a:extLst>
              </p:cNvPr>
              <p:cNvSpPr/>
              <p:nvPr/>
            </p:nvSpPr>
            <p:spPr>
              <a:xfrm>
                <a:off x="4761060" y="2131898"/>
                <a:ext cx="14342" cy="5737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48" extrusionOk="0">
                    <a:moveTo>
                      <a:pt x="1" y="0"/>
                    </a:moveTo>
                    <a:lnTo>
                      <a:pt x="1" y="448"/>
                    </a:lnTo>
                    <a:lnTo>
                      <a:pt x="112" y="448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8" name="Google Shape;2308;p31">
                <a:extLst>
                  <a:ext uri="{FF2B5EF4-FFF2-40B4-BE49-F238E27FC236}">
                    <a16:creationId xmlns:a16="http://schemas.microsoft.com/office/drawing/2014/main" id="{6BAE43A8-4B1C-89C9-FBC0-BFE997995C1A}"/>
                  </a:ext>
                </a:extLst>
              </p:cNvPr>
              <p:cNvSpPr/>
              <p:nvPr/>
            </p:nvSpPr>
            <p:spPr>
              <a:xfrm>
                <a:off x="4761060" y="1456657"/>
                <a:ext cx="14342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9" extrusionOk="0">
                    <a:moveTo>
                      <a:pt x="1" y="1"/>
                    </a:moveTo>
                    <a:lnTo>
                      <a:pt x="1" y="439"/>
                    </a:lnTo>
                    <a:lnTo>
                      <a:pt x="112" y="439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9" name="Google Shape;2309;p31">
                <a:extLst>
                  <a:ext uri="{FF2B5EF4-FFF2-40B4-BE49-F238E27FC236}">
                    <a16:creationId xmlns:a16="http://schemas.microsoft.com/office/drawing/2014/main" id="{B1FD1FBB-7DD3-0F6D-D98B-DCAEDEB03C11}"/>
                  </a:ext>
                </a:extLst>
              </p:cNvPr>
              <p:cNvSpPr/>
              <p:nvPr/>
            </p:nvSpPr>
            <p:spPr>
              <a:xfrm>
                <a:off x="4761060" y="2245228"/>
                <a:ext cx="14342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6" extrusionOk="0">
                    <a:moveTo>
                      <a:pt x="1" y="1"/>
                    </a:moveTo>
                    <a:lnTo>
                      <a:pt x="1" y="436"/>
                    </a:lnTo>
                    <a:lnTo>
                      <a:pt x="112" y="436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0" name="Google Shape;2310;p31">
                <a:extLst>
                  <a:ext uri="{FF2B5EF4-FFF2-40B4-BE49-F238E27FC236}">
                    <a16:creationId xmlns:a16="http://schemas.microsoft.com/office/drawing/2014/main" id="{40C1ADDD-BD2D-3B62-1987-D6DFB5703EFA}"/>
                  </a:ext>
                </a:extLst>
              </p:cNvPr>
              <p:cNvSpPr/>
              <p:nvPr/>
            </p:nvSpPr>
            <p:spPr>
              <a:xfrm>
                <a:off x="4761060" y="1570115"/>
                <a:ext cx="14342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9" extrusionOk="0">
                    <a:moveTo>
                      <a:pt x="1" y="1"/>
                    </a:moveTo>
                    <a:lnTo>
                      <a:pt x="1" y="439"/>
                    </a:lnTo>
                    <a:lnTo>
                      <a:pt x="112" y="439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1" name="Google Shape;2311;p31">
                <a:extLst>
                  <a:ext uri="{FF2B5EF4-FFF2-40B4-BE49-F238E27FC236}">
                    <a16:creationId xmlns:a16="http://schemas.microsoft.com/office/drawing/2014/main" id="{B35ED3CF-DC99-4EBB-7F0A-FEC2F2CF8A42}"/>
                  </a:ext>
                </a:extLst>
              </p:cNvPr>
              <p:cNvSpPr/>
              <p:nvPr/>
            </p:nvSpPr>
            <p:spPr>
              <a:xfrm>
                <a:off x="4761060" y="1681908"/>
                <a:ext cx="14342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6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12" y="435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2" name="Google Shape;2312;p31">
                <a:extLst>
                  <a:ext uri="{FF2B5EF4-FFF2-40B4-BE49-F238E27FC236}">
                    <a16:creationId xmlns:a16="http://schemas.microsoft.com/office/drawing/2014/main" id="{B653FEDC-E825-D3A7-9515-59E23C12892D}"/>
                  </a:ext>
                </a:extLst>
              </p:cNvPr>
              <p:cNvSpPr/>
              <p:nvPr/>
            </p:nvSpPr>
            <p:spPr>
              <a:xfrm>
                <a:off x="4761060" y="1906647"/>
                <a:ext cx="14342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52" extrusionOk="0">
                    <a:moveTo>
                      <a:pt x="1" y="1"/>
                    </a:moveTo>
                    <a:lnTo>
                      <a:pt x="1" y="452"/>
                    </a:lnTo>
                    <a:lnTo>
                      <a:pt x="112" y="452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3" name="Google Shape;2313;p31">
                <a:extLst>
                  <a:ext uri="{FF2B5EF4-FFF2-40B4-BE49-F238E27FC236}">
                    <a16:creationId xmlns:a16="http://schemas.microsoft.com/office/drawing/2014/main" id="{172CF292-3E04-9959-2918-A70000D21E28}"/>
                  </a:ext>
                </a:extLst>
              </p:cNvPr>
              <p:cNvSpPr/>
              <p:nvPr/>
            </p:nvSpPr>
            <p:spPr>
              <a:xfrm>
                <a:off x="4761060" y="1795366"/>
                <a:ext cx="14342" cy="55705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5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12" y="435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4" name="Google Shape;2314;p31">
                <a:extLst>
                  <a:ext uri="{FF2B5EF4-FFF2-40B4-BE49-F238E27FC236}">
                    <a16:creationId xmlns:a16="http://schemas.microsoft.com/office/drawing/2014/main" id="{7406BCC1-FE5B-9F09-FCA6-6FA5BA3AFB68}"/>
                  </a:ext>
                </a:extLst>
              </p:cNvPr>
              <p:cNvSpPr/>
              <p:nvPr/>
            </p:nvSpPr>
            <p:spPr>
              <a:xfrm>
                <a:off x="4761060" y="328609"/>
                <a:ext cx="14342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6" extrusionOk="0">
                    <a:moveTo>
                      <a:pt x="1" y="1"/>
                    </a:moveTo>
                    <a:lnTo>
                      <a:pt x="1" y="435"/>
                    </a:lnTo>
                    <a:lnTo>
                      <a:pt x="112" y="435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5" name="Google Shape;2315;p31">
                <a:extLst>
                  <a:ext uri="{FF2B5EF4-FFF2-40B4-BE49-F238E27FC236}">
                    <a16:creationId xmlns:a16="http://schemas.microsoft.com/office/drawing/2014/main" id="{2FC1B9C0-129F-FBCC-EF4C-24805294696B}"/>
                  </a:ext>
                </a:extLst>
              </p:cNvPr>
              <p:cNvSpPr/>
              <p:nvPr/>
            </p:nvSpPr>
            <p:spPr>
              <a:xfrm>
                <a:off x="4761060" y="440018"/>
                <a:ext cx="14342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9" extrusionOk="0">
                    <a:moveTo>
                      <a:pt x="1" y="0"/>
                    </a:moveTo>
                    <a:lnTo>
                      <a:pt x="1" y="438"/>
                    </a:lnTo>
                    <a:lnTo>
                      <a:pt x="112" y="438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6" name="Google Shape;2316;p31">
                <a:extLst>
                  <a:ext uri="{FF2B5EF4-FFF2-40B4-BE49-F238E27FC236}">
                    <a16:creationId xmlns:a16="http://schemas.microsoft.com/office/drawing/2014/main" id="{F43B8DE2-ED73-072B-9A0B-630587CB8E7C}"/>
                  </a:ext>
                </a:extLst>
              </p:cNvPr>
              <p:cNvSpPr/>
              <p:nvPr/>
            </p:nvSpPr>
            <p:spPr>
              <a:xfrm>
                <a:off x="4761060" y="101822"/>
                <a:ext cx="14342" cy="5737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48" extrusionOk="0">
                    <a:moveTo>
                      <a:pt x="1" y="0"/>
                    </a:moveTo>
                    <a:lnTo>
                      <a:pt x="1" y="448"/>
                    </a:lnTo>
                    <a:lnTo>
                      <a:pt x="112" y="448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7" name="Google Shape;2317;p31">
                <a:extLst>
                  <a:ext uri="{FF2B5EF4-FFF2-40B4-BE49-F238E27FC236}">
                    <a16:creationId xmlns:a16="http://schemas.microsoft.com/office/drawing/2014/main" id="{CEF8CC40-AC41-BCC0-458C-0E1E1A2477E5}"/>
                  </a:ext>
                </a:extLst>
              </p:cNvPr>
              <p:cNvSpPr/>
              <p:nvPr/>
            </p:nvSpPr>
            <p:spPr>
              <a:xfrm>
                <a:off x="4761060" y="215152"/>
                <a:ext cx="14342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6" extrusionOk="0">
                    <a:moveTo>
                      <a:pt x="1" y="1"/>
                    </a:moveTo>
                    <a:lnTo>
                      <a:pt x="1" y="436"/>
                    </a:lnTo>
                    <a:lnTo>
                      <a:pt x="112" y="436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8" name="Google Shape;2318;p31">
                <a:extLst>
                  <a:ext uri="{FF2B5EF4-FFF2-40B4-BE49-F238E27FC236}">
                    <a16:creationId xmlns:a16="http://schemas.microsoft.com/office/drawing/2014/main" id="{25ABB18B-5D82-7F55-238C-0D038E428D8D}"/>
                  </a:ext>
                </a:extLst>
              </p:cNvPr>
              <p:cNvSpPr/>
              <p:nvPr/>
            </p:nvSpPr>
            <p:spPr>
              <a:xfrm>
                <a:off x="4761060" y="553476"/>
                <a:ext cx="14342" cy="55705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5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12" y="435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9" name="Google Shape;2319;p31">
                <a:extLst>
                  <a:ext uri="{FF2B5EF4-FFF2-40B4-BE49-F238E27FC236}">
                    <a16:creationId xmlns:a16="http://schemas.microsoft.com/office/drawing/2014/main" id="{4F27C744-2B30-CA27-83B6-B737BA50BDAB}"/>
                  </a:ext>
                </a:extLst>
              </p:cNvPr>
              <p:cNvSpPr/>
              <p:nvPr/>
            </p:nvSpPr>
            <p:spPr>
              <a:xfrm>
                <a:off x="4761060" y="665141"/>
                <a:ext cx="14342" cy="57498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49" extrusionOk="0">
                    <a:moveTo>
                      <a:pt x="1" y="1"/>
                    </a:moveTo>
                    <a:lnTo>
                      <a:pt x="1" y="449"/>
                    </a:lnTo>
                    <a:lnTo>
                      <a:pt x="112" y="449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0" name="Google Shape;2320;p31">
                <a:extLst>
                  <a:ext uri="{FF2B5EF4-FFF2-40B4-BE49-F238E27FC236}">
                    <a16:creationId xmlns:a16="http://schemas.microsoft.com/office/drawing/2014/main" id="{79D6059C-D399-8661-015F-7CC766196184}"/>
                  </a:ext>
                </a:extLst>
              </p:cNvPr>
              <p:cNvSpPr/>
              <p:nvPr/>
            </p:nvSpPr>
            <p:spPr>
              <a:xfrm>
                <a:off x="4761060" y="778599"/>
                <a:ext cx="14342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6" extrusionOk="0">
                    <a:moveTo>
                      <a:pt x="1" y="1"/>
                    </a:moveTo>
                    <a:lnTo>
                      <a:pt x="1" y="435"/>
                    </a:lnTo>
                    <a:lnTo>
                      <a:pt x="112" y="435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1" name="Google Shape;2321;p31">
                <a:extLst>
                  <a:ext uri="{FF2B5EF4-FFF2-40B4-BE49-F238E27FC236}">
                    <a16:creationId xmlns:a16="http://schemas.microsoft.com/office/drawing/2014/main" id="{7CBDBC65-10AD-92CB-DD80-50DEDC9934B1}"/>
                  </a:ext>
                </a:extLst>
              </p:cNvPr>
              <p:cNvSpPr/>
              <p:nvPr/>
            </p:nvSpPr>
            <p:spPr>
              <a:xfrm>
                <a:off x="4761060" y="889880"/>
                <a:ext cx="14342" cy="58010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53" extrusionOk="0">
                    <a:moveTo>
                      <a:pt x="1" y="1"/>
                    </a:moveTo>
                    <a:lnTo>
                      <a:pt x="1" y="452"/>
                    </a:lnTo>
                    <a:lnTo>
                      <a:pt x="112" y="452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2" name="Google Shape;2322;p31">
                <a:extLst>
                  <a:ext uri="{FF2B5EF4-FFF2-40B4-BE49-F238E27FC236}">
                    <a16:creationId xmlns:a16="http://schemas.microsoft.com/office/drawing/2014/main" id="{A8E6D236-17B3-43C7-B4B7-69B041BA22E3}"/>
                  </a:ext>
                </a:extLst>
              </p:cNvPr>
              <p:cNvSpPr/>
              <p:nvPr/>
            </p:nvSpPr>
            <p:spPr>
              <a:xfrm>
                <a:off x="4761060" y="2921749"/>
                <a:ext cx="14342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9" extrusionOk="0">
                    <a:moveTo>
                      <a:pt x="1" y="0"/>
                    </a:moveTo>
                    <a:lnTo>
                      <a:pt x="1" y="438"/>
                    </a:lnTo>
                    <a:lnTo>
                      <a:pt x="112" y="438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3" name="Google Shape;2323;p31">
                <a:extLst>
                  <a:ext uri="{FF2B5EF4-FFF2-40B4-BE49-F238E27FC236}">
                    <a16:creationId xmlns:a16="http://schemas.microsoft.com/office/drawing/2014/main" id="{FF72BD9D-14AF-6E45-8A17-4A8A67D46A52}"/>
                  </a:ext>
                </a:extLst>
              </p:cNvPr>
              <p:cNvSpPr/>
              <p:nvPr/>
            </p:nvSpPr>
            <p:spPr>
              <a:xfrm>
                <a:off x="4761060" y="2358685"/>
                <a:ext cx="14342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6" extrusionOk="0">
                    <a:moveTo>
                      <a:pt x="1" y="1"/>
                    </a:moveTo>
                    <a:lnTo>
                      <a:pt x="1" y="435"/>
                    </a:lnTo>
                    <a:lnTo>
                      <a:pt x="112" y="435"/>
                    </a:lnTo>
                    <a:lnTo>
                      <a:pt x="112" y="148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4" name="Google Shape;2324;p31">
                <a:extLst>
                  <a:ext uri="{FF2B5EF4-FFF2-40B4-BE49-F238E27FC236}">
                    <a16:creationId xmlns:a16="http://schemas.microsoft.com/office/drawing/2014/main" id="{BFE4D89F-4AA7-1E25-2C02-150EECA8D8D5}"/>
                  </a:ext>
                </a:extLst>
              </p:cNvPr>
              <p:cNvSpPr/>
              <p:nvPr/>
            </p:nvSpPr>
            <p:spPr>
              <a:xfrm>
                <a:off x="4761060" y="2470094"/>
                <a:ext cx="14342" cy="57882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52" extrusionOk="0">
                    <a:moveTo>
                      <a:pt x="1" y="0"/>
                    </a:moveTo>
                    <a:lnTo>
                      <a:pt x="1" y="451"/>
                    </a:lnTo>
                    <a:lnTo>
                      <a:pt x="112" y="451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5" name="Google Shape;2325;p31">
                <a:extLst>
                  <a:ext uri="{FF2B5EF4-FFF2-40B4-BE49-F238E27FC236}">
                    <a16:creationId xmlns:a16="http://schemas.microsoft.com/office/drawing/2014/main" id="{3DC1DBFF-2F28-F28E-8389-13F377FD5B84}"/>
                  </a:ext>
                </a:extLst>
              </p:cNvPr>
              <p:cNvSpPr/>
              <p:nvPr/>
            </p:nvSpPr>
            <p:spPr>
              <a:xfrm>
                <a:off x="4761060" y="2583424"/>
                <a:ext cx="14342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6" extrusionOk="0">
                    <a:moveTo>
                      <a:pt x="1" y="1"/>
                    </a:moveTo>
                    <a:lnTo>
                      <a:pt x="1" y="436"/>
                    </a:lnTo>
                    <a:lnTo>
                      <a:pt x="112" y="436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6" name="Google Shape;2326;p31">
                <a:extLst>
                  <a:ext uri="{FF2B5EF4-FFF2-40B4-BE49-F238E27FC236}">
                    <a16:creationId xmlns:a16="http://schemas.microsoft.com/office/drawing/2014/main" id="{CA41CC74-BF5B-84EC-7DE0-594EC7612FF9}"/>
                  </a:ext>
                </a:extLst>
              </p:cNvPr>
              <p:cNvSpPr/>
              <p:nvPr/>
            </p:nvSpPr>
            <p:spPr>
              <a:xfrm>
                <a:off x="4761060" y="3368281"/>
                <a:ext cx="14342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6" extrusionOk="0">
                    <a:moveTo>
                      <a:pt x="1" y="1"/>
                    </a:moveTo>
                    <a:lnTo>
                      <a:pt x="1" y="422"/>
                    </a:lnTo>
                    <a:lnTo>
                      <a:pt x="1" y="435"/>
                    </a:lnTo>
                    <a:lnTo>
                      <a:pt x="112" y="435"/>
                    </a:lnTo>
                    <a:lnTo>
                      <a:pt x="112" y="422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7" name="Google Shape;2327;p31">
                <a:extLst>
                  <a:ext uri="{FF2B5EF4-FFF2-40B4-BE49-F238E27FC236}">
                    <a16:creationId xmlns:a16="http://schemas.microsoft.com/office/drawing/2014/main" id="{A7599EC6-6D2D-0B3A-52B6-BA3680F45EE1}"/>
                  </a:ext>
                </a:extLst>
              </p:cNvPr>
              <p:cNvSpPr/>
              <p:nvPr/>
            </p:nvSpPr>
            <p:spPr>
              <a:xfrm>
                <a:off x="4485739" y="3710319"/>
                <a:ext cx="59547" cy="22666"/>
              </a:xfrm>
              <a:custGeom>
                <a:avLst/>
                <a:gdLst/>
                <a:ahLst/>
                <a:cxnLst/>
                <a:rect l="l" t="t" r="r" b="b"/>
                <a:pathLst>
                  <a:path w="465" h="177" extrusionOk="0">
                    <a:moveTo>
                      <a:pt x="435" y="0"/>
                    </a:moveTo>
                    <a:cubicBezTo>
                      <a:pt x="288" y="26"/>
                      <a:pt x="150" y="52"/>
                      <a:pt x="0" y="69"/>
                    </a:cubicBezTo>
                    <a:lnTo>
                      <a:pt x="13" y="177"/>
                    </a:lnTo>
                    <a:cubicBezTo>
                      <a:pt x="163" y="164"/>
                      <a:pt x="314" y="134"/>
                      <a:pt x="464" y="108"/>
                    </a:cubicBezTo>
                    <a:lnTo>
                      <a:pt x="43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8" name="Google Shape;2328;p31">
                <a:extLst>
                  <a:ext uri="{FF2B5EF4-FFF2-40B4-BE49-F238E27FC236}">
                    <a16:creationId xmlns:a16="http://schemas.microsoft.com/office/drawing/2014/main" id="{421A8B69-1671-CDA6-81C8-6A160FA1ED1D}"/>
                  </a:ext>
                </a:extLst>
              </p:cNvPr>
              <p:cNvSpPr/>
              <p:nvPr/>
            </p:nvSpPr>
            <p:spPr>
              <a:xfrm>
                <a:off x="4761060" y="2696882"/>
                <a:ext cx="14342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6" extrusionOk="0">
                    <a:moveTo>
                      <a:pt x="1" y="1"/>
                    </a:moveTo>
                    <a:lnTo>
                      <a:pt x="1" y="435"/>
                    </a:lnTo>
                    <a:lnTo>
                      <a:pt x="112" y="435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9" name="Google Shape;2329;p31">
                <a:extLst>
                  <a:ext uri="{FF2B5EF4-FFF2-40B4-BE49-F238E27FC236}">
                    <a16:creationId xmlns:a16="http://schemas.microsoft.com/office/drawing/2014/main" id="{099BCBB6-F9F2-485B-C58C-D0B2BA6E4FB4}"/>
                  </a:ext>
                </a:extLst>
              </p:cNvPr>
              <p:cNvSpPr/>
              <p:nvPr/>
            </p:nvSpPr>
            <p:spPr>
              <a:xfrm>
                <a:off x="4740187" y="3480074"/>
                <a:ext cx="29837" cy="57498"/>
              </a:xfrm>
              <a:custGeom>
                <a:avLst/>
                <a:gdLst/>
                <a:ahLst/>
                <a:cxnLst/>
                <a:rect l="l" t="t" r="r" b="b"/>
                <a:pathLst>
                  <a:path w="233" h="449" extrusionOk="0">
                    <a:moveTo>
                      <a:pt x="125" y="0"/>
                    </a:moveTo>
                    <a:cubicBezTo>
                      <a:pt x="98" y="134"/>
                      <a:pt x="56" y="272"/>
                      <a:pt x="0" y="409"/>
                    </a:cubicBezTo>
                    <a:lnTo>
                      <a:pt x="98" y="448"/>
                    </a:lnTo>
                    <a:cubicBezTo>
                      <a:pt x="151" y="314"/>
                      <a:pt x="206" y="164"/>
                      <a:pt x="232" y="13"/>
                    </a:cubicBezTo>
                    <a:lnTo>
                      <a:pt x="12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0" name="Google Shape;2330;p31">
                <a:extLst>
                  <a:ext uri="{FF2B5EF4-FFF2-40B4-BE49-F238E27FC236}">
                    <a16:creationId xmlns:a16="http://schemas.microsoft.com/office/drawing/2014/main" id="{313114CF-30AB-BF7C-2282-ABC4D483391F}"/>
                  </a:ext>
                </a:extLst>
              </p:cNvPr>
              <p:cNvSpPr/>
              <p:nvPr/>
            </p:nvSpPr>
            <p:spPr>
              <a:xfrm>
                <a:off x="4592025" y="3662938"/>
                <a:ext cx="56217" cy="42003"/>
              </a:xfrm>
              <a:custGeom>
                <a:avLst/>
                <a:gdLst/>
                <a:ahLst/>
                <a:cxnLst/>
                <a:rect l="l" t="t" r="r" b="b"/>
                <a:pathLst>
                  <a:path w="439" h="328" extrusionOk="0">
                    <a:moveTo>
                      <a:pt x="370" y="1"/>
                    </a:moveTo>
                    <a:cubicBezTo>
                      <a:pt x="259" y="83"/>
                      <a:pt x="138" y="164"/>
                      <a:pt x="0" y="220"/>
                    </a:cubicBezTo>
                    <a:lnTo>
                      <a:pt x="56" y="328"/>
                    </a:lnTo>
                    <a:cubicBezTo>
                      <a:pt x="193" y="259"/>
                      <a:pt x="314" y="177"/>
                      <a:pt x="438" y="96"/>
                    </a:cubicBezTo>
                    <a:lnTo>
                      <a:pt x="37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1" name="Google Shape;2331;p31">
                <a:extLst>
                  <a:ext uri="{FF2B5EF4-FFF2-40B4-BE49-F238E27FC236}">
                    <a16:creationId xmlns:a16="http://schemas.microsoft.com/office/drawing/2014/main" id="{B01D8EE5-7B5C-F120-F52D-CD4BABBB2C88}"/>
                  </a:ext>
                </a:extLst>
              </p:cNvPr>
              <p:cNvSpPr/>
              <p:nvPr/>
            </p:nvSpPr>
            <p:spPr>
              <a:xfrm>
                <a:off x="4681153" y="3580982"/>
                <a:ext cx="45332" cy="52376"/>
              </a:xfrm>
              <a:custGeom>
                <a:avLst/>
                <a:gdLst/>
                <a:ahLst/>
                <a:cxnLst/>
                <a:rect l="l" t="t" r="r" b="b"/>
                <a:pathLst>
                  <a:path w="354" h="409" extrusionOk="0">
                    <a:moveTo>
                      <a:pt x="259" y="0"/>
                    </a:moveTo>
                    <a:cubicBezTo>
                      <a:pt x="190" y="124"/>
                      <a:pt x="95" y="232"/>
                      <a:pt x="1" y="343"/>
                    </a:cubicBezTo>
                    <a:lnTo>
                      <a:pt x="82" y="409"/>
                    </a:lnTo>
                    <a:cubicBezTo>
                      <a:pt x="177" y="301"/>
                      <a:pt x="272" y="180"/>
                      <a:pt x="354" y="56"/>
                    </a:cubicBezTo>
                    <a:lnTo>
                      <a:pt x="25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2" name="Google Shape;2332;p31">
                <a:extLst>
                  <a:ext uri="{FF2B5EF4-FFF2-40B4-BE49-F238E27FC236}">
                    <a16:creationId xmlns:a16="http://schemas.microsoft.com/office/drawing/2014/main" id="{1C9F88E9-4618-D29F-2E09-1BB3D714EA88}"/>
                  </a:ext>
                </a:extLst>
              </p:cNvPr>
              <p:cNvSpPr/>
              <p:nvPr/>
            </p:nvSpPr>
            <p:spPr>
              <a:xfrm>
                <a:off x="4761060" y="3260329"/>
                <a:ext cx="14342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6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12" y="435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3" name="Google Shape;2333;p31">
                <a:extLst>
                  <a:ext uri="{FF2B5EF4-FFF2-40B4-BE49-F238E27FC236}">
                    <a16:creationId xmlns:a16="http://schemas.microsoft.com/office/drawing/2014/main" id="{A77B666B-7E97-CA1A-0230-775C1AFE8A5B}"/>
                  </a:ext>
                </a:extLst>
              </p:cNvPr>
              <p:cNvSpPr/>
              <p:nvPr/>
            </p:nvSpPr>
            <p:spPr>
              <a:xfrm>
                <a:off x="4761060" y="3035079"/>
                <a:ext cx="14342" cy="56217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9" extrusionOk="0">
                    <a:moveTo>
                      <a:pt x="1" y="1"/>
                    </a:moveTo>
                    <a:lnTo>
                      <a:pt x="1" y="439"/>
                    </a:lnTo>
                    <a:lnTo>
                      <a:pt x="112" y="439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4" name="Google Shape;2334;p31">
                <a:extLst>
                  <a:ext uri="{FF2B5EF4-FFF2-40B4-BE49-F238E27FC236}">
                    <a16:creationId xmlns:a16="http://schemas.microsoft.com/office/drawing/2014/main" id="{F3317821-B3DD-DDE8-C6F3-F771E7A5785F}"/>
                  </a:ext>
                </a:extLst>
              </p:cNvPr>
              <p:cNvSpPr/>
              <p:nvPr/>
            </p:nvSpPr>
            <p:spPr>
              <a:xfrm>
                <a:off x="4761060" y="2808675"/>
                <a:ext cx="14342" cy="55833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36" extrusionOk="0">
                    <a:moveTo>
                      <a:pt x="1" y="0"/>
                    </a:moveTo>
                    <a:lnTo>
                      <a:pt x="1" y="435"/>
                    </a:lnTo>
                    <a:lnTo>
                      <a:pt x="112" y="435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5" name="Google Shape;2335;p31">
                <a:extLst>
                  <a:ext uri="{FF2B5EF4-FFF2-40B4-BE49-F238E27FC236}">
                    <a16:creationId xmlns:a16="http://schemas.microsoft.com/office/drawing/2014/main" id="{A90E53AB-35C3-CC3E-168C-576031F92BE6}"/>
                  </a:ext>
                </a:extLst>
              </p:cNvPr>
              <p:cNvSpPr/>
              <p:nvPr/>
            </p:nvSpPr>
            <p:spPr>
              <a:xfrm>
                <a:off x="4761060" y="3146872"/>
                <a:ext cx="14342" cy="57498"/>
              </a:xfrm>
              <a:custGeom>
                <a:avLst/>
                <a:gdLst/>
                <a:ahLst/>
                <a:cxnLst/>
                <a:rect l="l" t="t" r="r" b="b"/>
                <a:pathLst>
                  <a:path w="112" h="449" extrusionOk="0">
                    <a:moveTo>
                      <a:pt x="1" y="1"/>
                    </a:moveTo>
                    <a:lnTo>
                      <a:pt x="1" y="448"/>
                    </a:lnTo>
                    <a:lnTo>
                      <a:pt x="112" y="448"/>
                    </a:lnTo>
                    <a:lnTo>
                      <a:pt x="11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342" name="Google Shape;2342;p31">
            <a:extLst>
              <a:ext uri="{FF2B5EF4-FFF2-40B4-BE49-F238E27FC236}">
                <a16:creationId xmlns:a16="http://schemas.microsoft.com/office/drawing/2014/main" id="{47C1D282-6B69-4A9A-6BDF-AC10C3B0C43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05229" y="329390"/>
            <a:ext cx="6594634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/>
              <a:t>Model Performance Results</a:t>
            </a:r>
            <a:endParaRPr dirty="0"/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5E7CB3C7-7434-5160-384F-B8FBF9FE0CC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2503518" y="1386435"/>
            <a:ext cx="5201881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dirty="0"/>
              <a:t>Gradient Boosting achieved the highest overall performance.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8811006-4B55-C4F1-BFF8-71CF63C300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9854" y="1873940"/>
            <a:ext cx="5995545" cy="3132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82894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7" name="Google Shape;2517;p35"/>
          <p:cNvSpPr txBox="1">
            <a:spLocks noGrp="1"/>
          </p:cNvSpPr>
          <p:nvPr>
            <p:ph type="title"/>
          </p:nvPr>
        </p:nvSpPr>
        <p:spPr>
          <a:xfrm>
            <a:off x="720000" y="3688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Conclusion</a:t>
            </a:r>
            <a:endParaRPr dirty="0"/>
          </a:p>
        </p:txBody>
      </p:sp>
      <p:sp>
        <p:nvSpPr>
          <p:cNvPr id="2518" name="Google Shape;2518;p35"/>
          <p:cNvSpPr txBox="1">
            <a:spLocks noGrp="1"/>
          </p:cNvSpPr>
          <p:nvPr>
            <p:ph type="subTitle" idx="1"/>
          </p:nvPr>
        </p:nvSpPr>
        <p:spPr>
          <a:xfrm>
            <a:off x="1761000" y="1389200"/>
            <a:ext cx="2811000" cy="62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The project successfully analyzed traffic congestion in Saudi cities.</a:t>
            </a:r>
            <a:endParaRPr dirty="0"/>
          </a:p>
        </p:txBody>
      </p:sp>
      <p:sp>
        <p:nvSpPr>
          <p:cNvPr id="2519" name="Google Shape;2519;p35"/>
          <p:cNvSpPr txBox="1">
            <a:spLocks noGrp="1"/>
          </p:cNvSpPr>
          <p:nvPr>
            <p:ph type="subTitle" idx="2"/>
          </p:nvPr>
        </p:nvSpPr>
        <p:spPr>
          <a:xfrm>
            <a:off x="5517024" y="1340887"/>
            <a:ext cx="2811000" cy="46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Machine learning models can accurately predict congestion levels.</a:t>
            </a:r>
            <a:endParaRPr dirty="0"/>
          </a:p>
        </p:txBody>
      </p:sp>
      <p:sp>
        <p:nvSpPr>
          <p:cNvPr id="2520" name="Google Shape;2520;p35"/>
          <p:cNvSpPr txBox="1">
            <a:spLocks noGrp="1"/>
          </p:cNvSpPr>
          <p:nvPr>
            <p:ph type="subTitle" idx="3"/>
          </p:nvPr>
        </p:nvSpPr>
        <p:spPr>
          <a:xfrm>
            <a:off x="1824848" y="2937527"/>
            <a:ext cx="2811000" cy="57137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Gradient Boosting is the most effective model.</a:t>
            </a:r>
            <a:endParaRPr dirty="0"/>
          </a:p>
        </p:txBody>
      </p:sp>
      <p:sp>
        <p:nvSpPr>
          <p:cNvPr id="2521" name="Google Shape;2521;p35"/>
          <p:cNvSpPr txBox="1">
            <a:spLocks noGrp="1"/>
          </p:cNvSpPr>
          <p:nvPr>
            <p:ph type="subTitle" idx="4"/>
          </p:nvPr>
        </p:nvSpPr>
        <p:spPr>
          <a:xfrm>
            <a:off x="5517023" y="2834300"/>
            <a:ext cx="2811000" cy="72377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Results support intelligent traffic management and smart city initiatives.</a:t>
            </a:r>
            <a:endParaRPr dirty="0"/>
          </a:p>
        </p:txBody>
      </p:sp>
      <p:sp>
        <p:nvSpPr>
          <p:cNvPr id="2525" name="Google Shape;2525;p35"/>
          <p:cNvSpPr/>
          <p:nvPr/>
        </p:nvSpPr>
        <p:spPr>
          <a:xfrm>
            <a:off x="1120750" y="1326050"/>
            <a:ext cx="627900" cy="627900"/>
          </a:xfrm>
          <a:prstGeom prst="rect">
            <a:avLst/>
          </a:prstGeom>
          <a:solidFill>
            <a:schemeClr val="accent5"/>
          </a:solidFill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6" name="Google Shape;2526;p35"/>
          <p:cNvSpPr/>
          <p:nvPr/>
        </p:nvSpPr>
        <p:spPr>
          <a:xfrm>
            <a:off x="1120750" y="2834300"/>
            <a:ext cx="627900" cy="627900"/>
          </a:xfrm>
          <a:prstGeom prst="rect">
            <a:avLst/>
          </a:prstGeom>
          <a:solidFill>
            <a:schemeClr val="accent5"/>
          </a:solidFill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7" name="Google Shape;2527;p35"/>
          <p:cNvSpPr/>
          <p:nvPr/>
        </p:nvSpPr>
        <p:spPr>
          <a:xfrm>
            <a:off x="4812925" y="1326050"/>
            <a:ext cx="627900" cy="627900"/>
          </a:xfrm>
          <a:prstGeom prst="rect">
            <a:avLst/>
          </a:prstGeom>
          <a:solidFill>
            <a:schemeClr val="accent5"/>
          </a:solidFill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8" name="Google Shape;2528;p35"/>
          <p:cNvSpPr/>
          <p:nvPr/>
        </p:nvSpPr>
        <p:spPr>
          <a:xfrm>
            <a:off x="4812925" y="2834300"/>
            <a:ext cx="627900" cy="627900"/>
          </a:xfrm>
          <a:prstGeom prst="rect">
            <a:avLst/>
          </a:prstGeom>
          <a:solidFill>
            <a:schemeClr val="accent5"/>
          </a:solidFill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9" name="Google Shape;2529;p35"/>
          <p:cNvSpPr/>
          <p:nvPr/>
        </p:nvSpPr>
        <p:spPr>
          <a:xfrm>
            <a:off x="1274450" y="2937527"/>
            <a:ext cx="320498" cy="372097"/>
          </a:xfrm>
          <a:custGeom>
            <a:avLst/>
            <a:gdLst/>
            <a:ahLst/>
            <a:cxnLst/>
            <a:rect l="l" t="t" r="r" b="b"/>
            <a:pathLst>
              <a:path w="3379" h="3923" extrusionOk="0">
                <a:moveTo>
                  <a:pt x="1751" y="1"/>
                </a:moveTo>
                <a:cubicBezTo>
                  <a:pt x="1751" y="1"/>
                  <a:pt x="1722" y="1"/>
                  <a:pt x="1686" y="30"/>
                </a:cubicBezTo>
                <a:cubicBezTo>
                  <a:pt x="1505" y="211"/>
                  <a:pt x="1360" y="457"/>
                  <a:pt x="1324" y="724"/>
                </a:cubicBezTo>
                <a:cubicBezTo>
                  <a:pt x="1324" y="905"/>
                  <a:pt x="1324" y="1086"/>
                  <a:pt x="1418" y="1238"/>
                </a:cubicBezTo>
                <a:cubicBezTo>
                  <a:pt x="1179" y="1180"/>
                  <a:pt x="1085" y="876"/>
                  <a:pt x="1208" y="544"/>
                </a:cubicBezTo>
                <a:cubicBezTo>
                  <a:pt x="1228" y="544"/>
                  <a:pt x="1221" y="531"/>
                  <a:pt x="1195" y="531"/>
                </a:cubicBezTo>
                <a:cubicBezTo>
                  <a:pt x="1183" y="531"/>
                  <a:pt x="1165" y="534"/>
                  <a:pt x="1143" y="544"/>
                </a:cubicBezTo>
                <a:cubicBezTo>
                  <a:pt x="962" y="695"/>
                  <a:pt x="846" y="934"/>
                  <a:pt x="846" y="1180"/>
                </a:cubicBezTo>
                <a:cubicBezTo>
                  <a:pt x="846" y="1658"/>
                  <a:pt x="1237" y="2056"/>
                  <a:pt x="1686" y="2056"/>
                </a:cubicBezTo>
                <a:cubicBezTo>
                  <a:pt x="2170" y="2056"/>
                  <a:pt x="2532" y="1694"/>
                  <a:pt x="2532" y="1209"/>
                </a:cubicBezTo>
                <a:cubicBezTo>
                  <a:pt x="2532" y="934"/>
                  <a:pt x="2409" y="695"/>
                  <a:pt x="2199" y="515"/>
                </a:cubicBezTo>
                <a:cubicBezTo>
                  <a:pt x="2182" y="506"/>
                  <a:pt x="2168" y="503"/>
                  <a:pt x="2156" y="503"/>
                </a:cubicBezTo>
                <a:cubicBezTo>
                  <a:pt x="2127" y="503"/>
                  <a:pt x="2113" y="523"/>
                  <a:pt x="2113" y="544"/>
                </a:cubicBezTo>
                <a:cubicBezTo>
                  <a:pt x="2113" y="667"/>
                  <a:pt x="2019" y="847"/>
                  <a:pt x="1867" y="847"/>
                </a:cubicBezTo>
                <a:cubicBezTo>
                  <a:pt x="1751" y="667"/>
                  <a:pt x="1722" y="457"/>
                  <a:pt x="1751" y="211"/>
                </a:cubicBezTo>
                <a:cubicBezTo>
                  <a:pt x="1751" y="153"/>
                  <a:pt x="1751" y="95"/>
                  <a:pt x="1780" y="66"/>
                </a:cubicBezTo>
                <a:cubicBezTo>
                  <a:pt x="1780" y="30"/>
                  <a:pt x="1751" y="1"/>
                  <a:pt x="1751" y="1"/>
                </a:cubicBezTo>
                <a:close/>
                <a:moveTo>
                  <a:pt x="543" y="2714"/>
                </a:moveTo>
                <a:cubicBezTo>
                  <a:pt x="695" y="2714"/>
                  <a:pt x="818" y="2837"/>
                  <a:pt x="818" y="2989"/>
                </a:cubicBezTo>
                <a:cubicBezTo>
                  <a:pt x="818" y="3141"/>
                  <a:pt x="695" y="3228"/>
                  <a:pt x="543" y="3228"/>
                </a:cubicBezTo>
                <a:cubicBezTo>
                  <a:pt x="391" y="3228"/>
                  <a:pt x="275" y="3105"/>
                  <a:pt x="275" y="2989"/>
                </a:cubicBezTo>
                <a:cubicBezTo>
                  <a:pt x="275" y="2837"/>
                  <a:pt x="391" y="2714"/>
                  <a:pt x="543" y="2714"/>
                </a:cubicBezTo>
                <a:close/>
                <a:moveTo>
                  <a:pt x="2836" y="2714"/>
                </a:moveTo>
                <a:cubicBezTo>
                  <a:pt x="2988" y="2714"/>
                  <a:pt x="3104" y="2837"/>
                  <a:pt x="3104" y="2989"/>
                </a:cubicBezTo>
                <a:cubicBezTo>
                  <a:pt x="3104" y="3141"/>
                  <a:pt x="2988" y="3228"/>
                  <a:pt x="2836" y="3228"/>
                </a:cubicBezTo>
                <a:cubicBezTo>
                  <a:pt x="2684" y="3228"/>
                  <a:pt x="2561" y="3105"/>
                  <a:pt x="2561" y="2989"/>
                </a:cubicBezTo>
                <a:cubicBezTo>
                  <a:pt x="2561" y="2837"/>
                  <a:pt x="2684" y="2714"/>
                  <a:pt x="2836" y="2714"/>
                </a:cubicBezTo>
                <a:close/>
                <a:moveTo>
                  <a:pt x="723" y="1238"/>
                </a:moveTo>
                <a:cubicBezTo>
                  <a:pt x="666" y="1267"/>
                  <a:pt x="600" y="1332"/>
                  <a:pt x="572" y="1390"/>
                </a:cubicBezTo>
                <a:lnTo>
                  <a:pt x="58" y="2475"/>
                </a:lnTo>
                <a:cubicBezTo>
                  <a:pt x="0" y="2598"/>
                  <a:pt x="0" y="2656"/>
                  <a:pt x="0" y="2743"/>
                </a:cubicBezTo>
                <a:lnTo>
                  <a:pt x="0" y="3712"/>
                </a:lnTo>
                <a:lnTo>
                  <a:pt x="0" y="3828"/>
                </a:lnTo>
                <a:cubicBezTo>
                  <a:pt x="0" y="3864"/>
                  <a:pt x="29" y="3922"/>
                  <a:pt x="58" y="3922"/>
                </a:cubicBezTo>
                <a:lnTo>
                  <a:pt x="485" y="3922"/>
                </a:lnTo>
                <a:cubicBezTo>
                  <a:pt x="543" y="3922"/>
                  <a:pt x="572" y="3893"/>
                  <a:pt x="572" y="3828"/>
                </a:cubicBezTo>
                <a:lnTo>
                  <a:pt x="572" y="3712"/>
                </a:lnTo>
                <a:lnTo>
                  <a:pt x="572" y="3561"/>
                </a:lnTo>
                <a:lnTo>
                  <a:pt x="2807" y="3561"/>
                </a:lnTo>
                <a:lnTo>
                  <a:pt x="2807" y="3712"/>
                </a:lnTo>
                <a:lnTo>
                  <a:pt x="2807" y="3828"/>
                </a:lnTo>
                <a:cubicBezTo>
                  <a:pt x="2807" y="3864"/>
                  <a:pt x="2836" y="3922"/>
                  <a:pt x="2865" y="3922"/>
                </a:cubicBezTo>
                <a:lnTo>
                  <a:pt x="3285" y="3922"/>
                </a:lnTo>
                <a:cubicBezTo>
                  <a:pt x="3350" y="3922"/>
                  <a:pt x="3379" y="3864"/>
                  <a:pt x="3379" y="3828"/>
                </a:cubicBezTo>
                <a:lnTo>
                  <a:pt x="3379" y="3712"/>
                </a:lnTo>
                <a:lnTo>
                  <a:pt x="3379" y="2743"/>
                </a:lnTo>
                <a:cubicBezTo>
                  <a:pt x="3379" y="2656"/>
                  <a:pt x="3379" y="2562"/>
                  <a:pt x="3314" y="2475"/>
                </a:cubicBezTo>
                <a:lnTo>
                  <a:pt x="2807" y="1390"/>
                </a:lnTo>
                <a:cubicBezTo>
                  <a:pt x="2771" y="1332"/>
                  <a:pt x="2713" y="1267"/>
                  <a:pt x="2655" y="1238"/>
                </a:cubicBezTo>
                <a:cubicBezTo>
                  <a:pt x="2655" y="1390"/>
                  <a:pt x="2626" y="1542"/>
                  <a:pt x="2532" y="1658"/>
                </a:cubicBezTo>
                <a:lnTo>
                  <a:pt x="2561" y="1694"/>
                </a:lnTo>
                <a:lnTo>
                  <a:pt x="2923" y="2446"/>
                </a:lnTo>
                <a:lnTo>
                  <a:pt x="456" y="2446"/>
                </a:lnTo>
                <a:lnTo>
                  <a:pt x="818" y="1694"/>
                </a:lnTo>
                <a:lnTo>
                  <a:pt x="818" y="1658"/>
                </a:lnTo>
                <a:cubicBezTo>
                  <a:pt x="752" y="1542"/>
                  <a:pt x="723" y="1390"/>
                  <a:pt x="723" y="123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530" name="Google Shape;2530;p35"/>
          <p:cNvSpPr/>
          <p:nvPr/>
        </p:nvSpPr>
        <p:spPr>
          <a:xfrm>
            <a:off x="4908874" y="1489476"/>
            <a:ext cx="436002" cy="301049"/>
          </a:xfrm>
          <a:custGeom>
            <a:avLst/>
            <a:gdLst/>
            <a:ahLst/>
            <a:cxnLst/>
            <a:rect l="l" t="t" r="r" b="b"/>
            <a:pathLst>
              <a:path w="3408" h="2353" extrusionOk="0">
                <a:moveTo>
                  <a:pt x="1208" y="276"/>
                </a:moveTo>
                <a:cubicBezTo>
                  <a:pt x="1208" y="276"/>
                  <a:pt x="1237" y="305"/>
                  <a:pt x="1266" y="305"/>
                </a:cubicBezTo>
                <a:lnTo>
                  <a:pt x="2113" y="515"/>
                </a:lnTo>
                <a:cubicBezTo>
                  <a:pt x="2199" y="543"/>
                  <a:pt x="2265" y="609"/>
                  <a:pt x="2265" y="695"/>
                </a:cubicBezTo>
                <a:lnTo>
                  <a:pt x="2380" y="1332"/>
                </a:lnTo>
                <a:lnTo>
                  <a:pt x="2380" y="1332"/>
                </a:lnTo>
                <a:lnTo>
                  <a:pt x="637" y="847"/>
                </a:lnTo>
                <a:lnTo>
                  <a:pt x="1027" y="363"/>
                </a:lnTo>
                <a:cubicBezTo>
                  <a:pt x="1085" y="305"/>
                  <a:pt x="1114" y="276"/>
                  <a:pt x="1179" y="276"/>
                </a:cubicBezTo>
                <a:close/>
                <a:moveTo>
                  <a:pt x="637" y="1057"/>
                </a:moveTo>
                <a:cubicBezTo>
                  <a:pt x="723" y="1086"/>
                  <a:pt x="789" y="1209"/>
                  <a:pt x="789" y="1296"/>
                </a:cubicBezTo>
                <a:cubicBezTo>
                  <a:pt x="759" y="1398"/>
                  <a:pt x="674" y="1455"/>
                  <a:pt x="592" y="1455"/>
                </a:cubicBezTo>
                <a:cubicBezTo>
                  <a:pt x="575" y="1455"/>
                  <a:pt x="559" y="1453"/>
                  <a:pt x="543" y="1448"/>
                </a:cubicBezTo>
                <a:cubicBezTo>
                  <a:pt x="427" y="1419"/>
                  <a:pt x="362" y="1296"/>
                  <a:pt x="391" y="1209"/>
                </a:cubicBezTo>
                <a:cubicBezTo>
                  <a:pt x="427" y="1115"/>
                  <a:pt x="485" y="1057"/>
                  <a:pt x="543" y="1057"/>
                </a:cubicBezTo>
                <a:close/>
                <a:moveTo>
                  <a:pt x="1150" y="1"/>
                </a:moveTo>
                <a:cubicBezTo>
                  <a:pt x="1056" y="1"/>
                  <a:pt x="969" y="66"/>
                  <a:pt x="904" y="124"/>
                </a:cubicBezTo>
                <a:lnTo>
                  <a:pt x="333" y="789"/>
                </a:lnTo>
                <a:cubicBezTo>
                  <a:pt x="275" y="847"/>
                  <a:pt x="246" y="905"/>
                  <a:pt x="246" y="999"/>
                </a:cubicBezTo>
                <a:lnTo>
                  <a:pt x="65" y="1658"/>
                </a:lnTo>
                <a:lnTo>
                  <a:pt x="29" y="1752"/>
                </a:lnTo>
                <a:cubicBezTo>
                  <a:pt x="0" y="1781"/>
                  <a:pt x="29" y="1810"/>
                  <a:pt x="65" y="1810"/>
                </a:cubicBezTo>
                <a:lnTo>
                  <a:pt x="362" y="1904"/>
                </a:lnTo>
                <a:cubicBezTo>
                  <a:pt x="370" y="1912"/>
                  <a:pt x="379" y="1916"/>
                  <a:pt x="389" y="1916"/>
                </a:cubicBezTo>
                <a:cubicBezTo>
                  <a:pt x="411" y="1916"/>
                  <a:pt x="435" y="1895"/>
                  <a:pt x="456" y="1875"/>
                </a:cubicBezTo>
                <a:lnTo>
                  <a:pt x="456" y="1781"/>
                </a:lnTo>
                <a:lnTo>
                  <a:pt x="485" y="1694"/>
                </a:lnTo>
                <a:lnTo>
                  <a:pt x="904" y="1781"/>
                </a:lnTo>
                <a:lnTo>
                  <a:pt x="904" y="1723"/>
                </a:lnTo>
                <a:lnTo>
                  <a:pt x="998" y="1694"/>
                </a:lnTo>
                <a:cubicBezTo>
                  <a:pt x="1027" y="1694"/>
                  <a:pt x="1056" y="1658"/>
                  <a:pt x="1085" y="1658"/>
                </a:cubicBezTo>
                <a:cubicBezTo>
                  <a:pt x="1208" y="1600"/>
                  <a:pt x="1331" y="1542"/>
                  <a:pt x="1541" y="1542"/>
                </a:cubicBezTo>
                <a:cubicBezTo>
                  <a:pt x="1722" y="1542"/>
                  <a:pt x="1838" y="1600"/>
                  <a:pt x="1961" y="1658"/>
                </a:cubicBezTo>
                <a:cubicBezTo>
                  <a:pt x="1990" y="1658"/>
                  <a:pt x="1990" y="1658"/>
                  <a:pt x="2019" y="1694"/>
                </a:cubicBezTo>
                <a:lnTo>
                  <a:pt x="2019" y="1629"/>
                </a:lnTo>
                <a:cubicBezTo>
                  <a:pt x="2048" y="1559"/>
                  <a:pt x="2129" y="1503"/>
                  <a:pt x="2208" y="1503"/>
                </a:cubicBezTo>
                <a:cubicBezTo>
                  <a:pt x="2227" y="1503"/>
                  <a:pt x="2246" y="1506"/>
                  <a:pt x="2265" y="1513"/>
                </a:cubicBezTo>
                <a:cubicBezTo>
                  <a:pt x="2351" y="1542"/>
                  <a:pt x="2416" y="1600"/>
                  <a:pt x="2416" y="1658"/>
                </a:cubicBezTo>
                <a:lnTo>
                  <a:pt x="2445" y="1658"/>
                </a:lnTo>
                <a:cubicBezTo>
                  <a:pt x="2503" y="1629"/>
                  <a:pt x="2597" y="1600"/>
                  <a:pt x="2655" y="1571"/>
                </a:cubicBezTo>
                <a:cubicBezTo>
                  <a:pt x="2684" y="1513"/>
                  <a:pt x="2684" y="1477"/>
                  <a:pt x="2655" y="1419"/>
                </a:cubicBezTo>
                <a:lnTo>
                  <a:pt x="2503" y="543"/>
                </a:lnTo>
                <a:cubicBezTo>
                  <a:pt x="2474" y="428"/>
                  <a:pt x="2380" y="334"/>
                  <a:pt x="2265" y="305"/>
                </a:cubicBezTo>
                <a:lnTo>
                  <a:pt x="1208" y="1"/>
                </a:lnTo>
                <a:close/>
                <a:moveTo>
                  <a:pt x="1541" y="1629"/>
                </a:moveTo>
                <a:cubicBezTo>
                  <a:pt x="1360" y="1629"/>
                  <a:pt x="1237" y="1694"/>
                  <a:pt x="1150" y="1723"/>
                </a:cubicBezTo>
                <a:cubicBezTo>
                  <a:pt x="1085" y="1752"/>
                  <a:pt x="1056" y="1781"/>
                  <a:pt x="1027" y="1781"/>
                </a:cubicBezTo>
                <a:lnTo>
                  <a:pt x="1027" y="1990"/>
                </a:lnTo>
                <a:cubicBezTo>
                  <a:pt x="1114" y="1962"/>
                  <a:pt x="1179" y="1933"/>
                  <a:pt x="1237" y="1904"/>
                </a:cubicBezTo>
                <a:cubicBezTo>
                  <a:pt x="1331" y="1875"/>
                  <a:pt x="1418" y="1810"/>
                  <a:pt x="1541" y="1810"/>
                </a:cubicBezTo>
                <a:cubicBezTo>
                  <a:pt x="1628" y="1810"/>
                  <a:pt x="1722" y="1839"/>
                  <a:pt x="1809" y="1904"/>
                </a:cubicBezTo>
                <a:cubicBezTo>
                  <a:pt x="1903" y="1962"/>
                  <a:pt x="2055" y="1990"/>
                  <a:pt x="2199" y="1990"/>
                </a:cubicBezTo>
                <a:cubicBezTo>
                  <a:pt x="2380" y="1990"/>
                  <a:pt x="2503" y="1933"/>
                  <a:pt x="2597" y="1904"/>
                </a:cubicBezTo>
                <a:cubicBezTo>
                  <a:pt x="2684" y="1875"/>
                  <a:pt x="2778" y="1810"/>
                  <a:pt x="2894" y="1810"/>
                </a:cubicBezTo>
                <a:cubicBezTo>
                  <a:pt x="2988" y="1810"/>
                  <a:pt x="3075" y="1839"/>
                  <a:pt x="3169" y="1904"/>
                </a:cubicBezTo>
                <a:cubicBezTo>
                  <a:pt x="3227" y="1933"/>
                  <a:pt x="3321" y="1962"/>
                  <a:pt x="3408" y="1990"/>
                </a:cubicBezTo>
                <a:lnTo>
                  <a:pt x="3408" y="1781"/>
                </a:lnTo>
                <a:cubicBezTo>
                  <a:pt x="3350" y="1781"/>
                  <a:pt x="3321" y="1752"/>
                  <a:pt x="3285" y="1723"/>
                </a:cubicBezTo>
                <a:cubicBezTo>
                  <a:pt x="3169" y="1694"/>
                  <a:pt x="3046" y="1629"/>
                  <a:pt x="2894" y="1629"/>
                </a:cubicBezTo>
                <a:cubicBezTo>
                  <a:pt x="2713" y="1629"/>
                  <a:pt x="2597" y="1694"/>
                  <a:pt x="2503" y="1723"/>
                </a:cubicBezTo>
                <a:cubicBezTo>
                  <a:pt x="2416" y="1781"/>
                  <a:pt x="2322" y="1810"/>
                  <a:pt x="2199" y="1810"/>
                </a:cubicBezTo>
                <a:cubicBezTo>
                  <a:pt x="2084" y="1810"/>
                  <a:pt x="2019" y="1781"/>
                  <a:pt x="1903" y="1723"/>
                </a:cubicBezTo>
                <a:cubicBezTo>
                  <a:pt x="1809" y="1694"/>
                  <a:pt x="1693" y="1629"/>
                  <a:pt x="1541" y="1629"/>
                </a:cubicBezTo>
                <a:close/>
                <a:moveTo>
                  <a:pt x="1541" y="1962"/>
                </a:moveTo>
                <a:cubicBezTo>
                  <a:pt x="1360" y="1962"/>
                  <a:pt x="1237" y="2019"/>
                  <a:pt x="1150" y="2085"/>
                </a:cubicBezTo>
                <a:cubicBezTo>
                  <a:pt x="1114" y="2085"/>
                  <a:pt x="1056" y="2113"/>
                  <a:pt x="1027" y="2113"/>
                </a:cubicBezTo>
                <a:lnTo>
                  <a:pt x="1027" y="2323"/>
                </a:lnTo>
                <a:cubicBezTo>
                  <a:pt x="1114" y="2294"/>
                  <a:pt x="1179" y="2265"/>
                  <a:pt x="1237" y="2236"/>
                </a:cubicBezTo>
                <a:cubicBezTo>
                  <a:pt x="1360" y="2200"/>
                  <a:pt x="1418" y="2142"/>
                  <a:pt x="1541" y="2142"/>
                </a:cubicBezTo>
                <a:cubicBezTo>
                  <a:pt x="1657" y="2142"/>
                  <a:pt x="1722" y="2200"/>
                  <a:pt x="1809" y="2236"/>
                </a:cubicBezTo>
                <a:cubicBezTo>
                  <a:pt x="1932" y="2294"/>
                  <a:pt x="2055" y="2352"/>
                  <a:pt x="2199" y="2352"/>
                </a:cubicBezTo>
                <a:cubicBezTo>
                  <a:pt x="2380" y="2352"/>
                  <a:pt x="2503" y="2294"/>
                  <a:pt x="2597" y="2236"/>
                </a:cubicBezTo>
                <a:cubicBezTo>
                  <a:pt x="2713" y="2200"/>
                  <a:pt x="2778" y="2142"/>
                  <a:pt x="2894" y="2142"/>
                </a:cubicBezTo>
                <a:cubicBezTo>
                  <a:pt x="3017" y="2142"/>
                  <a:pt x="3075" y="2200"/>
                  <a:pt x="3169" y="2236"/>
                </a:cubicBezTo>
                <a:cubicBezTo>
                  <a:pt x="3256" y="2265"/>
                  <a:pt x="3321" y="2294"/>
                  <a:pt x="3408" y="2323"/>
                </a:cubicBezTo>
                <a:lnTo>
                  <a:pt x="3408" y="2113"/>
                </a:lnTo>
                <a:cubicBezTo>
                  <a:pt x="3379" y="2113"/>
                  <a:pt x="3321" y="2085"/>
                  <a:pt x="3285" y="2085"/>
                </a:cubicBezTo>
                <a:cubicBezTo>
                  <a:pt x="3198" y="2019"/>
                  <a:pt x="3075" y="1962"/>
                  <a:pt x="2894" y="1962"/>
                </a:cubicBezTo>
                <a:cubicBezTo>
                  <a:pt x="2713" y="1962"/>
                  <a:pt x="2597" y="2019"/>
                  <a:pt x="2503" y="2085"/>
                </a:cubicBezTo>
                <a:cubicBezTo>
                  <a:pt x="2416" y="2113"/>
                  <a:pt x="2322" y="2142"/>
                  <a:pt x="2199" y="2142"/>
                </a:cubicBezTo>
                <a:cubicBezTo>
                  <a:pt x="2084" y="2142"/>
                  <a:pt x="2019" y="2113"/>
                  <a:pt x="1932" y="2085"/>
                </a:cubicBezTo>
                <a:cubicBezTo>
                  <a:pt x="1809" y="2019"/>
                  <a:pt x="1693" y="1962"/>
                  <a:pt x="1541" y="196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531" name="Google Shape;2531;p35"/>
          <p:cNvSpPr/>
          <p:nvPr/>
        </p:nvSpPr>
        <p:spPr>
          <a:xfrm>
            <a:off x="4889123" y="3026899"/>
            <a:ext cx="450199" cy="242677"/>
          </a:xfrm>
          <a:custGeom>
            <a:avLst/>
            <a:gdLst/>
            <a:ahLst/>
            <a:cxnLst/>
            <a:rect l="l" t="t" r="r" b="b"/>
            <a:pathLst>
              <a:path w="3380" h="1822" extrusionOk="0">
                <a:moveTo>
                  <a:pt x="1600" y="42"/>
                </a:moveTo>
                <a:lnTo>
                  <a:pt x="1542" y="100"/>
                </a:lnTo>
                <a:lnTo>
                  <a:pt x="1513" y="136"/>
                </a:lnTo>
                <a:cubicBezTo>
                  <a:pt x="1513" y="165"/>
                  <a:pt x="1542" y="165"/>
                  <a:pt x="1571" y="165"/>
                </a:cubicBezTo>
                <a:lnTo>
                  <a:pt x="2019" y="527"/>
                </a:lnTo>
                <a:lnTo>
                  <a:pt x="2019" y="527"/>
                </a:lnTo>
                <a:lnTo>
                  <a:pt x="1657" y="71"/>
                </a:lnTo>
                <a:lnTo>
                  <a:pt x="1628" y="42"/>
                </a:lnTo>
                <a:close/>
                <a:moveTo>
                  <a:pt x="1986" y="1"/>
                </a:moveTo>
                <a:cubicBezTo>
                  <a:pt x="1978" y="1"/>
                  <a:pt x="1970" y="4"/>
                  <a:pt x="1961" y="13"/>
                </a:cubicBezTo>
                <a:lnTo>
                  <a:pt x="1903" y="13"/>
                </a:lnTo>
                <a:lnTo>
                  <a:pt x="1903" y="42"/>
                </a:lnTo>
                <a:cubicBezTo>
                  <a:pt x="1874" y="42"/>
                  <a:pt x="1903" y="71"/>
                  <a:pt x="1903" y="71"/>
                </a:cubicBezTo>
                <a:lnTo>
                  <a:pt x="2084" y="527"/>
                </a:lnTo>
                <a:lnTo>
                  <a:pt x="2019" y="42"/>
                </a:lnTo>
                <a:cubicBezTo>
                  <a:pt x="2019" y="21"/>
                  <a:pt x="2005" y="1"/>
                  <a:pt x="1986" y="1"/>
                </a:cubicBezTo>
                <a:close/>
                <a:moveTo>
                  <a:pt x="1477" y="281"/>
                </a:moveTo>
                <a:lnTo>
                  <a:pt x="1477" y="317"/>
                </a:lnTo>
                <a:lnTo>
                  <a:pt x="1419" y="346"/>
                </a:lnTo>
                <a:lnTo>
                  <a:pt x="1419" y="375"/>
                </a:lnTo>
                <a:cubicBezTo>
                  <a:pt x="1419" y="375"/>
                  <a:pt x="1448" y="404"/>
                  <a:pt x="1477" y="404"/>
                </a:cubicBezTo>
                <a:lnTo>
                  <a:pt x="1903" y="584"/>
                </a:lnTo>
                <a:lnTo>
                  <a:pt x="1903" y="584"/>
                </a:lnTo>
                <a:lnTo>
                  <a:pt x="1542" y="317"/>
                </a:lnTo>
                <a:cubicBezTo>
                  <a:pt x="1513" y="281"/>
                  <a:pt x="1513" y="281"/>
                  <a:pt x="1477" y="281"/>
                </a:cubicBezTo>
                <a:close/>
                <a:moveTo>
                  <a:pt x="608" y="317"/>
                </a:moveTo>
                <a:cubicBezTo>
                  <a:pt x="666" y="317"/>
                  <a:pt x="724" y="346"/>
                  <a:pt x="753" y="433"/>
                </a:cubicBezTo>
                <a:lnTo>
                  <a:pt x="970" y="736"/>
                </a:lnTo>
                <a:lnTo>
                  <a:pt x="182" y="736"/>
                </a:lnTo>
                <a:lnTo>
                  <a:pt x="182" y="317"/>
                </a:lnTo>
                <a:close/>
                <a:moveTo>
                  <a:pt x="2598" y="1040"/>
                </a:moveTo>
                <a:cubicBezTo>
                  <a:pt x="2685" y="1040"/>
                  <a:pt x="2743" y="1098"/>
                  <a:pt x="2743" y="1185"/>
                </a:cubicBezTo>
                <a:cubicBezTo>
                  <a:pt x="2743" y="1279"/>
                  <a:pt x="2685" y="1366"/>
                  <a:pt x="2598" y="1366"/>
                </a:cubicBezTo>
                <a:cubicBezTo>
                  <a:pt x="2504" y="1366"/>
                  <a:pt x="2417" y="1279"/>
                  <a:pt x="2417" y="1185"/>
                </a:cubicBezTo>
                <a:cubicBezTo>
                  <a:pt x="2417" y="1098"/>
                  <a:pt x="2504" y="1040"/>
                  <a:pt x="2598" y="1040"/>
                </a:cubicBezTo>
                <a:close/>
                <a:moveTo>
                  <a:pt x="1180" y="1366"/>
                </a:moveTo>
                <a:cubicBezTo>
                  <a:pt x="1267" y="1366"/>
                  <a:pt x="1361" y="1431"/>
                  <a:pt x="1361" y="1518"/>
                </a:cubicBezTo>
                <a:cubicBezTo>
                  <a:pt x="1361" y="1612"/>
                  <a:pt x="1267" y="1699"/>
                  <a:pt x="1180" y="1699"/>
                </a:cubicBezTo>
                <a:cubicBezTo>
                  <a:pt x="1115" y="1699"/>
                  <a:pt x="1028" y="1612"/>
                  <a:pt x="1028" y="1518"/>
                </a:cubicBezTo>
                <a:cubicBezTo>
                  <a:pt x="1028" y="1431"/>
                  <a:pt x="1086" y="1366"/>
                  <a:pt x="1180" y="1366"/>
                </a:cubicBezTo>
                <a:close/>
                <a:moveTo>
                  <a:pt x="2837" y="42"/>
                </a:moveTo>
                <a:cubicBezTo>
                  <a:pt x="2743" y="42"/>
                  <a:pt x="2656" y="136"/>
                  <a:pt x="2627" y="194"/>
                </a:cubicBezTo>
                <a:lnTo>
                  <a:pt x="2294" y="888"/>
                </a:lnTo>
                <a:cubicBezTo>
                  <a:pt x="2265" y="946"/>
                  <a:pt x="2236" y="1004"/>
                  <a:pt x="2236" y="1069"/>
                </a:cubicBezTo>
                <a:lnTo>
                  <a:pt x="2236" y="1641"/>
                </a:lnTo>
                <a:lnTo>
                  <a:pt x="2236" y="1728"/>
                </a:lnTo>
                <a:cubicBezTo>
                  <a:pt x="2236" y="1764"/>
                  <a:pt x="2265" y="1793"/>
                  <a:pt x="2294" y="1793"/>
                </a:cubicBezTo>
                <a:lnTo>
                  <a:pt x="2562" y="1793"/>
                </a:lnTo>
                <a:cubicBezTo>
                  <a:pt x="2598" y="1793"/>
                  <a:pt x="2627" y="1764"/>
                  <a:pt x="2627" y="1728"/>
                </a:cubicBezTo>
                <a:lnTo>
                  <a:pt x="2627" y="1670"/>
                </a:lnTo>
                <a:lnTo>
                  <a:pt x="2627" y="1583"/>
                </a:lnTo>
                <a:lnTo>
                  <a:pt x="3379" y="1583"/>
                </a:lnTo>
                <a:lnTo>
                  <a:pt x="3379" y="859"/>
                </a:lnTo>
                <a:lnTo>
                  <a:pt x="2533" y="859"/>
                </a:lnTo>
                <a:lnTo>
                  <a:pt x="2779" y="404"/>
                </a:lnTo>
                <a:cubicBezTo>
                  <a:pt x="2808" y="317"/>
                  <a:pt x="2837" y="281"/>
                  <a:pt x="2960" y="281"/>
                </a:cubicBezTo>
                <a:lnTo>
                  <a:pt x="3379" y="281"/>
                </a:lnTo>
                <a:lnTo>
                  <a:pt x="3379" y="42"/>
                </a:lnTo>
                <a:close/>
                <a:moveTo>
                  <a:pt x="1" y="136"/>
                </a:moveTo>
                <a:lnTo>
                  <a:pt x="1" y="1547"/>
                </a:lnTo>
                <a:lnTo>
                  <a:pt x="876" y="1547"/>
                </a:lnTo>
                <a:cubicBezTo>
                  <a:pt x="905" y="1699"/>
                  <a:pt x="1028" y="1822"/>
                  <a:pt x="1180" y="1822"/>
                </a:cubicBezTo>
                <a:cubicBezTo>
                  <a:pt x="1361" y="1822"/>
                  <a:pt x="1477" y="1699"/>
                  <a:pt x="1477" y="1547"/>
                </a:cubicBezTo>
                <a:lnTo>
                  <a:pt x="1809" y="1547"/>
                </a:lnTo>
                <a:cubicBezTo>
                  <a:pt x="1874" y="1547"/>
                  <a:pt x="1932" y="1518"/>
                  <a:pt x="1932" y="1431"/>
                </a:cubicBezTo>
                <a:lnTo>
                  <a:pt x="1932" y="1069"/>
                </a:lnTo>
                <a:cubicBezTo>
                  <a:pt x="1932" y="975"/>
                  <a:pt x="1903" y="888"/>
                  <a:pt x="1751" y="859"/>
                </a:cubicBezTo>
                <a:lnTo>
                  <a:pt x="1180" y="736"/>
                </a:lnTo>
                <a:lnTo>
                  <a:pt x="905" y="281"/>
                </a:lnTo>
                <a:cubicBezTo>
                  <a:pt x="847" y="194"/>
                  <a:pt x="753" y="136"/>
                  <a:pt x="666" y="13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532" name="Google Shape;2532;p35"/>
          <p:cNvSpPr/>
          <p:nvPr/>
        </p:nvSpPr>
        <p:spPr>
          <a:xfrm>
            <a:off x="1239725" y="1470974"/>
            <a:ext cx="389978" cy="338051"/>
          </a:xfrm>
          <a:custGeom>
            <a:avLst/>
            <a:gdLst/>
            <a:ahLst/>
            <a:cxnLst/>
            <a:rect l="l" t="t" r="r" b="b"/>
            <a:pathLst>
              <a:path w="3373" h="2924" extrusionOk="0">
                <a:moveTo>
                  <a:pt x="1448" y="240"/>
                </a:moveTo>
                <a:cubicBezTo>
                  <a:pt x="1411" y="240"/>
                  <a:pt x="1382" y="269"/>
                  <a:pt x="1382" y="305"/>
                </a:cubicBezTo>
                <a:lnTo>
                  <a:pt x="1144" y="876"/>
                </a:lnTo>
                <a:lnTo>
                  <a:pt x="1534" y="363"/>
                </a:lnTo>
                <a:cubicBezTo>
                  <a:pt x="1563" y="334"/>
                  <a:pt x="1563" y="305"/>
                  <a:pt x="1534" y="305"/>
                </a:cubicBezTo>
                <a:lnTo>
                  <a:pt x="1477" y="269"/>
                </a:lnTo>
                <a:lnTo>
                  <a:pt x="1448" y="269"/>
                </a:lnTo>
                <a:lnTo>
                  <a:pt x="1448" y="240"/>
                </a:lnTo>
                <a:close/>
                <a:moveTo>
                  <a:pt x="572" y="305"/>
                </a:moveTo>
                <a:lnTo>
                  <a:pt x="507" y="334"/>
                </a:lnTo>
                <a:lnTo>
                  <a:pt x="478" y="334"/>
                </a:lnTo>
                <a:cubicBezTo>
                  <a:pt x="449" y="363"/>
                  <a:pt x="449" y="392"/>
                  <a:pt x="478" y="421"/>
                </a:cubicBezTo>
                <a:lnTo>
                  <a:pt x="869" y="934"/>
                </a:lnTo>
                <a:lnTo>
                  <a:pt x="869" y="934"/>
                </a:lnTo>
                <a:lnTo>
                  <a:pt x="630" y="363"/>
                </a:lnTo>
                <a:cubicBezTo>
                  <a:pt x="630" y="334"/>
                  <a:pt x="601" y="305"/>
                  <a:pt x="572" y="305"/>
                </a:cubicBezTo>
                <a:close/>
                <a:moveTo>
                  <a:pt x="934" y="1"/>
                </a:moveTo>
                <a:cubicBezTo>
                  <a:pt x="905" y="1"/>
                  <a:pt x="869" y="30"/>
                  <a:pt x="905" y="88"/>
                </a:cubicBezTo>
                <a:lnTo>
                  <a:pt x="992" y="934"/>
                </a:lnTo>
                <a:lnTo>
                  <a:pt x="1115" y="88"/>
                </a:lnTo>
                <a:cubicBezTo>
                  <a:pt x="1115" y="30"/>
                  <a:pt x="1086" y="1"/>
                  <a:pt x="1050" y="1"/>
                </a:cubicBezTo>
                <a:close/>
                <a:moveTo>
                  <a:pt x="992" y="934"/>
                </a:moveTo>
                <a:lnTo>
                  <a:pt x="992" y="934"/>
                </a:lnTo>
                <a:lnTo>
                  <a:pt x="992" y="934"/>
                </a:lnTo>
                <a:close/>
                <a:moveTo>
                  <a:pt x="1883" y="741"/>
                </a:moveTo>
                <a:cubicBezTo>
                  <a:pt x="1903" y="741"/>
                  <a:pt x="1935" y="753"/>
                  <a:pt x="1954" y="753"/>
                </a:cubicBezTo>
                <a:lnTo>
                  <a:pt x="2800" y="963"/>
                </a:lnTo>
                <a:cubicBezTo>
                  <a:pt x="2895" y="992"/>
                  <a:pt x="2952" y="1057"/>
                  <a:pt x="2952" y="1173"/>
                </a:cubicBezTo>
                <a:lnTo>
                  <a:pt x="3075" y="1781"/>
                </a:lnTo>
                <a:lnTo>
                  <a:pt x="1325" y="1296"/>
                </a:lnTo>
                <a:lnTo>
                  <a:pt x="1715" y="847"/>
                </a:lnTo>
                <a:cubicBezTo>
                  <a:pt x="1773" y="782"/>
                  <a:pt x="1809" y="753"/>
                  <a:pt x="1867" y="753"/>
                </a:cubicBezTo>
                <a:cubicBezTo>
                  <a:pt x="1867" y="744"/>
                  <a:pt x="1874" y="741"/>
                  <a:pt x="1883" y="741"/>
                </a:cubicBezTo>
                <a:close/>
                <a:moveTo>
                  <a:pt x="1325" y="1506"/>
                </a:moveTo>
                <a:cubicBezTo>
                  <a:pt x="1411" y="1535"/>
                  <a:pt x="1477" y="1658"/>
                  <a:pt x="1448" y="1752"/>
                </a:cubicBezTo>
                <a:cubicBezTo>
                  <a:pt x="1418" y="1846"/>
                  <a:pt x="1355" y="1906"/>
                  <a:pt x="1267" y="1906"/>
                </a:cubicBezTo>
                <a:cubicBezTo>
                  <a:pt x="1246" y="1906"/>
                  <a:pt x="1225" y="1903"/>
                  <a:pt x="1202" y="1896"/>
                </a:cubicBezTo>
                <a:cubicBezTo>
                  <a:pt x="1115" y="1868"/>
                  <a:pt x="1050" y="1781"/>
                  <a:pt x="1086" y="1658"/>
                </a:cubicBezTo>
                <a:cubicBezTo>
                  <a:pt x="1115" y="1571"/>
                  <a:pt x="1173" y="1506"/>
                  <a:pt x="1267" y="1506"/>
                </a:cubicBezTo>
                <a:close/>
                <a:moveTo>
                  <a:pt x="2952" y="1962"/>
                </a:moveTo>
                <a:cubicBezTo>
                  <a:pt x="3075" y="1991"/>
                  <a:pt x="3133" y="2114"/>
                  <a:pt x="3104" y="2200"/>
                </a:cubicBezTo>
                <a:cubicBezTo>
                  <a:pt x="3080" y="2302"/>
                  <a:pt x="2992" y="2360"/>
                  <a:pt x="2908" y="2360"/>
                </a:cubicBezTo>
                <a:cubicBezTo>
                  <a:pt x="2891" y="2360"/>
                  <a:pt x="2874" y="2357"/>
                  <a:pt x="2858" y="2352"/>
                </a:cubicBezTo>
                <a:cubicBezTo>
                  <a:pt x="2743" y="2323"/>
                  <a:pt x="2678" y="2200"/>
                  <a:pt x="2714" y="2114"/>
                </a:cubicBezTo>
                <a:cubicBezTo>
                  <a:pt x="2743" y="2019"/>
                  <a:pt x="2829" y="1962"/>
                  <a:pt x="2923" y="1962"/>
                </a:cubicBezTo>
                <a:close/>
                <a:moveTo>
                  <a:pt x="478" y="2475"/>
                </a:moveTo>
                <a:cubicBezTo>
                  <a:pt x="362" y="2475"/>
                  <a:pt x="268" y="2533"/>
                  <a:pt x="239" y="2656"/>
                </a:cubicBezTo>
                <a:cubicBezTo>
                  <a:pt x="239" y="2620"/>
                  <a:pt x="181" y="2620"/>
                  <a:pt x="145" y="2620"/>
                </a:cubicBezTo>
                <a:cubicBezTo>
                  <a:pt x="58" y="2620"/>
                  <a:pt x="1" y="2685"/>
                  <a:pt x="1" y="2772"/>
                </a:cubicBezTo>
                <a:lnTo>
                  <a:pt x="1" y="2837"/>
                </a:lnTo>
                <a:lnTo>
                  <a:pt x="1" y="2866"/>
                </a:lnTo>
                <a:cubicBezTo>
                  <a:pt x="1" y="2895"/>
                  <a:pt x="1" y="2895"/>
                  <a:pt x="30" y="2895"/>
                </a:cubicBezTo>
                <a:lnTo>
                  <a:pt x="963" y="2895"/>
                </a:lnTo>
                <a:cubicBezTo>
                  <a:pt x="992" y="2895"/>
                  <a:pt x="992" y="2895"/>
                  <a:pt x="992" y="2866"/>
                </a:cubicBezTo>
                <a:lnTo>
                  <a:pt x="992" y="2837"/>
                </a:lnTo>
                <a:lnTo>
                  <a:pt x="992" y="2772"/>
                </a:lnTo>
                <a:cubicBezTo>
                  <a:pt x="992" y="2685"/>
                  <a:pt x="934" y="2620"/>
                  <a:pt x="840" y="2620"/>
                </a:cubicBezTo>
                <a:cubicBezTo>
                  <a:pt x="811" y="2620"/>
                  <a:pt x="753" y="2620"/>
                  <a:pt x="724" y="2656"/>
                </a:cubicBezTo>
                <a:cubicBezTo>
                  <a:pt x="688" y="2533"/>
                  <a:pt x="601" y="2475"/>
                  <a:pt x="478" y="2475"/>
                </a:cubicBezTo>
                <a:close/>
                <a:moveTo>
                  <a:pt x="1838" y="450"/>
                </a:moveTo>
                <a:cubicBezTo>
                  <a:pt x="1744" y="486"/>
                  <a:pt x="1657" y="515"/>
                  <a:pt x="1592" y="572"/>
                </a:cubicBezTo>
                <a:lnTo>
                  <a:pt x="1021" y="1267"/>
                </a:lnTo>
                <a:cubicBezTo>
                  <a:pt x="963" y="1325"/>
                  <a:pt x="934" y="1390"/>
                  <a:pt x="905" y="1448"/>
                </a:cubicBezTo>
                <a:lnTo>
                  <a:pt x="724" y="2114"/>
                </a:lnTo>
                <a:lnTo>
                  <a:pt x="724" y="2200"/>
                </a:lnTo>
                <a:cubicBezTo>
                  <a:pt x="688" y="2258"/>
                  <a:pt x="724" y="2294"/>
                  <a:pt x="753" y="2294"/>
                </a:cubicBezTo>
                <a:lnTo>
                  <a:pt x="1050" y="2381"/>
                </a:lnTo>
                <a:cubicBezTo>
                  <a:pt x="1086" y="2381"/>
                  <a:pt x="1115" y="2352"/>
                  <a:pt x="1115" y="2323"/>
                </a:cubicBezTo>
                <a:lnTo>
                  <a:pt x="1144" y="2229"/>
                </a:lnTo>
                <a:lnTo>
                  <a:pt x="1173" y="2142"/>
                </a:lnTo>
                <a:lnTo>
                  <a:pt x="2772" y="2562"/>
                </a:lnTo>
                <a:lnTo>
                  <a:pt x="2743" y="2656"/>
                </a:lnTo>
                <a:lnTo>
                  <a:pt x="2743" y="2743"/>
                </a:lnTo>
                <a:cubicBezTo>
                  <a:pt x="2714" y="2801"/>
                  <a:pt x="2743" y="2837"/>
                  <a:pt x="2772" y="2837"/>
                </a:cubicBezTo>
                <a:lnTo>
                  <a:pt x="3075" y="2924"/>
                </a:lnTo>
                <a:cubicBezTo>
                  <a:pt x="3104" y="2924"/>
                  <a:pt x="3133" y="2895"/>
                  <a:pt x="3133" y="2866"/>
                </a:cubicBezTo>
                <a:lnTo>
                  <a:pt x="3162" y="2772"/>
                </a:lnTo>
                <a:lnTo>
                  <a:pt x="3343" y="2114"/>
                </a:lnTo>
                <a:cubicBezTo>
                  <a:pt x="3372" y="2019"/>
                  <a:pt x="3372" y="1962"/>
                  <a:pt x="3372" y="1896"/>
                </a:cubicBezTo>
                <a:lnTo>
                  <a:pt x="3191" y="992"/>
                </a:lnTo>
                <a:cubicBezTo>
                  <a:pt x="3162" y="905"/>
                  <a:pt x="3075" y="782"/>
                  <a:pt x="2981" y="753"/>
                </a:cubicBezTo>
                <a:lnTo>
                  <a:pt x="1896" y="486"/>
                </a:lnTo>
                <a:cubicBezTo>
                  <a:pt x="1867" y="450"/>
                  <a:pt x="1867" y="450"/>
                  <a:pt x="1838" y="45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5">
          <a:extLst>
            <a:ext uri="{FF2B5EF4-FFF2-40B4-BE49-F238E27FC236}">
              <a16:creationId xmlns:a16="http://schemas.microsoft.com/office/drawing/2014/main" id="{DBBC7079-D69D-94EF-F36F-EE02337E6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" name="Google Shape;1986;p28">
            <a:extLst>
              <a:ext uri="{FF2B5EF4-FFF2-40B4-BE49-F238E27FC236}">
                <a16:creationId xmlns:a16="http://schemas.microsoft.com/office/drawing/2014/main" id="{EACB3F56-B64C-F73D-7A51-1E238D009872}"/>
              </a:ext>
            </a:extLst>
          </p:cNvPr>
          <p:cNvSpPr/>
          <p:nvPr/>
        </p:nvSpPr>
        <p:spPr>
          <a:xfrm>
            <a:off x="5167288" y="1336038"/>
            <a:ext cx="3059100" cy="3059100"/>
          </a:xfrm>
          <a:prstGeom prst="ellipse">
            <a:avLst/>
          </a:prstGeom>
          <a:solidFill>
            <a:srgbClr val="897FBB">
              <a:alpha val="291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7" name="Google Shape;1987;p28">
            <a:extLst>
              <a:ext uri="{FF2B5EF4-FFF2-40B4-BE49-F238E27FC236}">
                <a16:creationId xmlns:a16="http://schemas.microsoft.com/office/drawing/2014/main" id="{4A8A757F-50A5-C7E8-FC8B-C5522F3D86AB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796913" y="1717867"/>
            <a:ext cx="4068025" cy="135259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6000" b="1" dirty="0">
                <a:latin typeface="Poppins"/>
                <a:ea typeface="Poppins"/>
                <a:cs typeface="Poppins"/>
                <a:sym typeface="Poppins"/>
              </a:rPr>
              <a:t>Thank You</a:t>
            </a:r>
            <a:endParaRPr sz="6000" b="1" dirty="0"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989" name="Google Shape;1989;p28">
            <a:extLst>
              <a:ext uri="{FF2B5EF4-FFF2-40B4-BE49-F238E27FC236}">
                <a16:creationId xmlns:a16="http://schemas.microsoft.com/office/drawing/2014/main" id="{B8660E1A-BC18-8BFB-7922-217C7C8A43E8}"/>
              </a:ext>
            </a:extLst>
          </p:cNvPr>
          <p:cNvGrpSpPr/>
          <p:nvPr/>
        </p:nvGrpSpPr>
        <p:grpSpPr>
          <a:xfrm>
            <a:off x="713181" y="582145"/>
            <a:ext cx="11949650" cy="4976633"/>
            <a:chOff x="713181" y="582145"/>
            <a:chExt cx="11949650" cy="4976633"/>
          </a:xfrm>
        </p:grpSpPr>
        <p:grpSp>
          <p:nvGrpSpPr>
            <p:cNvPr id="1990" name="Google Shape;1990;p28">
              <a:extLst>
                <a:ext uri="{FF2B5EF4-FFF2-40B4-BE49-F238E27FC236}">
                  <a16:creationId xmlns:a16="http://schemas.microsoft.com/office/drawing/2014/main" id="{704A474B-5F54-57AD-21B3-FDAC2AA935B1}"/>
                </a:ext>
              </a:extLst>
            </p:cNvPr>
            <p:cNvGrpSpPr/>
            <p:nvPr/>
          </p:nvGrpSpPr>
          <p:grpSpPr>
            <a:xfrm>
              <a:off x="6279940" y="582145"/>
              <a:ext cx="6382891" cy="1623545"/>
              <a:chOff x="6371290" y="314120"/>
              <a:chExt cx="6382891" cy="1623545"/>
            </a:xfrm>
          </p:grpSpPr>
          <p:sp>
            <p:nvSpPr>
              <p:cNvPr id="1991" name="Google Shape;1991;p28">
                <a:extLst>
                  <a:ext uri="{FF2B5EF4-FFF2-40B4-BE49-F238E27FC236}">
                    <a16:creationId xmlns:a16="http://schemas.microsoft.com/office/drawing/2014/main" id="{9DCB544A-3ECD-3DF0-404F-9583885EA2F3}"/>
                  </a:ext>
                </a:extLst>
              </p:cNvPr>
              <p:cNvSpPr/>
              <p:nvPr/>
            </p:nvSpPr>
            <p:spPr>
              <a:xfrm rot="-5400000" flipH="1">
                <a:off x="8750963" y="-2065553"/>
                <a:ext cx="1623545" cy="6382891"/>
              </a:xfrm>
              <a:custGeom>
                <a:avLst/>
                <a:gdLst/>
                <a:ahLst/>
                <a:cxnLst/>
                <a:rect l="l" t="t" r="r" b="b"/>
                <a:pathLst>
                  <a:path w="12220" h="44059" extrusionOk="0">
                    <a:moveTo>
                      <a:pt x="9359" y="0"/>
                    </a:moveTo>
                    <a:lnTo>
                      <a:pt x="9359" y="18593"/>
                    </a:lnTo>
                    <a:lnTo>
                      <a:pt x="9359" y="27156"/>
                    </a:lnTo>
                    <a:cubicBezTo>
                      <a:pt x="9359" y="27621"/>
                      <a:pt x="9003" y="28003"/>
                      <a:pt x="8568" y="28055"/>
                    </a:cubicBezTo>
                    <a:lnTo>
                      <a:pt x="8444" y="28055"/>
                    </a:lnTo>
                    <a:cubicBezTo>
                      <a:pt x="7940" y="28055"/>
                      <a:pt x="7532" y="27647"/>
                      <a:pt x="7532" y="27156"/>
                    </a:cubicBezTo>
                    <a:lnTo>
                      <a:pt x="7532" y="18168"/>
                    </a:lnTo>
                    <a:cubicBezTo>
                      <a:pt x="7532" y="16099"/>
                      <a:pt x="5845" y="14409"/>
                      <a:pt x="3773" y="14409"/>
                    </a:cubicBezTo>
                    <a:cubicBezTo>
                      <a:pt x="1704" y="14409"/>
                      <a:pt x="1" y="16099"/>
                      <a:pt x="1" y="18168"/>
                    </a:cubicBezTo>
                    <a:lnTo>
                      <a:pt x="1" y="30141"/>
                    </a:lnTo>
                    <a:lnTo>
                      <a:pt x="1" y="44059"/>
                    </a:lnTo>
                    <a:lnTo>
                      <a:pt x="2861" y="44059"/>
                    </a:lnTo>
                    <a:lnTo>
                      <a:pt x="2861" y="29065"/>
                    </a:lnTo>
                    <a:lnTo>
                      <a:pt x="2861" y="18168"/>
                    </a:lnTo>
                    <a:cubicBezTo>
                      <a:pt x="2861" y="17677"/>
                      <a:pt x="3270" y="17269"/>
                      <a:pt x="3773" y="17269"/>
                    </a:cubicBezTo>
                    <a:cubicBezTo>
                      <a:pt x="4276" y="17269"/>
                      <a:pt x="4685" y="17677"/>
                      <a:pt x="4685" y="18168"/>
                    </a:cubicBezTo>
                    <a:lnTo>
                      <a:pt x="4685" y="27156"/>
                    </a:lnTo>
                    <a:cubicBezTo>
                      <a:pt x="4685" y="29186"/>
                      <a:pt x="6306" y="30863"/>
                      <a:pt x="8336" y="30915"/>
                    </a:cubicBezTo>
                    <a:cubicBezTo>
                      <a:pt x="8378" y="30915"/>
                      <a:pt x="8405" y="30932"/>
                      <a:pt x="8444" y="30932"/>
                    </a:cubicBezTo>
                    <a:cubicBezTo>
                      <a:pt x="10529" y="30932"/>
                      <a:pt x="12219" y="29229"/>
                      <a:pt x="12219" y="27156"/>
                    </a:cubicBezTo>
                    <a:lnTo>
                      <a:pt x="12219" y="18619"/>
                    </a:lnTo>
                    <a:lnTo>
                      <a:pt x="1221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dist="57150" dir="6660000" algn="bl" rotWithShape="0">
                  <a:schemeClr val="dk1">
                    <a:alpha val="34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992" name="Google Shape;1992;p28">
                <a:extLst>
                  <a:ext uri="{FF2B5EF4-FFF2-40B4-BE49-F238E27FC236}">
                    <a16:creationId xmlns:a16="http://schemas.microsoft.com/office/drawing/2014/main" id="{5F4109A6-CF6B-E947-9750-7AB930C9D14C}"/>
                  </a:ext>
                </a:extLst>
              </p:cNvPr>
              <p:cNvGrpSpPr/>
              <p:nvPr/>
            </p:nvGrpSpPr>
            <p:grpSpPr>
              <a:xfrm rot="-5400000" flipH="1">
                <a:off x="8817700" y="-1773617"/>
                <a:ext cx="1257637" cy="5799004"/>
                <a:chOff x="3563222" y="101822"/>
                <a:chExt cx="1212180" cy="5125965"/>
              </a:xfrm>
            </p:grpSpPr>
            <p:sp>
              <p:nvSpPr>
                <p:cNvPr id="1993" name="Google Shape;1993;p28">
                  <a:extLst>
                    <a:ext uri="{FF2B5EF4-FFF2-40B4-BE49-F238E27FC236}">
                      <a16:creationId xmlns:a16="http://schemas.microsoft.com/office/drawing/2014/main" id="{83D69785-0456-42AF-1893-FF7B8AC7EE64}"/>
                    </a:ext>
                  </a:extLst>
                </p:cNvPr>
                <p:cNvSpPr/>
                <p:nvPr/>
              </p:nvSpPr>
              <p:spPr>
                <a:xfrm>
                  <a:off x="3563222" y="4946702"/>
                  <a:ext cx="13830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36" extrusionOk="0">
                      <a:moveTo>
                        <a:pt x="0" y="1"/>
                      </a:moveTo>
                      <a:lnTo>
                        <a:pt x="0" y="436"/>
                      </a:lnTo>
                      <a:lnTo>
                        <a:pt x="108" y="436"/>
                      </a:lnTo>
                      <a:lnTo>
                        <a:pt x="108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94" name="Google Shape;1994;p28">
                  <a:extLst>
                    <a:ext uri="{FF2B5EF4-FFF2-40B4-BE49-F238E27FC236}">
                      <a16:creationId xmlns:a16="http://schemas.microsoft.com/office/drawing/2014/main" id="{8E39598D-3888-174A-C223-9DB0C812D22D}"/>
                    </a:ext>
                  </a:extLst>
                </p:cNvPr>
                <p:cNvSpPr/>
                <p:nvPr/>
              </p:nvSpPr>
              <p:spPr>
                <a:xfrm>
                  <a:off x="3563222" y="5060160"/>
                  <a:ext cx="13830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36" extrusionOk="0">
                      <a:moveTo>
                        <a:pt x="0" y="1"/>
                      </a:moveTo>
                      <a:lnTo>
                        <a:pt x="0" y="435"/>
                      </a:lnTo>
                      <a:lnTo>
                        <a:pt x="108" y="435"/>
                      </a:lnTo>
                      <a:lnTo>
                        <a:pt x="108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95" name="Google Shape;1995;p28">
                  <a:extLst>
                    <a:ext uri="{FF2B5EF4-FFF2-40B4-BE49-F238E27FC236}">
                      <a16:creationId xmlns:a16="http://schemas.microsoft.com/office/drawing/2014/main" id="{889B8553-B883-A12C-68F4-F85DEA5E8C27}"/>
                    </a:ext>
                  </a:extLst>
                </p:cNvPr>
                <p:cNvSpPr/>
                <p:nvPr/>
              </p:nvSpPr>
              <p:spPr>
                <a:xfrm>
                  <a:off x="3563222" y="4833244"/>
                  <a:ext cx="13830" cy="580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53" extrusionOk="0">
                      <a:moveTo>
                        <a:pt x="0" y="1"/>
                      </a:moveTo>
                      <a:lnTo>
                        <a:pt x="0" y="452"/>
                      </a:lnTo>
                      <a:lnTo>
                        <a:pt x="108" y="452"/>
                      </a:lnTo>
                      <a:lnTo>
                        <a:pt x="108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96" name="Google Shape;1996;p28">
                  <a:extLst>
                    <a:ext uri="{FF2B5EF4-FFF2-40B4-BE49-F238E27FC236}">
                      <a16:creationId xmlns:a16="http://schemas.microsoft.com/office/drawing/2014/main" id="{9D9F3574-4BC7-D986-5070-879F7D0CF194}"/>
                    </a:ext>
                  </a:extLst>
                </p:cNvPr>
                <p:cNvSpPr/>
                <p:nvPr/>
              </p:nvSpPr>
              <p:spPr>
                <a:xfrm>
                  <a:off x="3563222" y="5171569"/>
                  <a:ext cx="13830" cy="562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39" extrusionOk="0">
                      <a:moveTo>
                        <a:pt x="0" y="0"/>
                      </a:moveTo>
                      <a:lnTo>
                        <a:pt x="0" y="438"/>
                      </a:lnTo>
                      <a:lnTo>
                        <a:pt x="108" y="438"/>
                      </a:lnTo>
                      <a:lnTo>
                        <a:pt x="108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97" name="Google Shape;1997;p28">
                  <a:extLst>
                    <a:ext uri="{FF2B5EF4-FFF2-40B4-BE49-F238E27FC236}">
                      <a16:creationId xmlns:a16="http://schemas.microsoft.com/office/drawing/2014/main" id="{31CD59E6-C545-7769-54ED-F543FFB94FD8}"/>
                    </a:ext>
                  </a:extLst>
                </p:cNvPr>
                <p:cNvSpPr/>
                <p:nvPr/>
              </p:nvSpPr>
              <p:spPr>
                <a:xfrm>
                  <a:off x="3563222" y="4043522"/>
                  <a:ext cx="13830" cy="557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35" extrusionOk="0">
                      <a:moveTo>
                        <a:pt x="0" y="0"/>
                      </a:moveTo>
                      <a:lnTo>
                        <a:pt x="0" y="435"/>
                      </a:lnTo>
                      <a:lnTo>
                        <a:pt x="108" y="435"/>
                      </a:lnTo>
                      <a:lnTo>
                        <a:pt x="108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98" name="Google Shape;1998;p28">
                  <a:extLst>
                    <a:ext uri="{FF2B5EF4-FFF2-40B4-BE49-F238E27FC236}">
                      <a16:creationId xmlns:a16="http://schemas.microsoft.com/office/drawing/2014/main" id="{F09F0545-9039-F7ED-5309-8D9919DD3253}"/>
                    </a:ext>
                  </a:extLst>
                </p:cNvPr>
                <p:cNvSpPr/>
                <p:nvPr/>
              </p:nvSpPr>
              <p:spPr>
                <a:xfrm>
                  <a:off x="3563222" y="4154802"/>
                  <a:ext cx="13830" cy="578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52" extrusionOk="0">
                      <a:moveTo>
                        <a:pt x="0" y="0"/>
                      </a:moveTo>
                      <a:lnTo>
                        <a:pt x="0" y="452"/>
                      </a:lnTo>
                      <a:lnTo>
                        <a:pt x="108" y="452"/>
                      </a:lnTo>
                      <a:lnTo>
                        <a:pt x="108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99" name="Google Shape;1999;p28">
                  <a:extLst>
                    <a:ext uri="{FF2B5EF4-FFF2-40B4-BE49-F238E27FC236}">
                      <a16:creationId xmlns:a16="http://schemas.microsoft.com/office/drawing/2014/main" id="{76631D4A-434C-179C-D7FB-FFDAC1860864}"/>
                    </a:ext>
                  </a:extLst>
                </p:cNvPr>
                <p:cNvSpPr/>
                <p:nvPr/>
              </p:nvSpPr>
              <p:spPr>
                <a:xfrm>
                  <a:off x="3563222" y="3818271"/>
                  <a:ext cx="13830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36" extrusionOk="0">
                      <a:moveTo>
                        <a:pt x="0" y="0"/>
                      </a:moveTo>
                      <a:lnTo>
                        <a:pt x="0" y="435"/>
                      </a:lnTo>
                      <a:lnTo>
                        <a:pt x="108" y="435"/>
                      </a:lnTo>
                      <a:lnTo>
                        <a:pt x="108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00" name="Google Shape;2000;p28">
                  <a:extLst>
                    <a:ext uri="{FF2B5EF4-FFF2-40B4-BE49-F238E27FC236}">
                      <a16:creationId xmlns:a16="http://schemas.microsoft.com/office/drawing/2014/main" id="{B2010056-CB76-BD07-5CAC-63D406E65BFC}"/>
                    </a:ext>
                  </a:extLst>
                </p:cNvPr>
                <p:cNvSpPr/>
                <p:nvPr/>
              </p:nvSpPr>
              <p:spPr>
                <a:xfrm>
                  <a:off x="3563222" y="3930064"/>
                  <a:ext cx="13830" cy="557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35" extrusionOk="0">
                      <a:moveTo>
                        <a:pt x="0" y="0"/>
                      </a:moveTo>
                      <a:lnTo>
                        <a:pt x="0" y="435"/>
                      </a:lnTo>
                      <a:lnTo>
                        <a:pt x="108" y="435"/>
                      </a:lnTo>
                      <a:lnTo>
                        <a:pt x="108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01" name="Google Shape;2001;p28">
                  <a:extLst>
                    <a:ext uri="{FF2B5EF4-FFF2-40B4-BE49-F238E27FC236}">
                      <a16:creationId xmlns:a16="http://schemas.microsoft.com/office/drawing/2014/main" id="{FA781350-9A4B-F08C-539C-3490949238E2}"/>
                    </a:ext>
                  </a:extLst>
                </p:cNvPr>
                <p:cNvSpPr/>
                <p:nvPr/>
              </p:nvSpPr>
              <p:spPr>
                <a:xfrm>
                  <a:off x="3563222" y="4268260"/>
                  <a:ext cx="13830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36" extrusionOk="0">
                      <a:moveTo>
                        <a:pt x="0" y="0"/>
                      </a:moveTo>
                      <a:lnTo>
                        <a:pt x="0" y="435"/>
                      </a:lnTo>
                      <a:lnTo>
                        <a:pt x="108" y="435"/>
                      </a:lnTo>
                      <a:lnTo>
                        <a:pt x="108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02" name="Google Shape;2002;p28">
                  <a:extLst>
                    <a:ext uri="{FF2B5EF4-FFF2-40B4-BE49-F238E27FC236}">
                      <a16:creationId xmlns:a16="http://schemas.microsoft.com/office/drawing/2014/main" id="{97F4629F-C368-E689-F352-3C25C8AFF79D}"/>
                    </a:ext>
                  </a:extLst>
                </p:cNvPr>
                <p:cNvSpPr/>
                <p:nvPr/>
              </p:nvSpPr>
              <p:spPr>
                <a:xfrm>
                  <a:off x="3563222" y="4380053"/>
                  <a:ext cx="13830" cy="573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48" extrusionOk="0">
                      <a:moveTo>
                        <a:pt x="0" y="0"/>
                      </a:moveTo>
                      <a:lnTo>
                        <a:pt x="0" y="448"/>
                      </a:lnTo>
                      <a:lnTo>
                        <a:pt x="108" y="448"/>
                      </a:lnTo>
                      <a:lnTo>
                        <a:pt x="108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03" name="Google Shape;2003;p28">
                  <a:extLst>
                    <a:ext uri="{FF2B5EF4-FFF2-40B4-BE49-F238E27FC236}">
                      <a16:creationId xmlns:a16="http://schemas.microsoft.com/office/drawing/2014/main" id="{E1385175-AC2A-EFAF-0CE4-DA7BCCC8C0CE}"/>
                    </a:ext>
                  </a:extLst>
                </p:cNvPr>
                <p:cNvSpPr/>
                <p:nvPr/>
              </p:nvSpPr>
              <p:spPr>
                <a:xfrm>
                  <a:off x="3563222" y="4493383"/>
                  <a:ext cx="13830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36" extrusionOk="0">
                      <a:moveTo>
                        <a:pt x="0" y="1"/>
                      </a:moveTo>
                      <a:lnTo>
                        <a:pt x="0" y="436"/>
                      </a:lnTo>
                      <a:lnTo>
                        <a:pt x="108" y="436"/>
                      </a:lnTo>
                      <a:lnTo>
                        <a:pt x="108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04" name="Google Shape;2004;p28">
                  <a:extLst>
                    <a:ext uri="{FF2B5EF4-FFF2-40B4-BE49-F238E27FC236}">
                      <a16:creationId xmlns:a16="http://schemas.microsoft.com/office/drawing/2014/main" id="{D8C515E3-F0AE-3216-9820-7D59BC8D438E}"/>
                    </a:ext>
                  </a:extLst>
                </p:cNvPr>
                <p:cNvSpPr/>
                <p:nvPr/>
              </p:nvSpPr>
              <p:spPr>
                <a:xfrm>
                  <a:off x="3563222" y="4718250"/>
                  <a:ext cx="13830" cy="595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65" extrusionOk="0">
                      <a:moveTo>
                        <a:pt x="0" y="0"/>
                      </a:moveTo>
                      <a:lnTo>
                        <a:pt x="0" y="26"/>
                      </a:lnTo>
                      <a:lnTo>
                        <a:pt x="0" y="435"/>
                      </a:lnTo>
                      <a:lnTo>
                        <a:pt x="0" y="464"/>
                      </a:lnTo>
                      <a:lnTo>
                        <a:pt x="108" y="464"/>
                      </a:lnTo>
                      <a:lnTo>
                        <a:pt x="108" y="435"/>
                      </a:lnTo>
                      <a:lnTo>
                        <a:pt x="108" y="26"/>
                      </a:lnTo>
                      <a:lnTo>
                        <a:pt x="108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05" name="Google Shape;2005;p28">
                  <a:extLst>
                    <a:ext uri="{FF2B5EF4-FFF2-40B4-BE49-F238E27FC236}">
                      <a16:creationId xmlns:a16="http://schemas.microsoft.com/office/drawing/2014/main" id="{A8AC869B-955F-450E-8B6A-691A66391144}"/>
                    </a:ext>
                  </a:extLst>
                </p:cNvPr>
                <p:cNvSpPr/>
                <p:nvPr/>
              </p:nvSpPr>
              <p:spPr>
                <a:xfrm>
                  <a:off x="3563222" y="4606457"/>
                  <a:ext cx="13830" cy="562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39" extrusionOk="0">
                      <a:moveTo>
                        <a:pt x="0" y="0"/>
                      </a:moveTo>
                      <a:lnTo>
                        <a:pt x="0" y="438"/>
                      </a:lnTo>
                      <a:lnTo>
                        <a:pt x="108" y="438"/>
                      </a:lnTo>
                      <a:lnTo>
                        <a:pt x="108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06" name="Google Shape;2006;p28">
                  <a:extLst>
                    <a:ext uri="{FF2B5EF4-FFF2-40B4-BE49-F238E27FC236}">
                      <a16:creationId xmlns:a16="http://schemas.microsoft.com/office/drawing/2014/main" id="{6DF17893-E419-0D59-58F8-C8CADB9001B4}"/>
                    </a:ext>
                  </a:extLst>
                </p:cNvPr>
                <p:cNvSpPr/>
                <p:nvPr/>
              </p:nvSpPr>
              <p:spPr>
                <a:xfrm>
                  <a:off x="3746086" y="1978230"/>
                  <a:ext cx="57882" cy="315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2" h="246" extrusionOk="0">
                      <a:moveTo>
                        <a:pt x="438" y="0"/>
                      </a:moveTo>
                      <a:cubicBezTo>
                        <a:pt x="288" y="43"/>
                        <a:pt x="138" y="82"/>
                        <a:pt x="0" y="151"/>
                      </a:cubicBezTo>
                      <a:lnTo>
                        <a:pt x="43" y="246"/>
                      </a:lnTo>
                      <a:cubicBezTo>
                        <a:pt x="180" y="193"/>
                        <a:pt x="314" y="151"/>
                        <a:pt x="451" y="112"/>
                      </a:cubicBezTo>
                      <a:lnTo>
                        <a:pt x="438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07" name="Google Shape;2007;p28">
                  <a:extLst>
                    <a:ext uri="{FF2B5EF4-FFF2-40B4-BE49-F238E27FC236}">
                      <a16:creationId xmlns:a16="http://schemas.microsoft.com/office/drawing/2014/main" id="{D72664C1-CF3F-48CC-5F3B-035CDF22F5E4}"/>
                    </a:ext>
                  </a:extLst>
                </p:cNvPr>
                <p:cNvSpPr/>
                <p:nvPr/>
              </p:nvSpPr>
              <p:spPr>
                <a:xfrm>
                  <a:off x="3563222" y="2663843"/>
                  <a:ext cx="13830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36" extrusionOk="0">
                      <a:moveTo>
                        <a:pt x="0" y="1"/>
                      </a:moveTo>
                      <a:lnTo>
                        <a:pt x="0" y="435"/>
                      </a:lnTo>
                      <a:lnTo>
                        <a:pt x="108" y="435"/>
                      </a:lnTo>
                      <a:lnTo>
                        <a:pt x="108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08" name="Google Shape;2008;p28">
                  <a:extLst>
                    <a:ext uri="{FF2B5EF4-FFF2-40B4-BE49-F238E27FC236}">
                      <a16:creationId xmlns:a16="http://schemas.microsoft.com/office/drawing/2014/main" id="{D18EED19-34E0-ABD2-5C2C-2350F4524CAD}"/>
                    </a:ext>
                  </a:extLst>
                </p:cNvPr>
                <p:cNvSpPr/>
                <p:nvPr/>
              </p:nvSpPr>
              <p:spPr>
                <a:xfrm>
                  <a:off x="3563222" y="2777301"/>
                  <a:ext cx="13830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36" extrusionOk="0">
                      <a:moveTo>
                        <a:pt x="0" y="0"/>
                      </a:moveTo>
                      <a:lnTo>
                        <a:pt x="0" y="435"/>
                      </a:lnTo>
                      <a:lnTo>
                        <a:pt x="108" y="435"/>
                      </a:lnTo>
                      <a:lnTo>
                        <a:pt x="108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09" name="Google Shape;2009;p28">
                  <a:extLst>
                    <a:ext uri="{FF2B5EF4-FFF2-40B4-BE49-F238E27FC236}">
                      <a16:creationId xmlns:a16="http://schemas.microsoft.com/office/drawing/2014/main" id="{0707B0B9-5CFF-A859-68B7-DE18BF17C695}"/>
                    </a:ext>
                  </a:extLst>
                </p:cNvPr>
                <p:cNvSpPr/>
                <p:nvPr/>
              </p:nvSpPr>
              <p:spPr>
                <a:xfrm>
                  <a:off x="3563222" y="2438721"/>
                  <a:ext cx="13830" cy="560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38" extrusionOk="0">
                      <a:moveTo>
                        <a:pt x="0" y="0"/>
                      </a:moveTo>
                      <a:lnTo>
                        <a:pt x="0" y="438"/>
                      </a:lnTo>
                      <a:lnTo>
                        <a:pt x="108" y="438"/>
                      </a:lnTo>
                      <a:lnTo>
                        <a:pt x="108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10" name="Google Shape;2010;p28">
                  <a:extLst>
                    <a:ext uri="{FF2B5EF4-FFF2-40B4-BE49-F238E27FC236}">
                      <a16:creationId xmlns:a16="http://schemas.microsoft.com/office/drawing/2014/main" id="{5E6028D7-9102-6599-813A-89202FF4ECE7}"/>
                    </a:ext>
                  </a:extLst>
                </p:cNvPr>
                <p:cNvSpPr/>
                <p:nvPr/>
              </p:nvSpPr>
              <p:spPr>
                <a:xfrm>
                  <a:off x="3587424" y="2107567"/>
                  <a:ext cx="40338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5" h="436" extrusionOk="0">
                      <a:moveTo>
                        <a:pt x="220" y="1"/>
                      </a:moveTo>
                      <a:cubicBezTo>
                        <a:pt x="138" y="121"/>
                        <a:pt x="69" y="259"/>
                        <a:pt x="1" y="393"/>
                      </a:cubicBezTo>
                      <a:lnTo>
                        <a:pt x="112" y="435"/>
                      </a:lnTo>
                      <a:cubicBezTo>
                        <a:pt x="164" y="298"/>
                        <a:pt x="233" y="177"/>
                        <a:pt x="314" y="53"/>
                      </a:cubicBezTo>
                      <a:lnTo>
                        <a:pt x="220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11" name="Google Shape;2011;p28">
                  <a:extLst>
                    <a:ext uri="{FF2B5EF4-FFF2-40B4-BE49-F238E27FC236}">
                      <a16:creationId xmlns:a16="http://schemas.microsoft.com/office/drawing/2014/main" id="{95EC2665-7C74-D213-4920-DE156704E1D0}"/>
                    </a:ext>
                  </a:extLst>
                </p:cNvPr>
                <p:cNvSpPr/>
                <p:nvPr/>
              </p:nvSpPr>
              <p:spPr>
                <a:xfrm>
                  <a:off x="3563222" y="2325263"/>
                  <a:ext cx="13830" cy="578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52" extrusionOk="0">
                      <a:moveTo>
                        <a:pt x="0" y="0"/>
                      </a:moveTo>
                      <a:lnTo>
                        <a:pt x="0" y="451"/>
                      </a:lnTo>
                      <a:lnTo>
                        <a:pt x="108" y="451"/>
                      </a:lnTo>
                      <a:lnTo>
                        <a:pt x="108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12" name="Google Shape;2012;p28">
                  <a:extLst>
                    <a:ext uri="{FF2B5EF4-FFF2-40B4-BE49-F238E27FC236}">
                      <a16:creationId xmlns:a16="http://schemas.microsoft.com/office/drawing/2014/main" id="{0261F146-9791-CCD4-7243-F32FB2618CD3}"/>
                    </a:ext>
                  </a:extLst>
                </p:cNvPr>
                <p:cNvSpPr/>
                <p:nvPr/>
              </p:nvSpPr>
              <p:spPr>
                <a:xfrm>
                  <a:off x="3651837" y="2025483"/>
                  <a:ext cx="52504" cy="469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0" h="367" extrusionOk="0">
                      <a:moveTo>
                        <a:pt x="344" y="1"/>
                      </a:moveTo>
                      <a:cubicBezTo>
                        <a:pt x="220" y="83"/>
                        <a:pt x="112" y="177"/>
                        <a:pt x="1" y="285"/>
                      </a:cubicBezTo>
                      <a:lnTo>
                        <a:pt x="83" y="367"/>
                      </a:lnTo>
                      <a:cubicBezTo>
                        <a:pt x="181" y="259"/>
                        <a:pt x="289" y="177"/>
                        <a:pt x="410" y="96"/>
                      </a:cubicBezTo>
                      <a:lnTo>
                        <a:pt x="344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13" name="Google Shape;2013;p28">
                  <a:extLst>
                    <a:ext uri="{FF2B5EF4-FFF2-40B4-BE49-F238E27FC236}">
                      <a16:creationId xmlns:a16="http://schemas.microsoft.com/office/drawing/2014/main" id="{7FB6E78D-0AE3-2B99-7F15-9169E58D762C}"/>
                    </a:ext>
                  </a:extLst>
                </p:cNvPr>
                <p:cNvSpPr/>
                <p:nvPr/>
              </p:nvSpPr>
              <p:spPr>
                <a:xfrm>
                  <a:off x="3563222" y="2212189"/>
                  <a:ext cx="21001" cy="574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4" h="449" extrusionOk="0">
                      <a:moveTo>
                        <a:pt x="56" y="1"/>
                      </a:moveTo>
                      <a:cubicBezTo>
                        <a:pt x="26" y="148"/>
                        <a:pt x="13" y="298"/>
                        <a:pt x="0" y="448"/>
                      </a:cubicBezTo>
                      <a:lnTo>
                        <a:pt x="121" y="448"/>
                      </a:lnTo>
                      <a:cubicBezTo>
                        <a:pt x="121" y="311"/>
                        <a:pt x="137" y="164"/>
                        <a:pt x="163" y="27"/>
                      </a:cubicBezTo>
                      <a:lnTo>
                        <a:pt x="56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14" name="Google Shape;2014;p28">
                  <a:extLst>
                    <a:ext uri="{FF2B5EF4-FFF2-40B4-BE49-F238E27FC236}">
                      <a16:creationId xmlns:a16="http://schemas.microsoft.com/office/drawing/2014/main" id="{3CA065BA-2AA9-7D6D-574A-EAAAD0A90B14}"/>
                    </a:ext>
                  </a:extLst>
                </p:cNvPr>
                <p:cNvSpPr/>
                <p:nvPr/>
              </p:nvSpPr>
              <p:spPr>
                <a:xfrm>
                  <a:off x="3563222" y="2550386"/>
                  <a:ext cx="13830" cy="574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49" extrusionOk="0">
                      <a:moveTo>
                        <a:pt x="0" y="1"/>
                      </a:moveTo>
                      <a:lnTo>
                        <a:pt x="0" y="449"/>
                      </a:lnTo>
                      <a:lnTo>
                        <a:pt x="108" y="449"/>
                      </a:lnTo>
                      <a:lnTo>
                        <a:pt x="108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15" name="Google Shape;2015;p28">
                  <a:extLst>
                    <a:ext uri="{FF2B5EF4-FFF2-40B4-BE49-F238E27FC236}">
                      <a16:creationId xmlns:a16="http://schemas.microsoft.com/office/drawing/2014/main" id="{9011BB9C-19B8-2D93-A5D5-ABA2123EC9CB}"/>
                    </a:ext>
                  </a:extLst>
                </p:cNvPr>
                <p:cNvSpPr/>
                <p:nvPr/>
              </p:nvSpPr>
              <p:spPr>
                <a:xfrm>
                  <a:off x="3563222" y="3452030"/>
                  <a:ext cx="13830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36" extrusionOk="0">
                      <a:moveTo>
                        <a:pt x="0" y="0"/>
                      </a:moveTo>
                      <a:lnTo>
                        <a:pt x="0" y="435"/>
                      </a:lnTo>
                      <a:lnTo>
                        <a:pt x="108" y="435"/>
                      </a:lnTo>
                      <a:lnTo>
                        <a:pt x="108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16" name="Google Shape;2016;p28">
                  <a:extLst>
                    <a:ext uri="{FF2B5EF4-FFF2-40B4-BE49-F238E27FC236}">
                      <a16:creationId xmlns:a16="http://schemas.microsoft.com/office/drawing/2014/main" id="{5D869978-CDF1-1769-029C-5FF02D62E048}"/>
                    </a:ext>
                  </a:extLst>
                </p:cNvPr>
                <p:cNvSpPr/>
                <p:nvPr/>
              </p:nvSpPr>
              <p:spPr>
                <a:xfrm>
                  <a:off x="3563222" y="3565488"/>
                  <a:ext cx="13830" cy="557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35" extrusionOk="0">
                      <a:moveTo>
                        <a:pt x="0" y="0"/>
                      </a:moveTo>
                      <a:lnTo>
                        <a:pt x="0" y="435"/>
                      </a:lnTo>
                      <a:lnTo>
                        <a:pt x="108" y="435"/>
                      </a:lnTo>
                      <a:lnTo>
                        <a:pt x="108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17" name="Google Shape;2017;p28">
                  <a:extLst>
                    <a:ext uri="{FF2B5EF4-FFF2-40B4-BE49-F238E27FC236}">
                      <a16:creationId xmlns:a16="http://schemas.microsoft.com/office/drawing/2014/main" id="{1A475990-B430-59DB-9A3E-CBA975D530E4}"/>
                    </a:ext>
                  </a:extLst>
                </p:cNvPr>
                <p:cNvSpPr/>
                <p:nvPr/>
              </p:nvSpPr>
              <p:spPr>
                <a:xfrm>
                  <a:off x="3563222" y="2888582"/>
                  <a:ext cx="13830" cy="562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39" extrusionOk="0">
                      <a:moveTo>
                        <a:pt x="0" y="1"/>
                      </a:moveTo>
                      <a:lnTo>
                        <a:pt x="0" y="439"/>
                      </a:lnTo>
                      <a:lnTo>
                        <a:pt x="108" y="439"/>
                      </a:lnTo>
                      <a:lnTo>
                        <a:pt x="108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18" name="Google Shape;2018;p28">
                  <a:extLst>
                    <a:ext uri="{FF2B5EF4-FFF2-40B4-BE49-F238E27FC236}">
                      <a16:creationId xmlns:a16="http://schemas.microsoft.com/office/drawing/2014/main" id="{CD8C50EE-20FF-D3D4-74AF-E25BC74A9C88}"/>
                    </a:ext>
                  </a:extLst>
                </p:cNvPr>
                <p:cNvSpPr/>
                <p:nvPr/>
              </p:nvSpPr>
              <p:spPr>
                <a:xfrm>
                  <a:off x="3563222" y="3790226"/>
                  <a:ext cx="13830" cy="193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151" extrusionOk="0">
                      <a:moveTo>
                        <a:pt x="0" y="0"/>
                      </a:moveTo>
                      <a:lnTo>
                        <a:pt x="0" y="151"/>
                      </a:lnTo>
                      <a:lnTo>
                        <a:pt x="108" y="151"/>
                      </a:lnTo>
                      <a:lnTo>
                        <a:pt x="108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19" name="Google Shape;2019;p28">
                  <a:extLst>
                    <a:ext uri="{FF2B5EF4-FFF2-40B4-BE49-F238E27FC236}">
                      <a16:creationId xmlns:a16="http://schemas.microsoft.com/office/drawing/2014/main" id="{D1D714C1-9D53-0061-BC44-7F26970854D3}"/>
                    </a:ext>
                  </a:extLst>
                </p:cNvPr>
                <p:cNvSpPr/>
                <p:nvPr/>
              </p:nvSpPr>
              <p:spPr>
                <a:xfrm>
                  <a:off x="3563222" y="3677153"/>
                  <a:ext cx="13830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36" extrusionOk="0">
                      <a:moveTo>
                        <a:pt x="0" y="1"/>
                      </a:moveTo>
                      <a:lnTo>
                        <a:pt x="0" y="436"/>
                      </a:lnTo>
                      <a:lnTo>
                        <a:pt x="108" y="436"/>
                      </a:lnTo>
                      <a:lnTo>
                        <a:pt x="108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20" name="Google Shape;2020;p28">
                  <a:extLst>
                    <a:ext uri="{FF2B5EF4-FFF2-40B4-BE49-F238E27FC236}">
                      <a16:creationId xmlns:a16="http://schemas.microsoft.com/office/drawing/2014/main" id="{2655AB31-8E8A-24EB-9277-0B0D1801F09B}"/>
                    </a:ext>
                  </a:extLst>
                </p:cNvPr>
                <p:cNvSpPr/>
                <p:nvPr/>
              </p:nvSpPr>
              <p:spPr>
                <a:xfrm>
                  <a:off x="3563222" y="3002040"/>
                  <a:ext cx="13830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36" extrusionOk="0">
                      <a:moveTo>
                        <a:pt x="0" y="1"/>
                      </a:moveTo>
                      <a:lnTo>
                        <a:pt x="0" y="435"/>
                      </a:lnTo>
                      <a:lnTo>
                        <a:pt x="108" y="435"/>
                      </a:lnTo>
                      <a:lnTo>
                        <a:pt x="108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21" name="Google Shape;2021;p28">
                  <a:extLst>
                    <a:ext uri="{FF2B5EF4-FFF2-40B4-BE49-F238E27FC236}">
                      <a16:creationId xmlns:a16="http://schemas.microsoft.com/office/drawing/2014/main" id="{AC0E9E70-1D2D-86F5-21D6-04FF8AF4AACB}"/>
                    </a:ext>
                  </a:extLst>
                </p:cNvPr>
                <p:cNvSpPr/>
                <p:nvPr/>
              </p:nvSpPr>
              <p:spPr>
                <a:xfrm>
                  <a:off x="3563222" y="3113833"/>
                  <a:ext cx="13830" cy="574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49" extrusionOk="0">
                      <a:moveTo>
                        <a:pt x="0" y="0"/>
                      </a:moveTo>
                      <a:lnTo>
                        <a:pt x="0" y="448"/>
                      </a:lnTo>
                      <a:lnTo>
                        <a:pt x="108" y="448"/>
                      </a:lnTo>
                      <a:lnTo>
                        <a:pt x="108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22" name="Google Shape;2022;p28">
                  <a:extLst>
                    <a:ext uri="{FF2B5EF4-FFF2-40B4-BE49-F238E27FC236}">
                      <a16:creationId xmlns:a16="http://schemas.microsoft.com/office/drawing/2014/main" id="{93C98F56-2ED3-7AE9-4D40-FEB9616B3C37}"/>
                    </a:ext>
                  </a:extLst>
                </p:cNvPr>
                <p:cNvSpPr/>
                <p:nvPr/>
              </p:nvSpPr>
              <p:spPr>
                <a:xfrm>
                  <a:off x="3563222" y="3338572"/>
                  <a:ext cx="13830" cy="578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52" extrusionOk="0">
                      <a:moveTo>
                        <a:pt x="0" y="1"/>
                      </a:moveTo>
                      <a:lnTo>
                        <a:pt x="0" y="452"/>
                      </a:lnTo>
                      <a:lnTo>
                        <a:pt x="108" y="452"/>
                      </a:lnTo>
                      <a:lnTo>
                        <a:pt x="108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23" name="Google Shape;2023;p28">
                  <a:extLst>
                    <a:ext uri="{FF2B5EF4-FFF2-40B4-BE49-F238E27FC236}">
                      <a16:creationId xmlns:a16="http://schemas.microsoft.com/office/drawing/2014/main" id="{0991AA32-0DC8-3A2D-479F-6E34464C74BD}"/>
                    </a:ext>
                  </a:extLst>
                </p:cNvPr>
                <p:cNvSpPr/>
                <p:nvPr/>
              </p:nvSpPr>
              <p:spPr>
                <a:xfrm>
                  <a:off x="3563222" y="3227291"/>
                  <a:ext cx="13830" cy="557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35" extrusionOk="0">
                      <a:moveTo>
                        <a:pt x="0" y="0"/>
                      </a:moveTo>
                      <a:lnTo>
                        <a:pt x="0" y="435"/>
                      </a:lnTo>
                      <a:lnTo>
                        <a:pt x="108" y="435"/>
                      </a:lnTo>
                      <a:lnTo>
                        <a:pt x="108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24" name="Google Shape;2024;p28">
                  <a:extLst>
                    <a:ext uri="{FF2B5EF4-FFF2-40B4-BE49-F238E27FC236}">
                      <a16:creationId xmlns:a16="http://schemas.microsoft.com/office/drawing/2014/main" id="{98E7D9AC-49A7-19D5-1A89-E2541E2C5A75}"/>
                    </a:ext>
                  </a:extLst>
                </p:cNvPr>
                <p:cNvSpPr/>
                <p:nvPr/>
              </p:nvSpPr>
              <p:spPr>
                <a:xfrm>
                  <a:off x="4161244" y="2921749"/>
                  <a:ext cx="16135" cy="562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" h="439" extrusionOk="0">
                      <a:moveTo>
                        <a:pt x="1" y="0"/>
                      </a:moveTo>
                      <a:lnTo>
                        <a:pt x="1" y="438"/>
                      </a:lnTo>
                      <a:lnTo>
                        <a:pt x="125" y="438"/>
                      </a:lnTo>
                      <a:lnTo>
                        <a:pt x="125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25" name="Google Shape;2025;p28">
                  <a:extLst>
                    <a:ext uri="{FF2B5EF4-FFF2-40B4-BE49-F238E27FC236}">
                      <a16:creationId xmlns:a16="http://schemas.microsoft.com/office/drawing/2014/main" id="{A5C1A713-43D7-434C-42CC-96DFE37379F6}"/>
                    </a:ext>
                  </a:extLst>
                </p:cNvPr>
                <p:cNvSpPr/>
                <p:nvPr/>
              </p:nvSpPr>
              <p:spPr>
                <a:xfrm>
                  <a:off x="4161244" y="2358685"/>
                  <a:ext cx="16135" cy="574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" h="449" extrusionOk="0">
                      <a:moveTo>
                        <a:pt x="1" y="1"/>
                      </a:moveTo>
                      <a:lnTo>
                        <a:pt x="1" y="449"/>
                      </a:lnTo>
                      <a:lnTo>
                        <a:pt x="125" y="449"/>
                      </a:lnTo>
                      <a:lnTo>
                        <a:pt x="125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26" name="Google Shape;2026;p28">
                  <a:extLst>
                    <a:ext uri="{FF2B5EF4-FFF2-40B4-BE49-F238E27FC236}">
                      <a16:creationId xmlns:a16="http://schemas.microsoft.com/office/drawing/2014/main" id="{D3A82ED7-C032-474D-46A1-A706C45F87A6}"/>
                    </a:ext>
                  </a:extLst>
                </p:cNvPr>
                <p:cNvSpPr/>
                <p:nvPr/>
              </p:nvSpPr>
              <p:spPr>
                <a:xfrm>
                  <a:off x="4161244" y="2471759"/>
                  <a:ext cx="16135" cy="562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" h="439" extrusionOk="0">
                      <a:moveTo>
                        <a:pt x="1" y="0"/>
                      </a:moveTo>
                      <a:lnTo>
                        <a:pt x="1" y="438"/>
                      </a:lnTo>
                      <a:lnTo>
                        <a:pt x="125" y="438"/>
                      </a:lnTo>
                      <a:lnTo>
                        <a:pt x="125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27" name="Google Shape;2027;p28">
                  <a:extLst>
                    <a:ext uri="{FF2B5EF4-FFF2-40B4-BE49-F238E27FC236}">
                      <a16:creationId xmlns:a16="http://schemas.microsoft.com/office/drawing/2014/main" id="{5D63C23A-1025-E64E-5160-C8AF339E07C3}"/>
                    </a:ext>
                  </a:extLst>
                </p:cNvPr>
                <p:cNvSpPr/>
                <p:nvPr/>
              </p:nvSpPr>
              <p:spPr>
                <a:xfrm>
                  <a:off x="4161244" y="2583424"/>
                  <a:ext cx="16135" cy="580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" h="453" extrusionOk="0">
                      <a:moveTo>
                        <a:pt x="1" y="1"/>
                      </a:moveTo>
                      <a:lnTo>
                        <a:pt x="1" y="452"/>
                      </a:lnTo>
                      <a:lnTo>
                        <a:pt x="125" y="452"/>
                      </a:lnTo>
                      <a:lnTo>
                        <a:pt x="125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28" name="Google Shape;2028;p28">
                  <a:extLst>
                    <a:ext uri="{FF2B5EF4-FFF2-40B4-BE49-F238E27FC236}">
                      <a16:creationId xmlns:a16="http://schemas.microsoft.com/office/drawing/2014/main" id="{4B589503-1EB5-3C80-904B-CE40AF937068}"/>
                    </a:ext>
                  </a:extLst>
                </p:cNvPr>
                <p:cNvSpPr/>
                <p:nvPr/>
              </p:nvSpPr>
              <p:spPr>
                <a:xfrm>
                  <a:off x="4161244" y="3373787"/>
                  <a:ext cx="16135" cy="557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" h="435" extrusionOk="0">
                      <a:moveTo>
                        <a:pt x="1" y="0"/>
                      </a:moveTo>
                      <a:lnTo>
                        <a:pt x="1" y="422"/>
                      </a:lnTo>
                      <a:lnTo>
                        <a:pt x="1" y="435"/>
                      </a:lnTo>
                      <a:lnTo>
                        <a:pt x="125" y="435"/>
                      </a:lnTo>
                      <a:lnTo>
                        <a:pt x="125" y="422"/>
                      </a:lnTo>
                      <a:lnTo>
                        <a:pt x="125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29" name="Google Shape;2029;p28">
                  <a:extLst>
                    <a:ext uri="{FF2B5EF4-FFF2-40B4-BE49-F238E27FC236}">
                      <a16:creationId xmlns:a16="http://schemas.microsoft.com/office/drawing/2014/main" id="{44DD07AE-39CA-29FB-3D3C-B2825FB95BBB}"/>
                    </a:ext>
                  </a:extLst>
                </p:cNvPr>
                <p:cNvSpPr/>
                <p:nvPr/>
              </p:nvSpPr>
              <p:spPr>
                <a:xfrm>
                  <a:off x="4393154" y="3710319"/>
                  <a:ext cx="57882" cy="226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2" h="177" extrusionOk="0">
                      <a:moveTo>
                        <a:pt x="30" y="0"/>
                      </a:moveTo>
                      <a:lnTo>
                        <a:pt x="1" y="108"/>
                      </a:lnTo>
                      <a:cubicBezTo>
                        <a:pt x="138" y="151"/>
                        <a:pt x="288" y="177"/>
                        <a:pt x="439" y="177"/>
                      </a:cubicBezTo>
                      <a:lnTo>
                        <a:pt x="452" y="69"/>
                      </a:lnTo>
                      <a:cubicBezTo>
                        <a:pt x="301" y="52"/>
                        <a:pt x="164" y="39"/>
                        <a:pt x="30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30" name="Google Shape;2030;p28">
                  <a:extLst>
                    <a:ext uri="{FF2B5EF4-FFF2-40B4-BE49-F238E27FC236}">
                      <a16:creationId xmlns:a16="http://schemas.microsoft.com/office/drawing/2014/main" id="{5DF605C6-F61C-701F-AD47-04681A6D5EE1}"/>
                    </a:ext>
                  </a:extLst>
                </p:cNvPr>
                <p:cNvSpPr/>
                <p:nvPr/>
              </p:nvSpPr>
              <p:spPr>
                <a:xfrm>
                  <a:off x="4161244" y="2696882"/>
                  <a:ext cx="16135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" h="436" extrusionOk="0">
                      <a:moveTo>
                        <a:pt x="1" y="1"/>
                      </a:moveTo>
                      <a:lnTo>
                        <a:pt x="1" y="435"/>
                      </a:lnTo>
                      <a:lnTo>
                        <a:pt x="125" y="435"/>
                      </a:lnTo>
                      <a:lnTo>
                        <a:pt x="125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31" name="Google Shape;2031;p28">
                  <a:extLst>
                    <a:ext uri="{FF2B5EF4-FFF2-40B4-BE49-F238E27FC236}">
                      <a16:creationId xmlns:a16="http://schemas.microsoft.com/office/drawing/2014/main" id="{21B931BF-6DF6-AB74-B7B1-A51730AF0911}"/>
                    </a:ext>
                  </a:extLst>
                </p:cNvPr>
                <p:cNvSpPr/>
                <p:nvPr/>
              </p:nvSpPr>
              <p:spPr>
                <a:xfrm>
                  <a:off x="4168415" y="3483403"/>
                  <a:ext cx="29837" cy="578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3" h="452" extrusionOk="0">
                      <a:moveTo>
                        <a:pt x="108" y="1"/>
                      </a:moveTo>
                      <a:lnTo>
                        <a:pt x="0" y="27"/>
                      </a:lnTo>
                      <a:cubicBezTo>
                        <a:pt x="27" y="164"/>
                        <a:pt x="69" y="314"/>
                        <a:pt x="121" y="452"/>
                      </a:cubicBezTo>
                      <a:lnTo>
                        <a:pt x="233" y="409"/>
                      </a:lnTo>
                      <a:cubicBezTo>
                        <a:pt x="177" y="288"/>
                        <a:pt x="134" y="138"/>
                        <a:pt x="108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32" name="Google Shape;2032;p28">
                  <a:extLst>
                    <a:ext uri="{FF2B5EF4-FFF2-40B4-BE49-F238E27FC236}">
                      <a16:creationId xmlns:a16="http://schemas.microsoft.com/office/drawing/2014/main" id="{87F4B755-F8D9-1812-989F-9C0D4217AB1F}"/>
                    </a:ext>
                  </a:extLst>
                </p:cNvPr>
                <p:cNvSpPr/>
                <p:nvPr/>
              </p:nvSpPr>
              <p:spPr>
                <a:xfrm>
                  <a:off x="4288532" y="3664603"/>
                  <a:ext cx="56217" cy="403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9" h="315" extrusionOk="0">
                      <a:moveTo>
                        <a:pt x="69" y="1"/>
                      </a:moveTo>
                      <a:lnTo>
                        <a:pt x="1" y="83"/>
                      </a:lnTo>
                      <a:cubicBezTo>
                        <a:pt x="125" y="181"/>
                        <a:pt x="259" y="246"/>
                        <a:pt x="396" y="315"/>
                      </a:cubicBezTo>
                      <a:lnTo>
                        <a:pt x="439" y="220"/>
                      </a:lnTo>
                      <a:cubicBezTo>
                        <a:pt x="314" y="151"/>
                        <a:pt x="193" y="83"/>
                        <a:pt x="69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33" name="Google Shape;2033;p28">
                  <a:extLst>
                    <a:ext uri="{FF2B5EF4-FFF2-40B4-BE49-F238E27FC236}">
                      <a16:creationId xmlns:a16="http://schemas.microsoft.com/office/drawing/2014/main" id="{47520FC7-7A42-D28E-5E06-070FCE33C3D6}"/>
                    </a:ext>
                  </a:extLst>
                </p:cNvPr>
                <p:cNvSpPr/>
                <p:nvPr/>
              </p:nvSpPr>
              <p:spPr>
                <a:xfrm>
                  <a:off x="4210290" y="3584696"/>
                  <a:ext cx="45332" cy="541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4" h="423" extrusionOk="0">
                      <a:moveTo>
                        <a:pt x="95" y="1"/>
                      </a:moveTo>
                      <a:lnTo>
                        <a:pt x="0" y="69"/>
                      </a:lnTo>
                      <a:cubicBezTo>
                        <a:pt x="82" y="190"/>
                        <a:pt x="177" y="314"/>
                        <a:pt x="285" y="422"/>
                      </a:cubicBezTo>
                      <a:lnTo>
                        <a:pt x="353" y="341"/>
                      </a:lnTo>
                      <a:cubicBezTo>
                        <a:pt x="259" y="233"/>
                        <a:pt x="177" y="122"/>
                        <a:pt x="95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34" name="Google Shape;2034;p28">
                  <a:extLst>
                    <a:ext uri="{FF2B5EF4-FFF2-40B4-BE49-F238E27FC236}">
                      <a16:creationId xmlns:a16="http://schemas.microsoft.com/office/drawing/2014/main" id="{8F572F83-0470-35FA-14B6-B457F2C2A397}"/>
                    </a:ext>
                  </a:extLst>
                </p:cNvPr>
                <p:cNvSpPr/>
                <p:nvPr/>
              </p:nvSpPr>
              <p:spPr>
                <a:xfrm>
                  <a:off x="3857879" y="1971571"/>
                  <a:ext cx="57882" cy="17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2" h="135" extrusionOk="0">
                      <a:moveTo>
                        <a:pt x="0" y="0"/>
                      </a:moveTo>
                      <a:lnTo>
                        <a:pt x="13" y="108"/>
                      </a:lnTo>
                      <a:lnTo>
                        <a:pt x="95" y="108"/>
                      </a:lnTo>
                      <a:cubicBezTo>
                        <a:pt x="206" y="108"/>
                        <a:pt x="327" y="121"/>
                        <a:pt x="435" y="134"/>
                      </a:cubicBezTo>
                      <a:lnTo>
                        <a:pt x="451" y="26"/>
                      </a:lnTo>
                      <a:cubicBezTo>
                        <a:pt x="340" y="13"/>
                        <a:pt x="219" y="0"/>
                        <a:pt x="95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35" name="Google Shape;2035;p28">
                  <a:extLst>
                    <a:ext uri="{FF2B5EF4-FFF2-40B4-BE49-F238E27FC236}">
                      <a16:creationId xmlns:a16="http://schemas.microsoft.com/office/drawing/2014/main" id="{18DD11B0-AE94-A806-807F-6BA20C5CA386}"/>
                    </a:ext>
                  </a:extLst>
                </p:cNvPr>
                <p:cNvSpPr/>
                <p:nvPr/>
              </p:nvSpPr>
              <p:spPr>
                <a:xfrm>
                  <a:off x="4161244" y="2245228"/>
                  <a:ext cx="16135" cy="574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" h="449" extrusionOk="0">
                      <a:moveTo>
                        <a:pt x="109" y="1"/>
                      </a:moveTo>
                      <a:lnTo>
                        <a:pt x="1" y="14"/>
                      </a:lnTo>
                      <a:lnTo>
                        <a:pt x="1" y="259"/>
                      </a:lnTo>
                      <a:lnTo>
                        <a:pt x="1" y="449"/>
                      </a:lnTo>
                      <a:lnTo>
                        <a:pt x="125" y="449"/>
                      </a:lnTo>
                      <a:lnTo>
                        <a:pt x="125" y="259"/>
                      </a:lnTo>
                      <a:cubicBezTo>
                        <a:pt x="125" y="164"/>
                        <a:pt x="109" y="83"/>
                        <a:pt x="109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36" name="Google Shape;2036;p28">
                  <a:extLst>
                    <a:ext uri="{FF2B5EF4-FFF2-40B4-BE49-F238E27FC236}">
                      <a16:creationId xmlns:a16="http://schemas.microsoft.com/office/drawing/2014/main" id="{8969FF34-1516-0454-5E93-445F995A1756}"/>
                    </a:ext>
                  </a:extLst>
                </p:cNvPr>
                <p:cNvSpPr/>
                <p:nvPr/>
              </p:nvSpPr>
              <p:spPr>
                <a:xfrm>
                  <a:off x="4129870" y="2135227"/>
                  <a:ext cx="33167" cy="578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9" h="452" extrusionOk="0">
                      <a:moveTo>
                        <a:pt x="96" y="0"/>
                      </a:moveTo>
                      <a:lnTo>
                        <a:pt x="1" y="56"/>
                      </a:lnTo>
                      <a:cubicBezTo>
                        <a:pt x="56" y="177"/>
                        <a:pt x="109" y="314"/>
                        <a:pt x="151" y="451"/>
                      </a:cubicBezTo>
                      <a:lnTo>
                        <a:pt x="259" y="422"/>
                      </a:lnTo>
                      <a:cubicBezTo>
                        <a:pt x="220" y="275"/>
                        <a:pt x="164" y="138"/>
                        <a:pt x="96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37" name="Google Shape;2037;p28">
                  <a:extLst>
                    <a:ext uri="{FF2B5EF4-FFF2-40B4-BE49-F238E27FC236}">
                      <a16:creationId xmlns:a16="http://schemas.microsoft.com/office/drawing/2014/main" id="{86B7A991-DA75-1932-7BAD-96C3F579CA67}"/>
                    </a:ext>
                  </a:extLst>
                </p:cNvPr>
                <p:cNvSpPr/>
                <p:nvPr/>
              </p:nvSpPr>
              <p:spPr>
                <a:xfrm>
                  <a:off x="4062129" y="2046484"/>
                  <a:ext cx="48662" cy="507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0" h="396" extrusionOk="0">
                      <a:moveTo>
                        <a:pt x="66" y="0"/>
                      </a:moveTo>
                      <a:lnTo>
                        <a:pt x="0" y="82"/>
                      </a:lnTo>
                      <a:cubicBezTo>
                        <a:pt x="108" y="177"/>
                        <a:pt x="203" y="285"/>
                        <a:pt x="285" y="396"/>
                      </a:cubicBezTo>
                      <a:lnTo>
                        <a:pt x="379" y="327"/>
                      </a:lnTo>
                      <a:cubicBezTo>
                        <a:pt x="285" y="203"/>
                        <a:pt x="177" y="95"/>
                        <a:pt x="66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38" name="Google Shape;2038;p28">
                  <a:extLst>
                    <a:ext uri="{FF2B5EF4-FFF2-40B4-BE49-F238E27FC236}">
                      <a16:creationId xmlns:a16="http://schemas.microsoft.com/office/drawing/2014/main" id="{2B40EA59-EB7B-CF4C-04D0-CE0316D82017}"/>
                    </a:ext>
                  </a:extLst>
                </p:cNvPr>
                <p:cNvSpPr/>
                <p:nvPr/>
              </p:nvSpPr>
              <p:spPr>
                <a:xfrm>
                  <a:off x="3965830" y="1988731"/>
                  <a:ext cx="57882" cy="368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2" h="288" extrusionOk="0">
                      <a:moveTo>
                        <a:pt x="43" y="0"/>
                      </a:moveTo>
                      <a:lnTo>
                        <a:pt x="0" y="95"/>
                      </a:lnTo>
                      <a:cubicBezTo>
                        <a:pt x="138" y="151"/>
                        <a:pt x="275" y="206"/>
                        <a:pt x="396" y="288"/>
                      </a:cubicBezTo>
                      <a:lnTo>
                        <a:pt x="452" y="193"/>
                      </a:lnTo>
                      <a:cubicBezTo>
                        <a:pt x="327" y="111"/>
                        <a:pt x="193" y="56"/>
                        <a:pt x="43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39" name="Google Shape;2039;p28">
                  <a:extLst>
                    <a:ext uri="{FF2B5EF4-FFF2-40B4-BE49-F238E27FC236}">
                      <a16:creationId xmlns:a16="http://schemas.microsoft.com/office/drawing/2014/main" id="{CD646003-88C4-A51D-07FC-1C69A17FA45F}"/>
                    </a:ext>
                  </a:extLst>
                </p:cNvPr>
                <p:cNvSpPr/>
                <p:nvPr/>
              </p:nvSpPr>
              <p:spPr>
                <a:xfrm>
                  <a:off x="4161244" y="3260329"/>
                  <a:ext cx="16135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" h="436" extrusionOk="0">
                      <a:moveTo>
                        <a:pt x="1" y="0"/>
                      </a:moveTo>
                      <a:lnTo>
                        <a:pt x="1" y="435"/>
                      </a:lnTo>
                      <a:lnTo>
                        <a:pt x="125" y="435"/>
                      </a:lnTo>
                      <a:lnTo>
                        <a:pt x="125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0" name="Google Shape;2040;p28">
                  <a:extLst>
                    <a:ext uri="{FF2B5EF4-FFF2-40B4-BE49-F238E27FC236}">
                      <a16:creationId xmlns:a16="http://schemas.microsoft.com/office/drawing/2014/main" id="{1CDDA853-4F2C-19A8-F767-C13994FBDA01}"/>
                    </a:ext>
                  </a:extLst>
                </p:cNvPr>
                <p:cNvSpPr/>
                <p:nvPr/>
              </p:nvSpPr>
              <p:spPr>
                <a:xfrm>
                  <a:off x="4161244" y="3035079"/>
                  <a:ext cx="16135" cy="562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" h="439" extrusionOk="0">
                      <a:moveTo>
                        <a:pt x="1" y="1"/>
                      </a:moveTo>
                      <a:lnTo>
                        <a:pt x="1" y="439"/>
                      </a:lnTo>
                      <a:lnTo>
                        <a:pt x="125" y="439"/>
                      </a:lnTo>
                      <a:lnTo>
                        <a:pt x="125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1" name="Google Shape;2041;p28">
                  <a:extLst>
                    <a:ext uri="{FF2B5EF4-FFF2-40B4-BE49-F238E27FC236}">
                      <a16:creationId xmlns:a16="http://schemas.microsoft.com/office/drawing/2014/main" id="{3D7C1900-74ED-C275-BD8E-FD9E957B4AEF}"/>
                    </a:ext>
                  </a:extLst>
                </p:cNvPr>
                <p:cNvSpPr/>
                <p:nvPr/>
              </p:nvSpPr>
              <p:spPr>
                <a:xfrm>
                  <a:off x="4161244" y="2810340"/>
                  <a:ext cx="16135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" h="436" extrusionOk="0">
                      <a:moveTo>
                        <a:pt x="1" y="1"/>
                      </a:moveTo>
                      <a:lnTo>
                        <a:pt x="1" y="435"/>
                      </a:lnTo>
                      <a:lnTo>
                        <a:pt x="125" y="435"/>
                      </a:lnTo>
                      <a:lnTo>
                        <a:pt x="125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2" name="Google Shape;2042;p28">
                  <a:extLst>
                    <a:ext uri="{FF2B5EF4-FFF2-40B4-BE49-F238E27FC236}">
                      <a16:creationId xmlns:a16="http://schemas.microsoft.com/office/drawing/2014/main" id="{C58509D4-105D-6A73-4B5E-1331C42DAFE7}"/>
                    </a:ext>
                  </a:extLst>
                </p:cNvPr>
                <p:cNvSpPr/>
                <p:nvPr/>
              </p:nvSpPr>
              <p:spPr>
                <a:xfrm>
                  <a:off x="4161244" y="3146872"/>
                  <a:ext cx="16135" cy="574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" h="449" extrusionOk="0">
                      <a:moveTo>
                        <a:pt x="1" y="1"/>
                      </a:moveTo>
                      <a:lnTo>
                        <a:pt x="1" y="448"/>
                      </a:lnTo>
                      <a:lnTo>
                        <a:pt x="125" y="448"/>
                      </a:lnTo>
                      <a:lnTo>
                        <a:pt x="125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3" name="Google Shape;2043;p28">
                  <a:extLst>
                    <a:ext uri="{FF2B5EF4-FFF2-40B4-BE49-F238E27FC236}">
                      <a16:creationId xmlns:a16="http://schemas.microsoft.com/office/drawing/2014/main" id="{4DAB788A-BC46-CD43-8F9C-34C89C125C11}"/>
                    </a:ext>
                  </a:extLst>
                </p:cNvPr>
                <p:cNvSpPr/>
                <p:nvPr/>
              </p:nvSpPr>
              <p:spPr>
                <a:xfrm>
                  <a:off x="4761060" y="1231918"/>
                  <a:ext cx="14342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36" extrusionOk="0">
                      <a:moveTo>
                        <a:pt x="1" y="0"/>
                      </a:moveTo>
                      <a:lnTo>
                        <a:pt x="1" y="435"/>
                      </a:lnTo>
                      <a:lnTo>
                        <a:pt x="112" y="435"/>
                      </a:lnTo>
                      <a:lnTo>
                        <a:pt x="112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4" name="Google Shape;2044;p28">
                  <a:extLst>
                    <a:ext uri="{FF2B5EF4-FFF2-40B4-BE49-F238E27FC236}">
                      <a16:creationId xmlns:a16="http://schemas.microsoft.com/office/drawing/2014/main" id="{88DE4B03-DB5D-0FF7-43A6-0F560D11D870}"/>
                    </a:ext>
                  </a:extLst>
                </p:cNvPr>
                <p:cNvSpPr/>
                <p:nvPr/>
              </p:nvSpPr>
              <p:spPr>
                <a:xfrm>
                  <a:off x="4761060" y="1343711"/>
                  <a:ext cx="14342" cy="574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49" extrusionOk="0">
                      <a:moveTo>
                        <a:pt x="1" y="0"/>
                      </a:moveTo>
                      <a:lnTo>
                        <a:pt x="1" y="448"/>
                      </a:lnTo>
                      <a:lnTo>
                        <a:pt x="112" y="448"/>
                      </a:lnTo>
                      <a:lnTo>
                        <a:pt x="112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5" name="Google Shape;2045;p28">
                  <a:extLst>
                    <a:ext uri="{FF2B5EF4-FFF2-40B4-BE49-F238E27FC236}">
                      <a16:creationId xmlns:a16="http://schemas.microsoft.com/office/drawing/2014/main" id="{D42194A1-1121-DA78-9C99-D7E5E2865147}"/>
                    </a:ext>
                  </a:extLst>
                </p:cNvPr>
                <p:cNvSpPr/>
                <p:nvPr/>
              </p:nvSpPr>
              <p:spPr>
                <a:xfrm>
                  <a:off x="4761060" y="1003338"/>
                  <a:ext cx="14342" cy="595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65" extrusionOk="0">
                      <a:moveTo>
                        <a:pt x="1" y="1"/>
                      </a:moveTo>
                      <a:lnTo>
                        <a:pt x="1" y="27"/>
                      </a:lnTo>
                      <a:lnTo>
                        <a:pt x="1" y="436"/>
                      </a:lnTo>
                      <a:lnTo>
                        <a:pt x="1" y="465"/>
                      </a:lnTo>
                      <a:lnTo>
                        <a:pt x="112" y="465"/>
                      </a:lnTo>
                      <a:lnTo>
                        <a:pt x="112" y="436"/>
                      </a:lnTo>
                      <a:lnTo>
                        <a:pt x="112" y="27"/>
                      </a:lnTo>
                      <a:lnTo>
                        <a:pt x="112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6" name="Google Shape;2046;p28">
                  <a:extLst>
                    <a:ext uri="{FF2B5EF4-FFF2-40B4-BE49-F238E27FC236}">
                      <a16:creationId xmlns:a16="http://schemas.microsoft.com/office/drawing/2014/main" id="{6D1B3FA1-6641-6422-4629-F0EE989853A6}"/>
                    </a:ext>
                  </a:extLst>
                </p:cNvPr>
                <p:cNvSpPr/>
                <p:nvPr/>
              </p:nvSpPr>
              <p:spPr>
                <a:xfrm>
                  <a:off x="4761060" y="1118460"/>
                  <a:ext cx="14342" cy="578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52" extrusionOk="0">
                      <a:moveTo>
                        <a:pt x="1" y="1"/>
                      </a:moveTo>
                      <a:lnTo>
                        <a:pt x="1" y="452"/>
                      </a:lnTo>
                      <a:lnTo>
                        <a:pt x="112" y="452"/>
                      </a:lnTo>
                      <a:lnTo>
                        <a:pt x="112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7" name="Google Shape;2047;p28">
                  <a:extLst>
                    <a:ext uri="{FF2B5EF4-FFF2-40B4-BE49-F238E27FC236}">
                      <a16:creationId xmlns:a16="http://schemas.microsoft.com/office/drawing/2014/main" id="{929C486B-343F-3533-DE2B-35B9A7DC47D2}"/>
                    </a:ext>
                  </a:extLst>
                </p:cNvPr>
                <p:cNvSpPr/>
                <p:nvPr/>
              </p:nvSpPr>
              <p:spPr>
                <a:xfrm>
                  <a:off x="4761060" y="2020105"/>
                  <a:ext cx="14342" cy="562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39" extrusionOk="0">
                      <a:moveTo>
                        <a:pt x="1" y="0"/>
                      </a:moveTo>
                      <a:lnTo>
                        <a:pt x="1" y="438"/>
                      </a:lnTo>
                      <a:lnTo>
                        <a:pt x="112" y="438"/>
                      </a:lnTo>
                      <a:lnTo>
                        <a:pt x="112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8" name="Google Shape;2048;p28">
                  <a:extLst>
                    <a:ext uri="{FF2B5EF4-FFF2-40B4-BE49-F238E27FC236}">
                      <a16:creationId xmlns:a16="http://schemas.microsoft.com/office/drawing/2014/main" id="{F5F1A778-D1CF-056F-7319-A40699E96E6F}"/>
                    </a:ext>
                  </a:extLst>
                </p:cNvPr>
                <p:cNvSpPr/>
                <p:nvPr/>
              </p:nvSpPr>
              <p:spPr>
                <a:xfrm>
                  <a:off x="4761060" y="2131898"/>
                  <a:ext cx="14342" cy="573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48" extrusionOk="0">
                      <a:moveTo>
                        <a:pt x="1" y="0"/>
                      </a:moveTo>
                      <a:lnTo>
                        <a:pt x="1" y="448"/>
                      </a:lnTo>
                      <a:lnTo>
                        <a:pt x="112" y="448"/>
                      </a:lnTo>
                      <a:lnTo>
                        <a:pt x="112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9" name="Google Shape;2049;p28">
                  <a:extLst>
                    <a:ext uri="{FF2B5EF4-FFF2-40B4-BE49-F238E27FC236}">
                      <a16:creationId xmlns:a16="http://schemas.microsoft.com/office/drawing/2014/main" id="{3A17DAC8-D1E6-50A7-29A1-44744215D20C}"/>
                    </a:ext>
                  </a:extLst>
                </p:cNvPr>
                <p:cNvSpPr/>
                <p:nvPr/>
              </p:nvSpPr>
              <p:spPr>
                <a:xfrm>
                  <a:off x="4761060" y="1456657"/>
                  <a:ext cx="14342" cy="562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39" extrusionOk="0">
                      <a:moveTo>
                        <a:pt x="1" y="1"/>
                      </a:moveTo>
                      <a:lnTo>
                        <a:pt x="1" y="439"/>
                      </a:lnTo>
                      <a:lnTo>
                        <a:pt x="112" y="439"/>
                      </a:lnTo>
                      <a:lnTo>
                        <a:pt x="112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0" name="Google Shape;2050;p28">
                  <a:extLst>
                    <a:ext uri="{FF2B5EF4-FFF2-40B4-BE49-F238E27FC236}">
                      <a16:creationId xmlns:a16="http://schemas.microsoft.com/office/drawing/2014/main" id="{358E8C11-C93E-44A2-28E5-6DB92F092E70}"/>
                    </a:ext>
                  </a:extLst>
                </p:cNvPr>
                <p:cNvSpPr/>
                <p:nvPr/>
              </p:nvSpPr>
              <p:spPr>
                <a:xfrm>
                  <a:off x="4761060" y="2245228"/>
                  <a:ext cx="14342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36" extrusionOk="0">
                      <a:moveTo>
                        <a:pt x="1" y="1"/>
                      </a:moveTo>
                      <a:lnTo>
                        <a:pt x="1" y="436"/>
                      </a:lnTo>
                      <a:lnTo>
                        <a:pt x="112" y="436"/>
                      </a:lnTo>
                      <a:lnTo>
                        <a:pt x="112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1" name="Google Shape;2051;p28">
                  <a:extLst>
                    <a:ext uri="{FF2B5EF4-FFF2-40B4-BE49-F238E27FC236}">
                      <a16:creationId xmlns:a16="http://schemas.microsoft.com/office/drawing/2014/main" id="{6F556981-B78D-7B00-EEAA-192AA2DF9200}"/>
                    </a:ext>
                  </a:extLst>
                </p:cNvPr>
                <p:cNvSpPr/>
                <p:nvPr/>
              </p:nvSpPr>
              <p:spPr>
                <a:xfrm>
                  <a:off x="4761060" y="1570115"/>
                  <a:ext cx="14342" cy="562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39" extrusionOk="0">
                      <a:moveTo>
                        <a:pt x="1" y="1"/>
                      </a:moveTo>
                      <a:lnTo>
                        <a:pt x="1" y="439"/>
                      </a:lnTo>
                      <a:lnTo>
                        <a:pt x="112" y="439"/>
                      </a:lnTo>
                      <a:lnTo>
                        <a:pt x="112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2" name="Google Shape;2052;p28">
                  <a:extLst>
                    <a:ext uri="{FF2B5EF4-FFF2-40B4-BE49-F238E27FC236}">
                      <a16:creationId xmlns:a16="http://schemas.microsoft.com/office/drawing/2014/main" id="{F6414EF6-03B5-B7DC-0E42-0F39BAD70945}"/>
                    </a:ext>
                  </a:extLst>
                </p:cNvPr>
                <p:cNvSpPr/>
                <p:nvPr/>
              </p:nvSpPr>
              <p:spPr>
                <a:xfrm>
                  <a:off x="4761060" y="1681908"/>
                  <a:ext cx="14342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36" extrusionOk="0">
                      <a:moveTo>
                        <a:pt x="1" y="0"/>
                      </a:moveTo>
                      <a:lnTo>
                        <a:pt x="1" y="435"/>
                      </a:lnTo>
                      <a:lnTo>
                        <a:pt x="112" y="435"/>
                      </a:lnTo>
                      <a:lnTo>
                        <a:pt x="112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3" name="Google Shape;2053;p28">
                  <a:extLst>
                    <a:ext uri="{FF2B5EF4-FFF2-40B4-BE49-F238E27FC236}">
                      <a16:creationId xmlns:a16="http://schemas.microsoft.com/office/drawing/2014/main" id="{58912DDC-306F-0EE6-1AD2-C166268A438C}"/>
                    </a:ext>
                  </a:extLst>
                </p:cNvPr>
                <p:cNvSpPr/>
                <p:nvPr/>
              </p:nvSpPr>
              <p:spPr>
                <a:xfrm>
                  <a:off x="4761060" y="1906647"/>
                  <a:ext cx="14342" cy="578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52" extrusionOk="0">
                      <a:moveTo>
                        <a:pt x="1" y="1"/>
                      </a:moveTo>
                      <a:lnTo>
                        <a:pt x="1" y="452"/>
                      </a:lnTo>
                      <a:lnTo>
                        <a:pt x="112" y="452"/>
                      </a:lnTo>
                      <a:lnTo>
                        <a:pt x="112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4" name="Google Shape;2054;p28">
                  <a:extLst>
                    <a:ext uri="{FF2B5EF4-FFF2-40B4-BE49-F238E27FC236}">
                      <a16:creationId xmlns:a16="http://schemas.microsoft.com/office/drawing/2014/main" id="{FD9D3877-3883-6DE7-B70B-BFAB2819BA8D}"/>
                    </a:ext>
                  </a:extLst>
                </p:cNvPr>
                <p:cNvSpPr/>
                <p:nvPr/>
              </p:nvSpPr>
              <p:spPr>
                <a:xfrm>
                  <a:off x="4761060" y="1795366"/>
                  <a:ext cx="14342" cy="557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35" extrusionOk="0">
                      <a:moveTo>
                        <a:pt x="1" y="0"/>
                      </a:moveTo>
                      <a:lnTo>
                        <a:pt x="1" y="435"/>
                      </a:lnTo>
                      <a:lnTo>
                        <a:pt x="112" y="435"/>
                      </a:lnTo>
                      <a:lnTo>
                        <a:pt x="112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5" name="Google Shape;2055;p28">
                  <a:extLst>
                    <a:ext uri="{FF2B5EF4-FFF2-40B4-BE49-F238E27FC236}">
                      <a16:creationId xmlns:a16="http://schemas.microsoft.com/office/drawing/2014/main" id="{89D23E70-4DC1-869D-ED24-FD30CFC9A36A}"/>
                    </a:ext>
                  </a:extLst>
                </p:cNvPr>
                <p:cNvSpPr/>
                <p:nvPr/>
              </p:nvSpPr>
              <p:spPr>
                <a:xfrm>
                  <a:off x="4761060" y="328609"/>
                  <a:ext cx="14342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36" extrusionOk="0">
                      <a:moveTo>
                        <a:pt x="1" y="1"/>
                      </a:moveTo>
                      <a:lnTo>
                        <a:pt x="1" y="435"/>
                      </a:lnTo>
                      <a:lnTo>
                        <a:pt x="112" y="435"/>
                      </a:lnTo>
                      <a:lnTo>
                        <a:pt x="112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6" name="Google Shape;2056;p28">
                  <a:extLst>
                    <a:ext uri="{FF2B5EF4-FFF2-40B4-BE49-F238E27FC236}">
                      <a16:creationId xmlns:a16="http://schemas.microsoft.com/office/drawing/2014/main" id="{F6887F15-0014-58D7-F48D-9353E42A17FB}"/>
                    </a:ext>
                  </a:extLst>
                </p:cNvPr>
                <p:cNvSpPr/>
                <p:nvPr/>
              </p:nvSpPr>
              <p:spPr>
                <a:xfrm>
                  <a:off x="4761060" y="440018"/>
                  <a:ext cx="14342" cy="562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39" extrusionOk="0">
                      <a:moveTo>
                        <a:pt x="1" y="0"/>
                      </a:moveTo>
                      <a:lnTo>
                        <a:pt x="1" y="438"/>
                      </a:lnTo>
                      <a:lnTo>
                        <a:pt x="112" y="438"/>
                      </a:lnTo>
                      <a:lnTo>
                        <a:pt x="112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7" name="Google Shape;2057;p28">
                  <a:extLst>
                    <a:ext uri="{FF2B5EF4-FFF2-40B4-BE49-F238E27FC236}">
                      <a16:creationId xmlns:a16="http://schemas.microsoft.com/office/drawing/2014/main" id="{8A9C2CB5-B4CD-7BC2-99A8-DF74483AED42}"/>
                    </a:ext>
                  </a:extLst>
                </p:cNvPr>
                <p:cNvSpPr/>
                <p:nvPr/>
              </p:nvSpPr>
              <p:spPr>
                <a:xfrm>
                  <a:off x="4761060" y="101822"/>
                  <a:ext cx="14342" cy="573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48" extrusionOk="0">
                      <a:moveTo>
                        <a:pt x="1" y="0"/>
                      </a:moveTo>
                      <a:lnTo>
                        <a:pt x="1" y="448"/>
                      </a:lnTo>
                      <a:lnTo>
                        <a:pt x="112" y="448"/>
                      </a:lnTo>
                      <a:lnTo>
                        <a:pt x="112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8" name="Google Shape;2058;p28">
                  <a:extLst>
                    <a:ext uri="{FF2B5EF4-FFF2-40B4-BE49-F238E27FC236}">
                      <a16:creationId xmlns:a16="http://schemas.microsoft.com/office/drawing/2014/main" id="{E9F6B1C3-976A-2622-628D-663AE59C834A}"/>
                    </a:ext>
                  </a:extLst>
                </p:cNvPr>
                <p:cNvSpPr/>
                <p:nvPr/>
              </p:nvSpPr>
              <p:spPr>
                <a:xfrm>
                  <a:off x="4761060" y="215152"/>
                  <a:ext cx="14342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36" extrusionOk="0">
                      <a:moveTo>
                        <a:pt x="1" y="1"/>
                      </a:moveTo>
                      <a:lnTo>
                        <a:pt x="1" y="436"/>
                      </a:lnTo>
                      <a:lnTo>
                        <a:pt x="112" y="436"/>
                      </a:lnTo>
                      <a:lnTo>
                        <a:pt x="112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9" name="Google Shape;2059;p28">
                  <a:extLst>
                    <a:ext uri="{FF2B5EF4-FFF2-40B4-BE49-F238E27FC236}">
                      <a16:creationId xmlns:a16="http://schemas.microsoft.com/office/drawing/2014/main" id="{1FCFD84A-1E15-782C-9CC5-E0809E121890}"/>
                    </a:ext>
                  </a:extLst>
                </p:cNvPr>
                <p:cNvSpPr/>
                <p:nvPr/>
              </p:nvSpPr>
              <p:spPr>
                <a:xfrm>
                  <a:off x="4761060" y="553476"/>
                  <a:ext cx="14342" cy="557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35" extrusionOk="0">
                      <a:moveTo>
                        <a:pt x="1" y="0"/>
                      </a:moveTo>
                      <a:lnTo>
                        <a:pt x="1" y="435"/>
                      </a:lnTo>
                      <a:lnTo>
                        <a:pt x="112" y="435"/>
                      </a:lnTo>
                      <a:lnTo>
                        <a:pt x="112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60" name="Google Shape;2060;p28">
                  <a:extLst>
                    <a:ext uri="{FF2B5EF4-FFF2-40B4-BE49-F238E27FC236}">
                      <a16:creationId xmlns:a16="http://schemas.microsoft.com/office/drawing/2014/main" id="{CCFAB141-5187-FF44-AD64-5324396E27F7}"/>
                    </a:ext>
                  </a:extLst>
                </p:cNvPr>
                <p:cNvSpPr/>
                <p:nvPr/>
              </p:nvSpPr>
              <p:spPr>
                <a:xfrm>
                  <a:off x="4761060" y="665141"/>
                  <a:ext cx="14342" cy="574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49" extrusionOk="0">
                      <a:moveTo>
                        <a:pt x="1" y="1"/>
                      </a:moveTo>
                      <a:lnTo>
                        <a:pt x="1" y="449"/>
                      </a:lnTo>
                      <a:lnTo>
                        <a:pt x="112" y="449"/>
                      </a:lnTo>
                      <a:lnTo>
                        <a:pt x="112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61" name="Google Shape;2061;p28">
                  <a:extLst>
                    <a:ext uri="{FF2B5EF4-FFF2-40B4-BE49-F238E27FC236}">
                      <a16:creationId xmlns:a16="http://schemas.microsoft.com/office/drawing/2014/main" id="{10EE503F-0F27-6880-053F-C985230DEE3C}"/>
                    </a:ext>
                  </a:extLst>
                </p:cNvPr>
                <p:cNvSpPr/>
                <p:nvPr/>
              </p:nvSpPr>
              <p:spPr>
                <a:xfrm>
                  <a:off x="4761060" y="778599"/>
                  <a:ext cx="14342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36" extrusionOk="0">
                      <a:moveTo>
                        <a:pt x="1" y="1"/>
                      </a:moveTo>
                      <a:lnTo>
                        <a:pt x="1" y="435"/>
                      </a:lnTo>
                      <a:lnTo>
                        <a:pt x="112" y="435"/>
                      </a:lnTo>
                      <a:lnTo>
                        <a:pt x="112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62" name="Google Shape;2062;p28">
                  <a:extLst>
                    <a:ext uri="{FF2B5EF4-FFF2-40B4-BE49-F238E27FC236}">
                      <a16:creationId xmlns:a16="http://schemas.microsoft.com/office/drawing/2014/main" id="{CF1B21FE-AEB6-9652-5B3E-D8640F9A26E5}"/>
                    </a:ext>
                  </a:extLst>
                </p:cNvPr>
                <p:cNvSpPr/>
                <p:nvPr/>
              </p:nvSpPr>
              <p:spPr>
                <a:xfrm>
                  <a:off x="4761060" y="889880"/>
                  <a:ext cx="14342" cy="580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53" extrusionOk="0">
                      <a:moveTo>
                        <a:pt x="1" y="1"/>
                      </a:moveTo>
                      <a:lnTo>
                        <a:pt x="1" y="452"/>
                      </a:lnTo>
                      <a:lnTo>
                        <a:pt x="112" y="452"/>
                      </a:lnTo>
                      <a:lnTo>
                        <a:pt x="112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63" name="Google Shape;2063;p28">
                  <a:extLst>
                    <a:ext uri="{FF2B5EF4-FFF2-40B4-BE49-F238E27FC236}">
                      <a16:creationId xmlns:a16="http://schemas.microsoft.com/office/drawing/2014/main" id="{8B6FAB0A-701A-FC34-F1D6-49714B206D98}"/>
                    </a:ext>
                  </a:extLst>
                </p:cNvPr>
                <p:cNvSpPr/>
                <p:nvPr/>
              </p:nvSpPr>
              <p:spPr>
                <a:xfrm>
                  <a:off x="4761060" y="2921749"/>
                  <a:ext cx="14342" cy="562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39" extrusionOk="0">
                      <a:moveTo>
                        <a:pt x="1" y="0"/>
                      </a:moveTo>
                      <a:lnTo>
                        <a:pt x="1" y="438"/>
                      </a:lnTo>
                      <a:lnTo>
                        <a:pt x="112" y="438"/>
                      </a:lnTo>
                      <a:lnTo>
                        <a:pt x="112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64" name="Google Shape;2064;p28">
                  <a:extLst>
                    <a:ext uri="{FF2B5EF4-FFF2-40B4-BE49-F238E27FC236}">
                      <a16:creationId xmlns:a16="http://schemas.microsoft.com/office/drawing/2014/main" id="{5666F1B1-24EB-D2B5-E5F5-10F650CA4030}"/>
                    </a:ext>
                  </a:extLst>
                </p:cNvPr>
                <p:cNvSpPr/>
                <p:nvPr/>
              </p:nvSpPr>
              <p:spPr>
                <a:xfrm>
                  <a:off x="4761060" y="2358685"/>
                  <a:ext cx="14342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36" extrusionOk="0">
                      <a:moveTo>
                        <a:pt x="1" y="1"/>
                      </a:moveTo>
                      <a:lnTo>
                        <a:pt x="1" y="435"/>
                      </a:lnTo>
                      <a:lnTo>
                        <a:pt x="112" y="435"/>
                      </a:lnTo>
                      <a:lnTo>
                        <a:pt x="112" y="148"/>
                      </a:lnTo>
                      <a:lnTo>
                        <a:pt x="112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65" name="Google Shape;2065;p28">
                  <a:extLst>
                    <a:ext uri="{FF2B5EF4-FFF2-40B4-BE49-F238E27FC236}">
                      <a16:creationId xmlns:a16="http://schemas.microsoft.com/office/drawing/2014/main" id="{24B25781-6DBA-D9DD-D940-D118F747752A}"/>
                    </a:ext>
                  </a:extLst>
                </p:cNvPr>
                <p:cNvSpPr/>
                <p:nvPr/>
              </p:nvSpPr>
              <p:spPr>
                <a:xfrm>
                  <a:off x="4761060" y="2470094"/>
                  <a:ext cx="14342" cy="578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52" extrusionOk="0">
                      <a:moveTo>
                        <a:pt x="1" y="0"/>
                      </a:moveTo>
                      <a:lnTo>
                        <a:pt x="1" y="451"/>
                      </a:lnTo>
                      <a:lnTo>
                        <a:pt x="112" y="451"/>
                      </a:lnTo>
                      <a:lnTo>
                        <a:pt x="112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66" name="Google Shape;2066;p28">
                  <a:extLst>
                    <a:ext uri="{FF2B5EF4-FFF2-40B4-BE49-F238E27FC236}">
                      <a16:creationId xmlns:a16="http://schemas.microsoft.com/office/drawing/2014/main" id="{DAC0C80E-E075-C042-AFA6-27EAEAAB5ED0}"/>
                    </a:ext>
                  </a:extLst>
                </p:cNvPr>
                <p:cNvSpPr/>
                <p:nvPr/>
              </p:nvSpPr>
              <p:spPr>
                <a:xfrm>
                  <a:off x="4761060" y="2583424"/>
                  <a:ext cx="14342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36" extrusionOk="0">
                      <a:moveTo>
                        <a:pt x="1" y="1"/>
                      </a:moveTo>
                      <a:lnTo>
                        <a:pt x="1" y="436"/>
                      </a:lnTo>
                      <a:lnTo>
                        <a:pt x="112" y="436"/>
                      </a:lnTo>
                      <a:lnTo>
                        <a:pt x="112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67" name="Google Shape;2067;p28">
                  <a:extLst>
                    <a:ext uri="{FF2B5EF4-FFF2-40B4-BE49-F238E27FC236}">
                      <a16:creationId xmlns:a16="http://schemas.microsoft.com/office/drawing/2014/main" id="{7A5EC544-83D0-80E0-952B-9AA9D9F177F3}"/>
                    </a:ext>
                  </a:extLst>
                </p:cNvPr>
                <p:cNvSpPr/>
                <p:nvPr/>
              </p:nvSpPr>
              <p:spPr>
                <a:xfrm>
                  <a:off x="4761060" y="3368281"/>
                  <a:ext cx="14342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36" extrusionOk="0">
                      <a:moveTo>
                        <a:pt x="1" y="1"/>
                      </a:moveTo>
                      <a:lnTo>
                        <a:pt x="1" y="422"/>
                      </a:lnTo>
                      <a:lnTo>
                        <a:pt x="1" y="435"/>
                      </a:lnTo>
                      <a:lnTo>
                        <a:pt x="112" y="435"/>
                      </a:lnTo>
                      <a:lnTo>
                        <a:pt x="112" y="422"/>
                      </a:lnTo>
                      <a:lnTo>
                        <a:pt x="112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68" name="Google Shape;2068;p28">
                  <a:extLst>
                    <a:ext uri="{FF2B5EF4-FFF2-40B4-BE49-F238E27FC236}">
                      <a16:creationId xmlns:a16="http://schemas.microsoft.com/office/drawing/2014/main" id="{9817981D-151D-7BD4-E70D-DEAD5A6A5612}"/>
                    </a:ext>
                  </a:extLst>
                </p:cNvPr>
                <p:cNvSpPr/>
                <p:nvPr/>
              </p:nvSpPr>
              <p:spPr>
                <a:xfrm>
                  <a:off x="4485739" y="3710319"/>
                  <a:ext cx="59547" cy="226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5" h="177" extrusionOk="0">
                      <a:moveTo>
                        <a:pt x="435" y="0"/>
                      </a:moveTo>
                      <a:cubicBezTo>
                        <a:pt x="288" y="26"/>
                        <a:pt x="150" y="52"/>
                        <a:pt x="0" y="69"/>
                      </a:cubicBezTo>
                      <a:lnTo>
                        <a:pt x="13" y="177"/>
                      </a:lnTo>
                      <a:cubicBezTo>
                        <a:pt x="163" y="164"/>
                        <a:pt x="314" y="134"/>
                        <a:pt x="464" y="108"/>
                      </a:cubicBezTo>
                      <a:lnTo>
                        <a:pt x="435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69" name="Google Shape;2069;p28">
                  <a:extLst>
                    <a:ext uri="{FF2B5EF4-FFF2-40B4-BE49-F238E27FC236}">
                      <a16:creationId xmlns:a16="http://schemas.microsoft.com/office/drawing/2014/main" id="{C384EDCC-37E3-30F2-0F92-67D866A97B74}"/>
                    </a:ext>
                  </a:extLst>
                </p:cNvPr>
                <p:cNvSpPr/>
                <p:nvPr/>
              </p:nvSpPr>
              <p:spPr>
                <a:xfrm>
                  <a:off x="4761060" y="2696882"/>
                  <a:ext cx="14342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36" extrusionOk="0">
                      <a:moveTo>
                        <a:pt x="1" y="1"/>
                      </a:moveTo>
                      <a:lnTo>
                        <a:pt x="1" y="435"/>
                      </a:lnTo>
                      <a:lnTo>
                        <a:pt x="112" y="435"/>
                      </a:lnTo>
                      <a:lnTo>
                        <a:pt x="112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70" name="Google Shape;2070;p28">
                  <a:extLst>
                    <a:ext uri="{FF2B5EF4-FFF2-40B4-BE49-F238E27FC236}">
                      <a16:creationId xmlns:a16="http://schemas.microsoft.com/office/drawing/2014/main" id="{E9656DA6-C1B5-BD54-3D3F-4C65537CDBFD}"/>
                    </a:ext>
                  </a:extLst>
                </p:cNvPr>
                <p:cNvSpPr/>
                <p:nvPr/>
              </p:nvSpPr>
              <p:spPr>
                <a:xfrm>
                  <a:off x="4740187" y="3480074"/>
                  <a:ext cx="29837" cy="574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3" h="449" extrusionOk="0">
                      <a:moveTo>
                        <a:pt x="125" y="0"/>
                      </a:moveTo>
                      <a:cubicBezTo>
                        <a:pt x="98" y="134"/>
                        <a:pt x="56" y="272"/>
                        <a:pt x="0" y="409"/>
                      </a:cubicBezTo>
                      <a:lnTo>
                        <a:pt x="98" y="448"/>
                      </a:lnTo>
                      <a:cubicBezTo>
                        <a:pt x="151" y="314"/>
                        <a:pt x="206" y="164"/>
                        <a:pt x="232" y="13"/>
                      </a:cubicBezTo>
                      <a:lnTo>
                        <a:pt x="125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71" name="Google Shape;2071;p28">
                  <a:extLst>
                    <a:ext uri="{FF2B5EF4-FFF2-40B4-BE49-F238E27FC236}">
                      <a16:creationId xmlns:a16="http://schemas.microsoft.com/office/drawing/2014/main" id="{9D790A6B-4B57-AEA9-6432-D2D64C2DFCD8}"/>
                    </a:ext>
                  </a:extLst>
                </p:cNvPr>
                <p:cNvSpPr/>
                <p:nvPr/>
              </p:nvSpPr>
              <p:spPr>
                <a:xfrm>
                  <a:off x="4592025" y="3662938"/>
                  <a:ext cx="56217" cy="420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9" h="328" extrusionOk="0">
                      <a:moveTo>
                        <a:pt x="370" y="1"/>
                      </a:moveTo>
                      <a:cubicBezTo>
                        <a:pt x="259" y="83"/>
                        <a:pt x="138" y="164"/>
                        <a:pt x="0" y="220"/>
                      </a:cubicBezTo>
                      <a:lnTo>
                        <a:pt x="56" y="328"/>
                      </a:lnTo>
                      <a:cubicBezTo>
                        <a:pt x="193" y="259"/>
                        <a:pt x="314" y="177"/>
                        <a:pt x="438" y="96"/>
                      </a:cubicBezTo>
                      <a:lnTo>
                        <a:pt x="370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72" name="Google Shape;2072;p28">
                  <a:extLst>
                    <a:ext uri="{FF2B5EF4-FFF2-40B4-BE49-F238E27FC236}">
                      <a16:creationId xmlns:a16="http://schemas.microsoft.com/office/drawing/2014/main" id="{74785060-7A92-42A8-A658-17F7D3C367E0}"/>
                    </a:ext>
                  </a:extLst>
                </p:cNvPr>
                <p:cNvSpPr/>
                <p:nvPr/>
              </p:nvSpPr>
              <p:spPr>
                <a:xfrm>
                  <a:off x="4681153" y="3580982"/>
                  <a:ext cx="45332" cy="523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4" h="409" extrusionOk="0">
                      <a:moveTo>
                        <a:pt x="259" y="0"/>
                      </a:moveTo>
                      <a:cubicBezTo>
                        <a:pt x="190" y="124"/>
                        <a:pt x="95" y="232"/>
                        <a:pt x="1" y="343"/>
                      </a:cubicBezTo>
                      <a:lnTo>
                        <a:pt x="82" y="409"/>
                      </a:lnTo>
                      <a:cubicBezTo>
                        <a:pt x="177" y="301"/>
                        <a:pt x="272" y="180"/>
                        <a:pt x="354" y="56"/>
                      </a:cubicBezTo>
                      <a:lnTo>
                        <a:pt x="259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73" name="Google Shape;2073;p28">
                  <a:extLst>
                    <a:ext uri="{FF2B5EF4-FFF2-40B4-BE49-F238E27FC236}">
                      <a16:creationId xmlns:a16="http://schemas.microsoft.com/office/drawing/2014/main" id="{D58ABB38-B4B7-B9A3-EF70-2AC8F55EC66A}"/>
                    </a:ext>
                  </a:extLst>
                </p:cNvPr>
                <p:cNvSpPr/>
                <p:nvPr/>
              </p:nvSpPr>
              <p:spPr>
                <a:xfrm>
                  <a:off x="4761060" y="3260329"/>
                  <a:ext cx="14342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36" extrusionOk="0">
                      <a:moveTo>
                        <a:pt x="1" y="0"/>
                      </a:moveTo>
                      <a:lnTo>
                        <a:pt x="1" y="435"/>
                      </a:lnTo>
                      <a:lnTo>
                        <a:pt x="112" y="435"/>
                      </a:lnTo>
                      <a:lnTo>
                        <a:pt x="112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74" name="Google Shape;2074;p28">
                  <a:extLst>
                    <a:ext uri="{FF2B5EF4-FFF2-40B4-BE49-F238E27FC236}">
                      <a16:creationId xmlns:a16="http://schemas.microsoft.com/office/drawing/2014/main" id="{B5EA0973-B485-30C9-19D7-B6E8F8EA7B65}"/>
                    </a:ext>
                  </a:extLst>
                </p:cNvPr>
                <p:cNvSpPr/>
                <p:nvPr/>
              </p:nvSpPr>
              <p:spPr>
                <a:xfrm>
                  <a:off x="4761060" y="3035079"/>
                  <a:ext cx="14342" cy="562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39" extrusionOk="0">
                      <a:moveTo>
                        <a:pt x="1" y="1"/>
                      </a:moveTo>
                      <a:lnTo>
                        <a:pt x="1" y="439"/>
                      </a:lnTo>
                      <a:lnTo>
                        <a:pt x="112" y="439"/>
                      </a:lnTo>
                      <a:lnTo>
                        <a:pt x="112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75" name="Google Shape;2075;p28">
                  <a:extLst>
                    <a:ext uri="{FF2B5EF4-FFF2-40B4-BE49-F238E27FC236}">
                      <a16:creationId xmlns:a16="http://schemas.microsoft.com/office/drawing/2014/main" id="{ECC714EF-D0F6-C092-7FD4-1C433FF3E423}"/>
                    </a:ext>
                  </a:extLst>
                </p:cNvPr>
                <p:cNvSpPr/>
                <p:nvPr/>
              </p:nvSpPr>
              <p:spPr>
                <a:xfrm>
                  <a:off x="4761060" y="2808675"/>
                  <a:ext cx="14342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36" extrusionOk="0">
                      <a:moveTo>
                        <a:pt x="1" y="0"/>
                      </a:moveTo>
                      <a:lnTo>
                        <a:pt x="1" y="435"/>
                      </a:lnTo>
                      <a:lnTo>
                        <a:pt x="112" y="435"/>
                      </a:lnTo>
                      <a:lnTo>
                        <a:pt x="112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76" name="Google Shape;2076;p28">
                  <a:extLst>
                    <a:ext uri="{FF2B5EF4-FFF2-40B4-BE49-F238E27FC236}">
                      <a16:creationId xmlns:a16="http://schemas.microsoft.com/office/drawing/2014/main" id="{DA3E7FEA-4717-402F-1C14-BB91E98A8BCB}"/>
                    </a:ext>
                  </a:extLst>
                </p:cNvPr>
                <p:cNvSpPr/>
                <p:nvPr/>
              </p:nvSpPr>
              <p:spPr>
                <a:xfrm>
                  <a:off x="4761060" y="3146872"/>
                  <a:ext cx="14342" cy="574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49" extrusionOk="0">
                      <a:moveTo>
                        <a:pt x="1" y="1"/>
                      </a:moveTo>
                      <a:lnTo>
                        <a:pt x="1" y="448"/>
                      </a:lnTo>
                      <a:lnTo>
                        <a:pt x="112" y="448"/>
                      </a:lnTo>
                      <a:lnTo>
                        <a:pt x="112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077" name="Google Shape;2077;p28">
              <a:extLst>
                <a:ext uri="{FF2B5EF4-FFF2-40B4-BE49-F238E27FC236}">
                  <a16:creationId xmlns:a16="http://schemas.microsoft.com/office/drawing/2014/main" id="{4DE1242C-1716-F4CC-971F-C3FB2EAB6D61}"/>
                </a:ext>
              </a:extLst>
            </p:cNvPr>
            <p:cNvGrpSpPr/>
            <p:nvPr/>
          </p:nvGrpSpPr>
          <p:grpSpPr>
            <a:xfrm>
              <a:off x="713181" y="3935229"/>
              <a:ext cx="6382937" cy="1623549"/>
              <a:chOff x="713181" y="3935229"/>
              <a:chExt cx="6382937" cy="1623549"/>
            </a:xfrm>
          </p:grpSpPr>
          <p:sp>
            <p:nvSpPr>
              <p:cNvPr id="2078" name="Google Shape;2078;p28">
                <a:extLst>
                  <a:ext uri="{FF2B5EF4-FFF2-40B4-BE49-F238E27FC236}">
                    <a16:creationId xmlns:a16="http://schemas.microsoft.com/office/drawing/2014/main" id="{80300855-435F-7FAF-84FC-0AA829386B3B}"/>
                  </a:ext>
                </a:extLst>
              </p:cNvPr>
              <p:cNvSpPr/>
              <p:nvPr/>
            </p:nvSpPr>
            <p:spPr>
              <a:xfrm rot="5400000" flipH="1">
                <a:off x="3092875" y="1555535"/>
                <a:ext cx="1623549" cy="6382937"/>
              </a:xfrm>
              <a:custGeom>
                <a:avLst/>
                <a:gdLst/>
                <a:ahLst/>
                <a:cxnLst/>
                <a:rect l="l" t="t" r="r" b="b"/>
                <a:pathLst>
                  <a:path w="12220" h="44059" extrusionOk="0">
                    <a:moveTo>
                      <a:pt x="9359" y="0"/>
                    </a:moveTo>
                    <a:lnTo>
                      <a:pt x="9359" y="18593"/>
                    </a:lnTo>
                    <a:lnTo>
                      <a:pt x="9359" y="27156"/>
                    </a:lnTo>
                    <a:cubicBezTo>
                      <a:pt x="9359" y="27621"/>
                      <a:pt x="9003" y="28003"/>
                      <a:pt x="8568" y="28055"/>
                    </a:cubicBezTo>
                    <a:lnTo>
                      <a:pt x="8444" y="28055"/>
                    </a:lnTo>
                    <a:cubicBezTo>
                      <a:pt x="7940" y="28055"/>
                      <a:pt x="7532" y="27647"/>
                      <a:pt x="7532" y="27156"/>
                    </a:cubicBezTo>
                    <a:lnTo>
                      <a:pt x="7532" y="18168"/>
                    </a:lnTo>
                    <a:cubicBezTo>
                      <a:pt x="7532" y="16099"/>
                      <a:pt x="5845" y="14409"/>
                      <a:pt x="3773" y="14409"/>
                    </a:cubicBezTo>
                    <a:cubicBezTo>
                      <a:pt x="1704" y="14409"/>
                      <a:pt x="1" y="16099"/>
                      <a:pt x="1" y="18168"/>
                    </a:cubicBezTo>
                    <a:lnTo>
                      <a:pt x="1" y="30141"/>
                    </a:lnTo>
                    <a:lnTo>
                      <a:pt x="1" y="44059"/>
                    </a:lnTo>
                    <a:lnTo>
                      <a:pt x="2861" y="44059"/>
                    </a:lnTo>
                    <a:lnTo>
                      <a:pt x="2861" y="29065"/>
                    </a:lnTo>
                    <a:lnTo>
                      <a:pt x="2861" y="18168"/>
                    </a:lnTo>
                    <a:cubicBezTo>
                      <a:pt x="2861" y="17677"/>
                      <a:pt x="3270" y="17269"/>
                      <a:pt x="3773" y="17269"/>
                    </a:cubicBezTo>
                    <a:cubicBezTo>
                      <a:pt x="4276" y="17269"/>
                      <a:pt x="4685" y="17677"/>
                      <a:pt x="4685" y="18168"/>
                    </a:cubicBezTo>
                    <a:lnTo>
                      <a:pt x="4685" y="27156"/>
                    </a:lnTo>
                    <a:cubicBezTo>
                      <a:pt x="4685" y="29186"/>
                      <a:pt x="6306" y="30863"/>
                      <a:pt x="8336" y="30915"/>
                    </a:cubicBezTo>
                    <a:cubicBezTo>
                      <a:pt x="8378" y="30915"/>
                      <a:pt x="8405" y="30932"/>
                      <a:pt x="8444" y="30932"/>
                    </a:cubicBezTo>
                    <a:cubicBezTo>
                      <a:pt x="10529" y="30932"/>
                      <a:pt x="12219" y="29229"/>
                      <a:pt x="12219" y="27156"/>
                    </a:cubicBezTo>
                    <a:lnTo>
                      <a:pt x="12219" y="18619"/>
                    </a:lnTo>
                    <a:lnTo>
                      <a:pt x="1221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dist="57150" dir="6300000" algn="bl" rotWithShape="0">
                  <a:schemeClr val="dk1">
                    <a:alpha val="35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079" name="Google Shape;2079;p28">
                <a:extLst>
                  <a:ext uri="{FF2B5EF4-FFF2-40B4-BE49-F238E27FC236}">
                    <a16:creationId xmlns:a16="http://schemas.microsoft.com/office/drawing/2014/main" id="{E6AB7C34-E740-EB03-65F3-2475905938BC}"/>
                  </a:ext>
                </a:extLst>
              </p:cNvPr>
              <p:cNvGrpSpPr/>
              <p:nvPr/>
            </p:nvGrpSpPr>
            <p:grpSpPr>
              <a:xfrm rot="5400000" flipH="1">
                <a:off x="3392071" y="1847512"/>
                <a:ext cx="1257637" cy="5799004"/>
                <a:chOff x="3563222" y="101822"/>
                <a:chExt cx="1212180" cy="5125965"/>
              </a:xfrm>
            </p:grpSpPr>
            <p:sp>
              <p:nvSpPr>
                <p:cNvPr id="2080" name="Google Shape;2080;p28">
                  <a:extLst>
                    <a:ext uri="{FF2B5EF4-FFF2-40B4-BE49-F238E27FC236}">
                      <a16:creationId xmlns:a16="http://schemas.microsoft.com/office/drawing/2014/main" id="{01C45355-8AD3-F415-D41C-83710131F527}"/>
                    </a:ext>
                  </a:extLst>
                </p:cNvPr>
                <p:cNvSpPr/>
                <p:nvPr/>
              </p:nvSpPr>
              <p:spPr>
                <a:xfrm>
                  <a:off x="3563222" y="4946702"/>
                  <a:ext cx="13830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36" extrusionOk="0">
                      <a:moveTo>
                        <a:pt x="0" y="1"/>
                      </a:moveTo>
                      <a:lnTo>
                        <a:pt x="0" y="436"/>
                      </a:lnTo>
                      <a:lnTo>
                        <a:pt x="108" y="436"/>
                      </a:lnTo>
                      <a:lnTo>
                        <a:pt x="108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81" name="Google Shape;2081;p28">
                  <a:extLst>
                    <a:ext uri="{FF2B5EF4-FFF2-40B4-BE49-F238E27FC236}">
                      <a16:creationId xmlns:a16="http://schemas.microsoft.com/office/drawing/2014/main" id="{B188BF9A-F55F-5711-676F-AE511E4BE306}"/>
                    </a:ext>
                  </a:extLst>
                </p:cNvPr>
                <p:cNvSpPr/>
                <p:nvPr/>
              </p:nvSpPr>
              <p:spPr>
                <a:xfrm>
                  <a:off x="3563222" y="5060160"/>
                  <a:ext cx="13830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36" extrusionOk="0">
                      <a:moveTo>
                        <a:pt x="0" y="1"/>
                      </a:moveTo>
                      <a:lnTo>
                        <a:pt x="0" y="435"/>
                      </a:lnTo>
                      <a:lnTo>
                        <a:pt x="108" y="435"/>
                      </a:lnTo>
                      <a:lnTo>
                        <a:pt x="108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82" name="Google Shape;2082;p28">
                  <a:extLst>
                    <a:ext uri="{FF2B5EF4-FFF2-40B4-BE49-F238E27FC236}">
                      <a16:creationId xmlns:a16="http://schemas.microsoft.com/office/drawing/2014/main" id="{95BF9AA6-1336-B328-3EA6-59946E3B8601}"/>
                    </a:ext>
                  </a:extLst>
                </p:cNvPr>
                <p:cNvSpPr/>
                <p:nvPr/>
              </p:nvSpPr>
              <p:spPr>
                <a:xfrm>
                  <a:off x="3563222" y="4833244"/>
                  <a:ext cx="13830" cy="580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53" extrusionOk="0">
                      <a:moveTo>
                        <a:pt x="0" y="1"/>
                      </a:moveTo>
                      <a:lnTo>
                        <a:pt x="0" y="452"/>
                      </a:lnTo>
                      <a:lnTo>
                        <a:pt x="108" y="452"/>
                      </a:lnTo>
                      <a:lnTo>
                        <a:pt x="108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83" name="Google Shape;2083;p28">
                  <a:extLst>
                    <a:ext uri="{FF2B5EF4-FFF2-40B4-BE49-F238E27FC236}">
                      <a16:creationId xmlns:a16="http://schemas.microsoft.com/office/drawing/2014/main" id="{A11D2F82-1E48-05B9-D318-180FC05052F4}"/>
                    </a:ext>
                  </a:extLst>
                </p:cNvPr>
                <p:cNvSpPr/>
                <p:nvPr/>
              </p:nvSpPr>
              <p:spPr>
                <a:xfrm>
                  <a:off x="3563222" y="5171569"/>
                  <a:ext cx="13830" cy="562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39" extrusionOk="0">
                      <a:moveTo>
                        <a:pt x="0" y="0"/>
                      </a:moveTo>
                      <a:lnTo>
                        <a:pt x="0" y="438"/>
                      </a:lnTo>
                      <a:lnTo>
                        <a:pt x="108" y="438"/>
                      </a:lnTo>
                      <a:lnTo>
                        <a:pt x="108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84" name="Google Shape;2084;p28">
                  <a:extLst>
                    <a:ext uri="{FF2B5EF4-FFF2-40B4-BE49-F238E27FC236}">
                      <a16:creationId xmlns:a16="http://schemas.microsoft.com/office/drawing/2014/main" id="{E4E53BAC-BC62-A20C-5F74-13476FB9DE6F}"/>
                    </a:ext>
                  </a:extLst>
                </p:cNvPr>
                <p:cNvSpPr/>
                <p:nvPr/>
              </p:nvSpPr>
              <p:spPr>
                <a:xfrm>
                  <a:off x="3563222" y="4043522"/>
                  <a:ext cx="13830" cy="557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35" extrusionOk="0">
                      <a:moveTo>
                        <a:pt x="0" y="0"/>
                      </a:moveTo>
                      <a:lnTo>
                        <a:pt x="0" y="435"/>
                      </a:lnTo>
                      <a:lnTo>
                        <a:pt x="108" y="435"/>
                      </a:lnTo>
                      <a:lnTo>
                        <a:pt x="108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85" name="Google Shape;2085;p28">
                  <a:extLst>
                    <a:ext uri="{FF2B5EF4-FFF2-40B4-BE49-F238E27FC236}">
                      <a16:creationId xmlns:a16="http://schemas.microsoft.com/office/drawing/2014/main" id="{661B06E5-F291-CFCD-1FC9-3BAEA1CA1FF7}"/>
                    </a:ext>
                  </a:extLst>
                </p:cNvPr>
                <p:cNvSpPr/>
                <p:nvPr/>
              </p:nvSpPr>
              <p:spPr>
                <a:xfrm>
                  <a:off x="3563222" y="4154802"/>
                  <a:ext cx="13830" cy="578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52" extrusionOk="0">
                      <a:moveTo>
                        <a:pt x="0" y="0"/>
                      </a:moveTo>
                      <a:lnTo>
                        <a:pt x="0" y="452"/>
                      </a:lnTo>
                      <a:lnTo>
                        <a:pt x="108" y="452"/>
                      </a:lnTo>
                      <a:lnTo>
                        <a:pt x="108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86" name="Google Shape;2086;p28">
                  <a:extLst>
                    <a:ext uri="{FF2B5EF4-FFF2-40B4-BE49-F238E27FC236}">
                      <a16:creationId xmlns:a16="http://schemas.microsoft.com/office/drawing/2014/main" id="{AE6A8394-98EB-29E3-B610-DE3313DF827E}"/>
                    </a:ext>
                  </a:extLst>
                </p:cNvPr>
                <p:cNvSpPr/>
                <p:nvPr/>
              </p:nvSpPr>
              <p:spPr>
                <a:xfrm>
                  <a:off x="3563222" y="3818271"/>
                  <a:ext cx="13830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36" extrusionOk="0">
                      <a:moveTo>
                        <a:pt x="0" y="0"/>
                      </a:moveTo>
                      <a:lnTo>
                        <a:pt x="0" y="435"/>
                      </a:lnTo>
                      <a:lnTo>
                        <a:pt x="108" y="435"/>
                      </a:lnTo>
                      <a:lnTo>
                        <a:pt x="108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87" name="Google Shape;2087;p28">
                  <a:extLst>
                    <a:ext uri="{FF2B5EF4-FFF2-40B4-BE49-F238E27FC236}">
                      <a16:creationId xmlns:a16="http://schemas.microsoft.com/office/drawing/2014/main" id="{0575EF19-FFD9-6A89-B54B-7A2CEF327849}"/>
                    </a:ext>
                  </a:extLst>
                </p:cNvPr>
                <p:cNvSpPr/>
                <p:nvPr/>
              </p:nvSpPr>
              <p:spPr>
                <a:xfrm>
                  <a:off x="3563222" y="3930064"/>
                  <a:ext cx="13830" cy="557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35" extrusionOk="0">
                      <a:moveTo>
                        <a:pt x="0" y="0"/>
                      </a:moveTo>
                      <a:lnTo>
                        <a:pt x="0" y="435"/>
                      </a:lnTo>
                      <a:lnTo>
                        <a:pt x="108" y="435"/>
                      </a:lnTo>
                      <a:lnTo>
                        <a:pt x="108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88" name="Google Shape;2088;p28">
                  <a:extLst>
                    <a:ext uri="{FF2B5EF4-FFF2-40B4-BE49-F238E27FC236}">
                      <a16:creationId xmlns:a16="http://schemas.microsoft.com/office/drawing/2014/main" id="{1F6D7BBF-07B7-6544-268A-44C2DCEE46FF}"/>
                    </a:ext>
                  </a:extLst>
                </p:cNvPr>
                <p:cNvSpPr/>
                <p:nvPr/>
              </p:nvSpPr>
              <p:spPr>
                <a:xfrm>
                  <a:off x="3563222" y="4268260"/>
                  <a:ext cx="13830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36" extrusionOk="0">
                      <a:moveTo>
                        <a:pt x="0" y="0"/>
                      </a:moveTo>
                      <a:lnTo>
                        <a:pt x="0" y="435"/>
                      </a:lnTo>
                      <a:lnTo>
                        <a:pt x="108" y="435"/>
                      </a:lnTo>
                      <a:lnTo>
                        <a:pt x="108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89" name="Google Shape;2089;p28">
                  <a:extLst>
                    <a:ext uri="{FF2B5EF4-FFF2-40B4-BE49-F238E27FC236}">
                      <a16:creationId xmlns:a16="http://schemas.microsoft.com/office/drawing/2014/main" id="{D04FAC72-ED19-FCBA-01F9-48F3B2B097A9}"/>
                    </a:ext>
                  </a:extLst>
                </p:cNvPr>
                <p:cNvSpPr/>
                <p:nvPr/>
              </p:nvSpPr>
              <p:spPr>
                <a:xfrm>
                  <a:off x="3563222" y="4380053"/>
                  <a:ext cx="13830" cy="573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48" extrusionOk="0">
                      <a:moveTo>
                        <a:pt x="0" y="0"/>
                      </a:moveTo>
                      <a:lnTo>
                        <a:pt x="0" y="448"/>
                      </a:lnTo>
                      <a:lnTo>
                        <a:pt x="108" y="448"/>
                      </a:lnTo>
                      <a:lnTo>
                        <a:pt x="108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90" name="Google Shape;2090;p28">
                  <a:extLst>
                    <a:ext uri="{FF2B5EF4-FFF2-40B4-BE49-F238E27FC236}">
                      <a16:creationId xmlns:a16="http://schemas.microsoft.com/office/drawing/2014/main" id="{53D1485D-2A36-D972-A18D-157C73FD27A8}"/>
                    </a:ext>
                  </a:extLst>
                </p:cNvPr>
                <p:cNvSpPr/>
                <p:nvPr/>
              </p:nvSpPr>
              <p:spPr>
                <a:xfrm>
                  <a:off x="3563222" y="4493383"/>
                  <a:ext cx="13830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36" extrusionOk="0">
                      <a:moveTo>
                        <a:pt x="0" y="1"/>
                      </a:moveTo>
                      <a:lnTo>
                        <a:pt x="0" y="436"/>
                      </a:lnTo>
                      <a:lnTo>
                        <a:pt x="108" y="436"/>
                      </a:lnTo>
                      <a:lnTo>
                        <a:pt x="108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91" name="Google Shape;2091;p28">
                  <a:extLst>
                    <a:ext uri="{FF2B5EF4-FFF2-40B4-BE49-F238E27FC236}">
                      <a16:creationId xmlns:a16="http://schemas.microsoft.com/office/drawing/2014/main" id="{9E4D7E6E-2101-CC8A-4384-20AA7A2C0F72}"/>
                    </a:ext>
                  </a:extLst>
                </p:cNvPr>
                <p:cNvSpPr/>
                <p:nvPr/>
              </p:nvSpPr>
              <p:spPr>
                <a:xfrm>
                  <a:off x="3563222" y="4718250"/>
                  <a:ext cx="13830" cy="595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65" extrusionOk="0">
                      <a:moveTo>
                        <a:pt x="0" y="0"/>
                      </a:moveTo>
                      <a:lnTo>
                        <a:pt x="0" y="26"/>
                      </a:lnTo>
                      <a:lnTo>
                        <a:pt x="0" y="435"/>
                      </a:lnTo>
                      <a:lnTo>
                        <a:pt x="0" y="464"/>
                      </a:lnTo>
                      <a:lnTo>
                        <a:pt x="108" y="464"/>
                      </a:lnTo>
                      <a:lnTo>
                        <a:pt x="108" y="435"/>
                      </a:lnTo>
                      <a:lnTo>
                        <a:pt x="108" y="26"/>
                      </a:lnTo>
                      <a:lnTo>
                        <a:pt x="108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92" name="Google Shape;2092;p28">
                  <a:extLst>
                    <a:ext uri="{FF2B5EF4-FFF2-40B4-BE49-F238E27FC236}">
                      <a16:creationId xmlns:a16="http://schemas.microsoft.com/office/drawing/2014/main" id="{DDE09AA1-607C-B2D9-23ED-84F63F76102E}"/>
                    </a:ext>
                  </a:extLst>
                </p:cNvPr>
                <p:cNvSpPr/>
                <p:nvPr/>
              </p:nvSpPr>
              <p:spPr>
                <a:xfrm>
                  <a:off x="3563222" y="4606457"/>
                  <a:ext cx="13830" cy="562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39" extrusionOk="0">
                      <a:moveTo>
                        <a:pt x="0" y="0"/>
                      </a:moveTo>
                      <a:lnTo>
                        <a:pt x="0" y="438"/>
                      </a:lnTo>
                      <a:lnTo>
                        <a:pt x="108" y="438"/>
                      </a:lnTo>
                      <a:lnTo>
                        <a:pt x="108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93" name="Google Shape;2093;p28">
                  <a:extLst>
                    <a:ext uri="{FF2B5EF4-FFF2-40B4-BE49-F238E27FC236}">
                      <a16:creationId xmlns:a16="http://schemas.microsoft.com/office/drawing/2014/main" id="{415873D2-D117-307E-F664-DFBF3ADCFAD3}"/>
                    </a:ext>
                  </a:extLst>
                </p:cNvPr>
                <p:cNvSpPr/>
                <p:nvPr/>
              </p:nvSpPr>
              <p:spPr>
                <a:xfrm>
                  <a:off x="3746086" y="1978230"/>
                  <a:ext cx="57882" cy="315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2" h="246" extrusionOk="0">
                      <a:moveTo>
                        <a:pt x="438" y="0"/>
                      </a:moveTo>
                      <a:cubicBezTo>
                        <a:pt x="288" y="43"/>
                        <a:pt x="138" y="82"/>
                        <a:pt x="0" y="151"/>
                      </a:cubicBezTo>
                      <a:lnTo>
                        <a:pt x="43" y="246"/>
                      </a:lnTo>
                      <a:cubicBezTo>
                        <a:pt x="180" y="193"/>
                        <a:pt x="314" y="151"/>
                        <a:pt x="451" y="112"/>
                      </a:cubicBezTo>
                      <a:lnTo>
                        <a:pt x="438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94" name="Google Shape;2094;p28">
                  <a:extLst>
                    <a:ext uri="{FF2B5EF4-FFF2-40B4-BE49-F238E27FC236}">
                      <a16:creationId xmlns:a16="http://schemas.microsoft.com/office/drawing/2014/main" id="{291A0BF1-7B85-3B71-36A4-E912D48FCB3B}"/>
                    </a:ext>
                  </a:extLst>
                </p:cNvPr>
                <p:cNvSpPr/>
                <p:nvPr/>
              </p:nvSpPr>
              <p:spPr>
                <a:xfrm>
                  <a:off x="3563222" y="2663843"/>
                  <a:ext cx="13830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36" extrusionOk="0">
                      <a:moveTo>
                        <a:pt x="0" y="1"/>
                      </a:moveTo>
                      <a:lnTo>
                        <a:pt x="0" y="435"/>
                      </a:lnTo>
                      <a:lnTo>
                        <a:pt x="108" y="435"/>
                      </a:lnTo>
                      <a:lnTo>
                        <a:pt x="108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95" name="Google Shape;2095;p28">
                  <a:extLst>
                    <a:ext uri="{FF2B5EF4-FFF2-40B4-BE49-F238E27FC236}">
                      <a16:creationId xmlns:a16="http://schemas.microsoft.com/office/drawing/2014/main" id="{3B65B459-5E64-7DD6-F8E5-CE88DF033E66}"/>
                    </a:ext>
                  </a:extLst>
                </p:cNvPr>
                <p:cNvSpPr/>
                <p:nvPr/>
              </p:nvSpPr>
              <p:spPr>
                <a:xfrm>
                  <a:off x="3563222" y="2777301"/>
                  <a:ext cx="13830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36" extrusionOk="0">
                      <a:moveTo>
                        <a:pt x="0" y="0"/>
                      </a:moveTo>
                      <a:lnTo>
                        <a:pt x="0" y="435"/>
                      </a:lnTo>
                      <a:lnTo>
                        <a:pt x="108" y="435"/>
                      </a:lnTo>
                      <a:lnTo>
                        <a:pt x="108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96" name="Google Shape;2096;p28">
                  <a:extLst>
                    <a:ext uri="{FF2B5EF4-FFF2-40B4-BE49-F238E27FC236}">
                      <a16:creationId xmlns:a16="http://schemas.microsoft.com/office/drawing/2014/main" id="{31D73828-DCCF-079E-0E27-0FD6EA23B0A2}"/>
                    </a:ext>
                  </a:extLst>
                </p:cNvPr>
                <p:cNvSpPr/>
                <p:nvPr/>
              </p:nvSpPr>
              <p:spPr>
                <a:xfrm>
                  <a:off x="3563222" y="2438721"/>
                  <a:ext cx="13830" cy="560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38" extrusionOk="0">
                      <a:moveTo>
                        <a:pt x="0" y="0"/>
                      </a:moveTo>
                      <a:lnTo>
                        <a:pt x="0" y="438"/>
                      </a:lnTo>
                      <a:lnTo>
                        <a:pt x="108" y="438"/>
                      </a:lnTo>
                      <a:lnTo>
                        <a:pt x="108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97" name="Google Shape;2097;p28">
                  <a:extLst>
                    <a:ext uri="{FF2B5EF4-FFF2-40B4-BE49-F238E27FC236}">
                      <a16:creationId xmlns:a16="http://schemas.microsoft.com/office/drawing/2014/main" id="{E8FF1FC2-1F3F-C7A4-AA44-603DAA2AF213}"/>
                    </a:ext>
                  </a:extLst>
                </p:cNvPr>
                <p:cNvSpPr/>
                <p:nvPr/>
              </p:nvSpPr>
              <p:spPr>
                <a:xfrm>
                  <a:off x="3587424" y="2107567"/>
                  <a:ext cx="40338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5" h="436" extrusionOk="0">
                      <a:moveTo>
                        <a:pt x="220" y="1"/>
                      </a:moveTo>
                      <a:cubicBezTo>
                        <a:pt x="138" y="121"/>
                        <a:pt x="69" y="259"/>
                        <a:pt x="1" y="393"/>
                      </a:cubicBezTo>
                      <a:lnTo>
                        <a:pt x="112" y="435"/>
                      </a:lnTo>
                      <a:cubicBezTo>
                        <a:pt x="164" y="298"/>
                        <a:pt x="233" y="177"/>
                        <a:pt x="314" y="53"/>
                      </a:cubicBezTo>
                      <a:lnTo>
                        <a:pt x="220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98" name="Google Shape;2098;p28">
                  <a:extLst>
                    <a:ext uri="{FF2B5EF4-FFF2-40B4-BE49-F238E27FC236}">
                      <a16:creationId xmlns:a16="http://schemas.microsoft.com/office/drawing/2014/main" id="{65578E4F-DC84-E64E-9155-CA5ACF713782}"/>
                    </a:ext>
                  </a:extLst>
                </p:cNvPr>
                <p:cNvSpPr/>
                <p:nvPr/>
              </p:nvSpPr>
              <p:spPr>
                <a:xfrm>
                  <a:off x="3563222" y="2325263"/>
                  <a:ext cx="13830" cy="578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52" extrusionOk="0">
                      <a:moveTo>
                        <a:pt x="0" y="0"/>
                      </a:moveTo>
                      <a:lnTo>
                        <a:pt x="0" y="451"/>
                      </a:lnTo>
                      <a:lnTo>
                        <a:pt x="108" y="451"/>
                      </a:lnTo>
                      <a:lnTo>
                        <a:pt x="108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99" name="Google Shape;2099;p28">
                  <a:extLst>
                    <a:ext uri="{FF2B5EF4-FFF2-40B4-BE49-F238E27FC236}">
                      <a16:creationId xmlns:a16="http://schemas.microsoft.com/office/drawing/2014/main" id="{D0925FAB-B759-AD57-E615-3611746D3C9B}"/>
                    </a:ext>
                  </a:extLst>
                </p:cNvPr>
                <p:cNvSpPr/>
                <p:nvPr/>
              </p:nvSpPr>
              <p:spPr>
                <a:xfrm>
                  <a:off x="3651837" y="2025483"/>
                  <a:ext cx="52504" cy="469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0" h="367" extrusionOk="0">
                      <a:moveTo>
                        <a:pt x="344" y="1"/>
                      </a:moveTo>
                      <a:cubicBezTo>
                        <a:pt x="220" y="83"/>
                        <a:pt x="112" y="177"/>
                        <a:pt x="1" y="285"/>
                      </a:cubicBezTo>
                      <a:lnTo>
                        <a:pt x="83" y="367"/>
                      </a:lnTo>
                      <a:cubicBezTo>
                        <a:pt x="181" y="259"/>
                        <a:pt x="289" y="177"/>
                        <a:pt x="410" y="96"/>
                      </a:cubicBezTo>
                      <a:lnTo>
                        <a:pt x="344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00" name="Google Shape;2100;p28">
                  <a:extLst>
                    <a:ext uri="{FF2B5EF4-FFF2-40B4-BE49-F238E27FC236}">
                      <a16:creationId xmlns:a16="http://schemas.microsoft.com/office/drawing/2014/main" id="{F5B44FBD-41CB-B909-F379-DFB74C23E61C}"/>
                    </a:ext>
                  </a:extLst>
                </p:cNvPr>
                <p:cNvSpPr/>
                <p:nvPr/>
              </p:nvSpPr>
              <p:spPr>
                <a:xfrm>
                  <a:off x="3563222" y="2212189"/>
                  <a:ext cx="21001" cy="574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4" h="449" extrusionOk="0">
                      <a:moveTo>
                        <a:pt x="56" y="1"/>
                      </a:moveTo>
                      <a:cubicBezTo>
                        <a:pt x="26" y="148"/>
                        <a:pt x="13" y="298"/>
                        <a:pt x="0" y="448"/>
                      </a:cubicBezTo>
                      <a:lnTo>
                        <a:pt x="121" y="448"/>
                      </a:lnTo>
                      <a:cubicBezTo>
                        <a:pt x="121" y="311"/>
                        <a:pt x="137" y="164"/>
                        <a:pt x="163" y="27"/>
                      </a:cubicBezTo>
                      <a:lnTo>
                        <a:pt x="56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01" name="Google Shape;2101;p28">
                  <a:extLst>
                    <a:ext uri="{FF2B5EF4-FFF2-40B4-BE49-F238E27FC236}">
                      <a16:creationId xmlns:a16="http://schemas.microsoft.com/office/drawing/2014/main" id="{C9A95C82-2B28-EDE1-2F49-DDAF985A7F91}"/>
                    </a:ext>
                  </a:extLst>
                </p:cNvPr>
                <p:cNvSpPr/>
                <p:nvPr/>
              </p:nvSpPr>
              <p:spPr>
                <a:xfrm>
                  <a:off x="3563222" y="2550386"/>
                  <a:ext cx="13830" cy="574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49" extrusionOk="0">
                      <a:moveTo>
                        <a:pt x="0" y="1"/>
                      </a:moveTo>
                      <a:lnTo>
                        <a:pt x="0" y="449"/>
                      </a:lnTo>
                      <a:lnTo>
                        <a:pt x="108" y="449"/>
                      </a:lnTo>
                      <a:lnTo>
                        <a:pt x="108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02" name="Google Shape;2102;p28">
                  <a:extLst>
                    <a:ext uri="{FF2B5EF4-FFF2-40B4-BE49-F238E27FC236}">
                      <a16:creationId xmlns:a16="http://schemas.microsoft.com/office/drawing/2014/main" id="{0EEE6B53-5EBB-A11F-4906-012F0D173893}"/>
                    </a:ext>
                  </a:extLst>
                </p:cNvPr>
                <p:cNvSpPr/>
                <p:nvPr/>
              </p:nvSpPr>
              <p:spPr>
                <a:xfrm>
                  <a:off x="3563222" y="3452030"/>
                  <a:ext cx="13830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36" extrusionOk="0">
                      <a:moveTo>
                        <a:pt x="0" y="0"/>
                      </a:moveTo>
                      <a:lnTo>
                        <a:pt x="0" y="435"/>
                      </a:lnTo>
                      <a:lnTo>
                        <a:pt x="108" y="435"/>
                      </a:lnTo>
                      <a:lnTo>
                        <a:pt x="108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03" name="Google Shape;2103;p28">
                  <a:extLst>
                    <a:ext uri="{FF2B5EF4-FFF2-40B4-BE49-F238E27FC236}">
                      <a16:creationId xmlns:a16="http://schemas.microsoft.com/office/drawing/2014/main" id="{DCB3D49B-B311-EDBE-79AA-85425A935302}"/>
                    </a:ext>
                  </a:extLst>
                </p:cNvPr>
                <p:cNvSpPr/>
                <p:nvPr/>
              </p:nvSpPr>
              <p:spPr>
                <a:xfrm>
                  <a:off x="3563222" y="3565488"/>
                  <a:ext cx="13830" cy="557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35" extrusionOk="0">
                      <a:moveTo>
                        <a:pt x="0" y="0"/>
                      </a:moveTo>
                      <a:lnTo>
                        <a:pt x="0" y="435"/>
                      </a:lnTo>
                      <a:lnTo>
                        <a:pt x="108" y="435"/>
                      </a:lnTo>
                      <a:lnTo>
                        <a:pt x="108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04" name="Google Shape;2104;p28">
                  <a:extLst>
                    <a:ext uri="{FF2B5EF4-FFF2-40B4-BE49-F238E27FC236}">
                      <a16:creationId xmlns:a16="http://schemas.microsoft.com/office/drawing/2014/main" id="{525732C8-A0BF-72BC-1B14-DD97F89BFA81}"/>
                    </a:ext>
                  </a:extLst>
                </p:cNvPr>
                <p:cNvSpPr/>
                <p:nvPr/>
              </p:nvSpPr>
              <p:spPr>
                <a:xfrm>
                  <a:off x="3563222" y="2888582"/>
                  <a:ext cx="13830" cy="562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39" extrusionOk="0">
                      <a:moveTo>
                        <a:pt x="0" y="1"/>
                      </a:moveTo>
                      <a:lnTo>
                        <a:pt x="0" y="439"/>
                      </a:lnTo>
                      <a:lnTo>
                        <a:pt x="108" y="439"/>
                      </a:lnTo>
                      <a:lnTo>
                        <a:pt x="108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05" name="Google Shape;2105;p28">
                  <a:extLst>
                    <a:ext uri="{FF2B5EF4-FFF2-40B4-BE49-F238E27FC236}">
                      <a16:creationId xmlns:a16="http://schemas.microsoft.com/office/drawing/2014/main" id="{93DB058B-A64C-EF2B-5532-C2F0738A84E0}"/>
                    </a:ext>
                  </a:extLst>
                </p:cNvPr>
                <p:cNvSpPr/>
                <p:nvPr/>
              </p:nvSpPr>
              <p:spPr>
                <a:xfrm>
                  <a:off x="3563222" y="3790226"/>
                  <a:ext cx="13830" cy="193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151" extrusionOk="0">
                      <a:moveTo>
                        <a:pt x="0" y="0"/>
                      </a:moveTo>
                      <a:lnTo>
                        <a:pt x="0" y="151"/>
                      </a:lnTo>
                      <a:lnTo>
                        <a:pt x="108" y="151"/>
                      </a:lnTo>
                      <a:lnTo>
                        <a:pt x="108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06" name="Google Shape;2106;p28">
                  <a:extLst>
                    <a:ext uri="{FF2B5EF4-FFF2-40B4-BE49-F238E27FC236}">
                      <a16:creationId xmlns:a16="http://schemas.microsoft.com/office/drawing/2014/main" id="{95169760-321A-5472-66C2-3BF3E587B463}"/>
                    </a:ext>
                  </a:extLst>
                </p:cNvPr>
                <p:cNvSpPr/>
                <p:nvPr/>
              </p:nvSpPr>
              <p:spPr>
                <a:xfrm>
                  <a:off x="3563222" y="3677153"/>
                  <a:ext cx="13830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36" extrusionOk="0">
                      <a:moveTo>
                        <a:pt x="0" y="1"/>
                      </a:moveTo>
                      <a:lnTo>
                        <a:pt x="0" y="436"/>
                      </a:lnTo>
                      <a:lnTo>
                        <a:pt x="108" y="436"/>
                      </a:lnTo>
                      <a:lnTo>
                        <a:pt x="108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07" name="Google Shape;2107;p28">
                  <a:extLst>
                    <a:ext uri="{FF2B5EF4-FFF2-40B4-BE49-F238E27FC236}">
                      <a16:creationId xmlns:a16="http://schemas.microsoft.com/office/drawing/2014/main" id="{ADFBB613-8BEF-71C8-5B05-EB9F53F88341}"/>
                    </a:ext>
                  </a:extLst>
                </p:cNvPr>
                <p:cNvSpPr/>
                <p:nvPr/>
              </p:nvSpPr>
              <p:spPr>
                <a:xfrm>
                  <a:off x="3563222" y="3002040"/>
                  <a:ext cx="13830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36" extrusionOk="0">
                      <a:moveTo>
                        <a:pt x="0" y="1"/>
                      </a:moveTo>
                      <a:lnTo>
                        <a:pt x="0" y="435"/>
                      </a:lnTo>
                      <a:lnTo>
                        <a:pt x="108" y="435"/>
                      </a:lnTo>
                      <a:lnTo>
                        <a:pt x="108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08" name="Google Shape;2108;p28">
                  <a:extLst>
                    <a:ext uri="{FF2B5EF4-FFF2-40B4-BE49-F238E27FC236}">
                      <a16:creationId xmlns:a16="http://schemas.microsoft.com/office/drawing/2014/main" id="{4E20474C-8DAF-516E-55A3-4237D883CAF7}"/>
                    </a:ext>
                  </a:extLst>
                </p:cNvPr>
                <p:cNvSpPr/>
                <p:nvPr/>
              </p:nvSpPr>
              <p:spPr>
                <a:xfrm>
                  <a:off x="3563222" y="3113833"/>
                  <a:ext cx="13830" cy="574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49" extrusionOk="0">
                      <a:moveTo>
                        <a:pt x="0" y="0"/>
                      </a:moveTo>
                      <a:lnTo>
                        <a:pt x="0" y="448"/>
                      </a:lnTo>
                      <a:lnTo>
                        <a:pt x="108" y="448"/>
                      </a:lnTo>
                      <a:lnTo>
                        <a:pt x="108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09" name="Google Shape;2109;p28">
                  <a:extLst>
                    <a:ext uri="{FF2B5EF4-FFF2-40B4-BE49-F238E27FC236}">
                      <a16:creationId xmlns:a16="http://schemas.microsoft.com/office/drawing/2014/main" id="{ED2A35F6-18E7-9FA3-7C19-3A78D7620E78}"/>
                    </a:ext>
                  </a:extLst>
                </p:cNvPr>
                <p:cNvSpPr/>
                <p:nvPr/>
              </p:nvSpPr>
              <p:spPr>
                <a:xfrm>
                  <a:off x="3563222" y="3338572"/>
                  <a:ext cx="13830" cy="578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52" extrusionOk="0">
                      <a:moveTo>
                        <a:pt x="0" y="1"/>
                      </a:moveTo>
                      <a:lnTo>
                        <a:pt x="0" y="452"/>
                      </a:lnTo>
                      <a:lnTo>
                        <a:pt x="108" y="452"/>
                      </a:lnTo>
                      <a:lnTo>
                        <a:pt x="108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10" name="Google Shape;2110;p28">
                  <a:extLst>
                    <a:ext uri="{FF2B5EF4-FFF2-40B4-BE49-F238E27FC236}">
                      <a16:creationId xmlns:a16="http://schemas.microsoft.com/office/drawing/2014/main" id="{D53D43DE-A17B-9194-7DBB-64E5E5343991}"/>
                    </a:ext>
                  </a:extLst>
                </p:cNvPr>
                <p:cNvSpPr/>
                <p:nvPr/>
              </p:nvSpPr>
              <p:spPr>
                <a:xfrm>
                  <a:off x="3563222" y="3227291"/>
                  <a:ext cx="13830" cy="557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" h="435" extrusionOk="0">
                      <a:moveTo>
                        <a:pt x="0" y="0"/>
                      </a:moveTo>
                      <a:lnTo>
                        <a:pt x="0" y="435"/>
                      </a:lnTo>
                      <a:lnTo>
                        <a:pt x="108" y="435"/>
                      </a:lnTo>
                      <a:lnTo>
                        <a:pt x="108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11" name="Google Shape;2111;p28">
                  <a:extLst>
                    <a:ext uri="{FF2B5EF4-FFF2-40B4-BE49-F238E27FC236}">
                      <a16:creationId xmlns:a16="http://schemas.microsoft.com/office/drawing/2014/main" id="{789088A9-ACEC-C5E3-C246-BA7C5D3AB35E}"/>
                    </a:ext>
                  </a:extLst>
                </p:cNvPr>
                <p:cNvSpPr/>
                <p:nvPr/>
              </p:nvSpPr>
              <p:spPr>
                <a:xfrm>
                  <a:off x="4161244" y="2921749"/>
                  <a:ext cx="16135" cy="562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" h="439" extrusionOk="0">
                      <a:moveTo>
                        <a:pt x="1" y="0"/>
                      </a:moveTo>
                      <a:lnTo>
                        <a:pt x="1" y="438"/>
                      </a:lnTo>
                      <a:lnTo>
                        <a:pt x="125" y="438"/>
                      </a:lnTo>
                      <a:lnTo>
                        <a:pt x="125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12" name="Google Shape;2112;p28">
                  <a:extLst>
                    <a:ext uri="{FF2B5EF4-FFF2-40B4-BE49-F238E27FC236}">
                      <a16:creationId xmlns:a16="http://schemas.microsoft.com/office/drawing/2014/main" id="{1043FA22-9298-3A4E-BB2D-C1B26B6691B3}"/>
                    </a:ext>
                  </a:extLst>
                </p:cNvPr>
                <p:cNvSpPr/>
                <p:nvPr/>
              </p:nvSpPr>
              <p:spPr>
                <a:xfrm>
                  <a:off x="4161244" y="2358685"/>
                  <a:ext cx="16135" cy="574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" h="449" extrusionOk="0">
                      <a:moveTo>
                        <a:pt x="1" y="1"/>
                      </a:moveTo>
                      <a:lnTo>
                        <a:pt x="1" y="449"/>
                      </a:lnTo>
                      <a:lnTo>
                        <a:pt x="125" y="449"/>
                      </a:lnTo>
                      <a:lnTo>
                        <a:pt x="125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13" name="Google Shape;2113;p28">
                  <a:extLst>
                    <a:ext uri="{FF2B5EF4-FFF2-40B4-BE49-F238E27FC236}">
                      <a16:creationId xmlns:a16="http://schemas.microsoft.com/office/drawing/2014/main" id="{E0227B7D-FC19-FD21-6517-0B3496878D82}"/>
                    </a:ext>
                  </a:extLst>
                </p:cNvPr>
                <p:cNvSpPr/>
                <p:nvPr/>
              </p:nvSpPr>
              <p:spPr>
                <a:xfrm>
                  <a:off x="4161244" y="2471759"/>
                  <a:ext cx="16135" cy="562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" h="439" extrusionOk="0">
                      <a:moveTo>
                        <a:pt x="1" y="0"/>
                      </a:moveTo>
                      <a:lnTo>
                        <a:pt x="1" y="438"/>
                      </a:lnTo>
                      <a:lnTo>
                        <a:pt x="125" y="438"/>
                      </a:lnTo>
                      <a:lnTo>
                        <a:pt x="125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14" name="Google Shape;2114;p28">
                  <a:extLst>
                    <a:ext uri="{FF2B5EF4-FFF2-40B4-BE49-F238E27FC236}">
                      <a16:creationId xmlns:a16="http://schemas.microsoft.com/office/drawing/2014/main" id="{099DCC71-E889-2401-A5F5-05C7BF87CC7B}"/>
                    </a:ext>
                  </a:extLst>
                </p:cNvPr>
                <p:cNvSpPr/>
                <p:nvPr/>
              </p:nvSpPr>
              <p:spPr>
                <a:xfrm>
                  <a:off x="4161244" y="2583424"/>
                  <a:ext cx="16135" cy="580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" h="453" extrusionOk="0">
                      <a:moveTo>
                        <a:pt x="1" y="1"/>
                      </a:moveTo>
                      <a:lnTo>
                        <a:pt x="1" y="452"/>
                      </a:lnTo>
                      <a:lnTo>
                        <a:pt x="125" y="452"/>
                      </a:lnTo>
                      <a:lnTo>
                        <a:pt x="125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15" name="Google Shape;2115;p28">
                  <a:extLst>
                    <a:ext uri="{FF2B5EF4-FFF2-40B4-BE49-F238E27FC236}">
                      <a16:creationId xmlns:a16="http://schemas.microsoft.com/office/drawing/2014/main" id="{5261B74C-BCAB-01C7-0F47-177F8C392A8B}"/>
                    </a:ext>
                  </a:extLst>
                </p:cNvPr>
                <p:cNvSpPr/>
                <p:nvPr/>
              </p:nvSpPr>
              <p:spPr>
                <a:xfrm>
                  <a:off x="4161244" y="3373787"/>
                  <a:ext cx="16135" cy="557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" h="435" extrusionOk="0">
                      <a:moveTo>
                        <a:pt x="1" y="0"/>
                      </a:moveTo>
                      <a:lnTo>
                        <a:pt x="1" y="422"/>
                      </a:lnTo>
                      <a:lnTo>
                        <a:pt x="1" y="435"/>
                      </a:lnTo>
                      <a:lnTo>
                        <a:pt x="125" y="435"/>
                      </a:lnTo>
                      <a:lnTo>
                        <a:pt x="125" y="422"/>
                      </a:lnTo>
                      <a:lnTo>
                        <a:pt x="125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16" name="Google Shape;2116;p28">
                  <a:extLst>
                    <a:ext uri="{FF2B5EF4-FFF2-40B4-BE49-F238E27FC236}">
                      <a16:creationId xmlns:a16="http://schemas.microsoft.com/office/drawing/2014/main" id="{F04803DD-F457-CD9C-89EB-AA81E98B6F71}"/>
                    </a:ext>
                  </a:extLst>
                </p:cNvPr>
                <p:cNvSpPr/>
                <p:nvPr/>
              </p:nvSpPr>
              <p:spPr>
                <a:xfrm>
                  <a:off x="4393154" y="3710319"/>
                  <a:ext cx="57882" cy="226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2" h="177" extrusionOk="0">
                      <a:moveTo>
                        <a:pt x="30" y="0"/>
                      </a:moveTo>
                      <a:lnTo>
                        <a:pt x="1" y="108"/>
                      </a:lnTo>
                      <a:cubicBezTo>
                        <a:pt x="138" y="151"/>
                        <a:pt x="288" y="177"/>
                        <a:pt x="439" y="177"/>
                      </a:cubicBezTo>
                      <a:lnTo>
                        <a:pt x="452" y="69"/>
                      </a:lnTo>
                      <a:cubicBezTo>
                        <a:pt x="301" y="52"/>
                        <a:pt x="164" y="39"/>
                        <a:pt x="30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17" name="Google Shape;2117;p28">
                  <a:extLst>
                    <a:ext uri="{FF2B5EF4-FFF2-40B4-BE49-F238E27FC236}">
                      <a16:creationId xmlns:a16="http://schemas.microsoft.com/office/drawing/2014/main" id="{31D6E2AE-0604-F63D-392B-31677E860B5A}"/>
                    </a:ext>
                  </a:extLst>
                </p:cNvPr>
                <p:cNvSpPr/>
                <p:nvPr/>
              </p:nvSpPr>
              <p:spPr>
                <a:xfrm>
                  <a:off x="4161244" y="2696882"/>
                  <a:ext cx="16135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" h="436" extrusionOk="0">
                      <a:moveTo>
                        <a:pt x="1" y="1"/>
                      </a:moveTo>
                      <a:lnTo>
                        <a:pt x="1" y="435"/>
                      </a:lnTo>
                      <a:lnTo>
                        <a:pt x="125" y="435"/>
                      </a:lnTo>
                      <a:lnTo>
                        <a:pt x="125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18" name="Google Shape;2118;p28">
                  <a:extLst>
                    <a:ext uri="{FF2B5EF4-FFF2-40B4-BE49-F238E27FC236}">
                      <a16:creationId xmlns:a16="http://schemas.microsoft.com/office/drawing/2014/main" id="{1E113C4F-C9F2-FABC-7AA9-30B8080BAA4B}"/>
                    </a:ext>
                  </a:extLst>
                </p:cNvPr>
                <p:cNvSpPr/>
                <p:nvPr/>
              </p:nvSpPr>
              <p:spPr>
                <a:xfrm>
                  <a:off x="4168415" y="3483403"/>
                  <a:ext cx="29837" cy="578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3" h="452" extrusionOk="0">
                      <a:moveTo>
                        <a:pt x="108" y="1"/>
                      </a:moveTo>
                      <a:lnTo>
                        <a:pt x="0" y="27"/>
                      </a:lnTo>
                      <a:cubicBezTo>
                        <a:pt x="27" y="164"/>
                        <a:pt x="69" y="314"/>
                        <a:pt x="121" y="452"/>
                      </a:cubicBezTo>
                      <a:lnTo>
                        <a:pt x="233" y="409"/>
                      </a:lnTo>
                      <a:cubicBezTo>
                        <a:pt x="177" y="288"/>
                        <a:pt x="134" y="138"/>
                        <a:pt x="108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19" name="Google Shape;2119;p28">
                  <a:extLst>
                    <a:ext uri="{FF2B5EF4-FFF2-40B4-BE49-F238E27FC236}">
                      <a16:creationId xmlns:a16="http://schemas.microsoft.com/office/drawing/2014/main" id="{DBB337AF-747D-AAD8-91CB-D427E07CB1AB}"/>
                    </a:ext>
                  </a:extLst>
                </p:cNvPr>
                <p:cNvSpPr/>
                <p:nvPr/>
              </p:nvSpPr>
              <p:spPr>
                <a:xfrm>
                  <a:off x="4288532" y="3664603"/>
                  <a:ext cx="56217" cy="403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9" h="315" extrusionOk="0">
                      <a:moveTo>
                        <a:pt x="69" y="1"/>
                      </a:moveTo>
                      <a:lnTo>
                        <a:pt x="1" y="83"/>
                      </a:lnTo>
                      <a:cubicBezTo>
                        <a:pt x="125" y="181"/>
                        <a:pt x="259" y="246"/>
                        <a:pt x="396" y="315"/>
                      </a:cubicBezTo>
                      <a:lnTo>
                        <a:pt x="439" y="220"/>
                      </a:lnTo>
                      <a:cubicBezTo>
                        <a:pt x="314" y="151"/>
                        <a:pt x="193" y="83"/>
                        <a:pt x="69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20" name="Google Shape;2120;p28">
                  <a:extLst>
                    <a:ext uri="{FF2B5EF4-FFF2-40B4-BE49-F238E27FC236}">
                      <a16:creationId xmlns:a16="http://schemas.microsoft.com/office/drawing/2014/main" id="{E06EBFAA-0F50-AFD1-6EDC-AF7365D8BD88}"/>
                    </a:ext>
                  </a:extLst>
                </p:cNvPr>
                <p:cNvSpPr/>
                <p:nvPr/>
              </p:nvSpPr>
              <p:spPr>
                <a:xfrm>
                  <a:off x="4210290" y="3584696"/>
                  <a:ext cx="45332" cy="541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4" h="423" extrusionOk="0">
                      <a:moveTo>
                        <a:pt x="95" y="1"/>
                      </a:moveTo>
                      <a:lnTo>
                        <a:pt x="0" y="69"/>
                      </a:lnTo>
                      <a:cubicBezTo>
                        <a:pt x="82" y="190"/>
                        <a:pt x="177" y="314"/>
                        <a:pt x="285" y="422"/>
                      </a:cubicBezTo>
                      <a:lnTo>
                        <a:pt x="353" y="341"/>
                      </a:lnTo>
                      <a:cubicBezTo>
                        <a:pt x="259" y="233"/>
                        <a:pt x="177" y="122"/>
                        <a:pt x="95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21" name="Google Shape;2121;p28">
                  <a:extLst>
                    <a:ext uri="{FF2B5EF4-FFF2-40B4-BE49-F238E27FC236}">
                      <a16:creationId xmlns:a16="http://schemas.microsoft.com/office/drawing/2014/main" id="{B4DE38A9-14EC-4204-5A2A-DD32A976951E}"/>
                    </a:ext>
                  </a:extLst>
                </p:cNvPr>
                <p:cNvSpPr/>
                <p:nvPr/>
              </p:nvSpPr>
              <p:spPr>
                <a:xfrm>
                  <a:off x="3857879" y="1971571"/>
                  <a:ext cx="57882" cy="172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2" h="135" extrusionOk="0">
                      <a:moveTo>
                        <a:pt x="0" y="0"/>
                      </a:moveTo>
                      <a:lnTo>
                        <a:pt x="13" y="108"/>
                      </a:lnTo>
                      <a:lnTo>
                        <a:pt x="95" y="108"/>
                      </a:lnTo>
                      <a:cubicBezTo>
                        <a:pt x="206" y="108"/>
                        <a:pt x="327" y="121"/>
                        <a:pt x="435" y="134"/>
                      </a:cubicBezTo>
                      <a:lnTo>
                        <a:pt x="451" y="26"/>
                      </a:lnTo>
                      <a:cubicBezTo>
                        <a:pt x="340" y="13"/>
                        <a:pt x="219" y="0"/>
                        <a:pt x="95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22" name="Google Shape;2122;p28">
                  <a:extLst>
                    <a:ext uri="{FF2B5EF4-FFF2-40B4-BE49-F238E27FC236}">
                      <a16:creationId xmlns:a16="http://schemas.microsoft.com/office/drawing/2014/main" id="{8DECFD90-F434-4B16-C648-DAB3FE27F97B}"/>
                    </a:ext>
                  </a:extLst>
                </p:cNvPr>
                <p:cNvSpPr/>
                <p:nvPr/>
              </p:nvSpPr>
              <p:spPr>
                <a:xfrm>
                  <a:off x="4161244" y="2245228"/>
                  <a:ext cx="16135" cy="574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" h="449" extrusionOk="0">
                      <a:moveTo>
                        <a:pt x="109" y="1"/>
                      </a:moveTo>
                      <a:lnTo>
                        <a:pt x="1" y="14"/>
                      </a:lnTo>
                      <a:lnTo>
                        <a:pt x="1" y="259"/>
                      </a:lnTo>
                      <a:lnTo>
                        <a:pt x="1" y="449"/>
                      </a:lnTo>
                      <a:lnTo>
                        <a:pt x="125" y="449"/>
                      </a:lnTo>
                      <a:lnTo>
                        <a:pt x="125" y="259"/>
                      </a:lnTo>
                      <a:cubicBezTo>
                        <a:pt x="125" y="164"/>
                        <a:pt x="109" y="83"/>
                        <a:pt x="109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23" name="Google Shape;2123;p28">
                  <a:extLst>
                    <a:ext uri="{FF2B5EF4-FFF2-40B4-BE49-F238E27FC236}">
                      <a16:creationId xmlns:a16="http://schemas.microsoft.com/office/drawing/2014/main" id="{960FB819-8772-46C5-A31C-60003B0A316A}"/>
                    </a:ext>
                  </a:extLst>
                </p:cNvPr>
                <p:cNvSpPr/>
                <p:nvPr/>
              </p:nvSpPr>
              <p:spPr>
                <a:xfrm>
                  <a:off x="4129870" y="2135227"/>
                  <a:ext cx="33167" cy="578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9" h="452" extrusionOk="0">
                      <a:moveTo>
                        <a:pt x="96" y="0"/>
                      </a:moveTo>
                      <a:lnTo>
                        <a:pt x="1" y="56"/>
                      </a:lnTo>
                      <a:cubicBezTo>
                        <a:pt x="56" y="177"/>
                        <a:pt x="109" y="314"/>
                        <a:pt x="151" y="451"/>
                      </a:cubicBezTo>
                      <a:lnTo>
                        <a:pt x="259" y="422"/>
                      </a:lnTo>
                      <a:cubicBezTo>
                        <a:pt x="220" y="275"/>
                        <a:pt x="164" y="138"/>
                        <a:pt x="96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24" name="Google Shape;2124;p28">
                  <a:extLst>
                    <a:ext uri="{FF2B5EF4-FFF2-40B4-BE49-F238E27FC236}">
                      <a16:creationId xmlns:a16="http://schemas.microsoft.com/office/drawing/2014/main" id="{ED16C501-0A7C-80C6-CA82-4D525C8E51C8}"/>
                    </a:ext>
                  </a:extLst>
                </p:cNvPr>
                <p:cNvSpPr/>
                <p:nvPr/>
              </p:nvSpPr>
              <p:spPr>
                <a:xfrm>
                  <a:off x="4062129" y="2046484"/>
                  <a:ext cx="48662" cy="507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0" h="396" extrusionOk="0">
                      <a:moveTo>
                        <a:pt x="66" y="0"/>
                      </a:moveTo>
                      <a:lnTo>
                        <a:pt x="0" y="82"/>
                      </a:lnTo>
                      <a:cubicBezTo>
                        <a:pt x="108" y="177"/>
                        <a:pt x="203" y="285"/>
                        <a:pt x="285" y="396"/>
                      </a:cubicBezTo>
                      <a:lnTo>
                        <a:pt x="379" y="327"/>
                      </a:lnTo>
                      <a:cubicBezTo>
                        <a:pt x="285" y="203"/>
                        <a:pt x="177" y="95"/>
                        <a:pt x="66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25" name="Google Shape;2125;p28">
                  <a:extLst>
                    <a:ext uri="{FF2B5EF4-FFF2-40B4-BE49-F238E27FC236}">
                      <a16:creationId xmlns:a16="http://schemas.microsoft.com/office/drawing/2014/main" id="{4E06D2F1-6A94-D92E-D0AC-E10313AB2F71}"/>
                    </a:ext>
                  </a:extLst>
                </p:cNvPr>
                <p:cNvSpPr/>
                <p:nvPr/>
              </p:nvSpPr>
              <p:spPr>
                <a:xfrm>
                  <a:off x="3965830" y="1988731"/>
                  <a:ext cx="57882" cy="368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2" h="288" extrusionOk="0">
                      <a:moveTo>
                        <a:pt x="43" y="0"/>
                      </a:moveTo>
                      <a:lnTo>
                        <a:pt x="0" y="95"/>
                      </a:lnTo>
                      <a:cubicBezTo>
                        <a:pt x="138" y="151"/>
                        <a:pt x="275" y="206"/>
                        <a:pt x="396" y="288"/>
                      </a:cubicBezTo>
                      <a:lnTo>
                        <a:pt x="452" y="193"/>
                      </a:lnTo>
                      <a:cubicBezTo>
                        <a:pt x="327" y="111"/>
                        <a:pt x="193" y="56"/>
                        <a:pt x="43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26" name="Google Shape;2126;p28">
                  <a:extLst>
                    <a:ext uri="{FF2B5EF4-FFF2-40B4-BE49-F238E27FC236}">
                      <a16:creationId xmlns:a16="http://schemas.microsoft.com/office/drawing/2014/main" id="{8C9B7420-874E-4EF4-53BB-FB337E90E46E}"/>
                    </a:ext>
                  </a:extLst>
                </p:cNvPr>
                <p:cNvSpPr/>
                <p:nvPr/>
              </p:nvSpPr>
              <p:spPr>
                <a:xfrm>
                  <a:off x="4161244" y="3260329"/>
                  <a:ext cx="16135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" h="436" extrusionOk="0">
                      <a:moveTo>
                        <a:pt x="1" y="0"/>
                      </a:moveTo>
                      <a:lnTo>
                        <a:pt x="1" y="435"/>
                      </a:lnTo>
                      <a:lnTo>
                        <a:pt x="125" y="435"/>
                      </a:lnTo>
                      <a:lnTo>
                        <a:pt x="125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27" name="Google Shape;2127;p28">
                  <a:extLst>
                    <a:ext uri="{FF2B5EF4-FFF2-40B4-BE49-F238E27FC236}">
                      <a16:creationId xmlns:a16="http://schemas.microsoft.com/office/drawing/2014/main" id="{342B2E3D-96DE-B79C-53C7-0D33896EE090}"/>
                    </a:ext>
                  </a:extLst>
                </p:cNvPr>
                <p:cNvSpPr/>
                <p:nvPr/>
              </p:nvSpPr>
              <p:spPr>
                <a:xfrm>
                  <a:off x="4161244" y="3035079"/>
                  <a:ext cx="16135" cy="562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" h="439" extrusionOk="0">
                      <a:moveTo>
                        <a:pt x="1" y="1"/>
                      </a:moveTo>
                      <a:lnTo>
                        <a:pt x="1" y="439"/>
                      </a:lnTo>
                      <a:lnTo>
                        <a:pt x="125" y="439"/>
                      </a:lnTo>
                      <a:lnTo>
                        <a:pt x="125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28" name="Google Shape;2128;p28">
                  <a:extLst>
                    <a:ext uri="{FF2B5EF4-FFF2-40B4-BE49-F238E27FC236}">
                      <a16:creationId xmlns:a16="http://schemas.microsoft.com/office/drawing/2014/main" id="{2220A67F-D9F0-9D47-DD4C-495D0AB3CA82}"/>
                    </a:ext>
                  </a:extLst>
                </p:cNvPr>
                <p:cNvSpPr/>
                <p:nvPr/>
              </p:nvSpPr>
              <p:spPr>
                <a:xfrm>
                  <a:off x="4161244" y="2810340"/>
                  <a:ext cx="16135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" h="436" extrusionOk="0">
                      <a:moveTo>
                        <a:pt x="1" y="1"/>
                      </a:moveTo>
                      <a:lnTo>
                        <a:pt x="1" y="435"/>
                      </a:lnTo>
                      <a:lnTo>
                        <a:pt x="125" y="435"/>
                      </a:lnTo>
                      <a:lnTo>
                        <a:pt x="125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29" name="Google Shape;2129;p28">
                  <a:extLst>
                    <a:ext uri="{FF2B5EF4-FFF2-40B4-BE49-F238E27FC236}">
                      <a16:creationId xmlns:a16="http://schemas.microsoft.com/office/drawing/2014/main" id="{AAAB178F-2CA2-22D2-4005-9B4C7C52573A}"/>
                    </a:ext>
                  </a:extLst>
                </p:cNvPr>
                <p:cNvSpPr/>
                <p:nvPr/>
              </p:nvSpPr>
              <p:spPr>
                <a:xfrm>
                  <a:off x="4161244" y="3146872"/>
                  <a:ext cx="16135" cy="574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" h="449" extrusionOk="0">
                      <a:moveTo>
                        <a:pt x="1" y="1"/>
                      </a:moveTo>
                      <a:lnTo>
                        <a:pt x="1" y="448"/>
                      </a:lnTo>
                      <a:lnTo>
                        <a:pt x="125" y="448"/>
                      </a:lnTo>
                      <a:lnTo>
                        <a:pt x="125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30" name="Google Shape;2130;p28">
                  <a:extLst>
                    <a:ext uri="{FF2B5EF4-FFF2-40B4-BE49-F238E27FC236}">
                      <a16:creationId xmlns:a16="http://schemas.microsoft.com/office/drawing/2014/main" id="{17F546DC-0222-DF73-0C7D-F9A24F0E0DF9}"/>
                    </a:ext>
                  </a:extLst>
                </p:cNvPr>
                <p:cNvSpPr/>
                <p:nvPr/>
              </p:nvSpPr>
              <p:spPr>
                <a:xfrm>
                  <a:off x="4761060" y="1231918"/>
                  <a:ext cx="14342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36" extrusionOk="0">
                      <a:moveTo>
                        <a:pt x="1" y="0"/>
                      </a:moveTo>
                      <a:lnTo>
                        <a:pt x="1" y="435"/>
                      </a:lnTo>
                      <a:lnTo>
                        <a:pt x="112" y="435"/>
                      </a:lnTo>
                      <a:lnTo>
                        <a:pt x="112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31" name="Google Shape;2131;p28">
                  <a:extLst>
                    <a:ext uri="{FF2B5EF4-FFF2-40B4-BE49-F238E27FC236}">
                      <a16:creationId xmlns:a16="http://schemas.microsoft.com/office/drawing/2014/main" id="{BACE3859-8567-9E3A-F0CB-6834E87C262E}"/>
                    </a:ext>
                  </a:extLst>
                </p:cNvPr>
                <p:cNvSpPr/>
                <p:nvPr/>
              </p:nvSpPr>
              <p:spPr>
                <a:xfrm>
                  <a:off x="4761060" y="1343711"/>
                  <a:ext cx="14342" cy="574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49" extrusionOk="0">
                      <a:moveTo>
                        <a:pt x="1" y="0"/>
                      </a:moveTo>
                      <a:lnTo>
                        <a:pt x="1" y="448"/>
                      </a:lnTo>
                      <a:lnTo>
                        <a:pt x="112" y="448"/>
                      </a:lnTo>
                      <a:lnTo>
                        <a:pt x="112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32" name="Google Shape;2132;p28">
                  <a:extLst>
                    <a:ext uri="{FF2B5EF4-FFF2-40B4-BE49-F238E27FC236}">
                      <a16:creationId xmlns:a16="http://schemas.microsoft.com/office/drawing/2014/main" id="{FCEEF388-0473-F034-D089-564C093274E1}"/>
                    </a:ext>
                  </a:extLst>
                </p:cNvPr>
                <p:cNvSpPr/>
                <p:nvPr/>
              </p:nvSpPr>
              <p:spPr>
                <a:xfrm>
                  <a:off x="4761060" y="1003338"/>
                  <a:ext cx="14342" cy="595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65" extrusionOk="0">
                      <a:moveTo>
                        <a:pt x="1" y="1"/>
                      </a:moveTo>
                      <a:lnTo>
                        <a:pt x="1" y="27"/>
                      </a:lnTo>
                      <a:lnTo>
                        <a:pt x="1" y="436"/>
                      </a:lnTo>
                      <a:lnTo>
                        <a:pt x="1" y="465"/>
                      </a:lnTo>
                      <a:lnTo>
                        <a:pt x="112" y="465"/>
                      </a:lnTo>
                      <a:lnTo>
                        <a:pt x="112" y="436"/>
                      </a:lnTo>
                      <a:lnTo>
                        <a:pt x="112" y="27"/>
                      </a:lnTo>
                      <a:lnTo>
                        <a:pt x="112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33" name="Google Shape;2133;p28">
                  <a:extLst>
                    <a:ext uri="{FF2B5EF4-FFF2-40B4-BE49-F238E27FC236}">
                      <a16:creationId xmlns:a16="http://schemas.microsoft.com/office/drawing/2014/main" id="{E933C67E-89E0-4AC5-C3DD-66909E4F51F0}"/>
                    </a:ext>
                  </a:extLst>
                </p:cNvPr>
                <p:cNvSpPr/>
                <p:nvPr/>
              </p:nvSpPr>
              <p:spPr>
                <a:xfrm>
                  <a:off x="4761060" y="1118460"/>
                  <a:ext cx="14342" cy="578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52" extrusionOk="0">
                      <a:moveTo>
                        <a:pt x="1" y="1"/>
                      </a:moveTo>
                      <a:lnTo>
                        <a:pt x="1" y="452"/>
                      </a:lnTo>
                      <a:lnTo>
                        <a:pt x="112" y="452"/>
                      </a:lnTo>
                      <a:lnTo>
                        <a:pt x="112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34" name="Google Shape;2134;p28">
                  <a:extLst>
                    <a:ext uri="{FF2B5EF4-FFF2-40B4-BE49-F238E27FC236}">
                      <a16:creationId xmlns:a16="http://schemas.microsoft.com/office/drawing/2014/main" id="{E22D0B6C-88FB-9C1D-8506-EE06184DBB5F}"/>
                    </a:ext>
                  </a:extLst>
                </p:cNvPr>
                <p:cNvSpPr/>
                <p:nvPr/>
              </p:nvSpPr>
              <p:spPr>
                <a:xfrm>
                  <a:off x="4761060" y="2020105"/>
                  <a:ext cx="14342" cy="562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39" extrusionOk="0">
                      <a:moveTo>
                        <a:pt x="1" y="0"/>
                      </a:moveTo>
                      <a:lnTo>
                        <a:pt x="1" y="438"/>
                      </a:lnTo>
                      <a:lnTo>
                        <a:pt x="112" y="438"/>
                      </a:lnTo>
                      <a:lnTo>
                        <a:pt x="112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35" name="Google Shape;2135;p28">
                  <a:extLst>
                    <a:ext uri="{FF2B5EF4-FFF2-40B4-BE49-F238E27FC236}">
                      <a16:creationId xmlns:a16="http://schemas.microsoft.com/office/drawing/2014/main" id="{8194CE72-E18D-D703-61B1-377986BF9EE1}"/>
                    </a:ext>
                  </a:extLst>
                </p:cNvPr>
                <p:cNvSpPr/>
                <p:nvPr/>
              </p:nvSpPr>
              <p:spPr>
                <a:xfrm>
                  <a:off x="4761060" y="2131898"/>
                  <a:ext cx="14342" cy="573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48" extrusionOk="0">
                      <a:moveTo>
                        <a:pt x="1" y="0"/>
                      </a:moveTo>
                      <a:lnTo>
                        <a:pt x="1" y="448"/>
                      </a:lnTo>
                      <a:lnTo>
                        <a:pt x="112" y="448"/>
                      </a:lnTo>
                      <a:lnTo>
                        <a:pt x="112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36" name="Google Shape;2136;p28">
                  <a:extLst>
                    <a:ext uri="{FF2B5EF4-FFF2-40B4-BE49-F238E27FC236}">
                      <a16:creationId xmlns:a16="http://schemas.microsoft.com/office/drawing/2014/main" id="{01723205-F067-9B62-53C6-1C833591E16E}"/>
                    </a:ext>
                  </a:extLst>
                </p:cNvPr>
                <p:cNvSpPr/>
                <p:nvPr/>
              </p:nvSpPr>
              <p:spPr>
                <a:xfrm>
                  <a:off x="4761060" y="1456657"/>
                  <a:ext cx="14342" cy="562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39" extrusionOk="0">
                      <a:moveTo>
                        <a:pt x="1" y="1"/>
                      </a:moveTo>
                      <a:lnTo>
                        <a:pt x="1" y="439"/>
                      </a:lnTo>
                      <a:lnTo>
                        <a:pt x="112" y="439"/>
                      </a:lnTo>
                      <a:lnTo>
                        <a:pt x="112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37" name="Google Shape;2137;p28">
                  <a:extLst>
                    <a:ext uri="{FF2B5EF4-FFF2-40B4-BE49-F238E27FC236}">
                      <a16:creationId xmlns:a16="http://schemas.microsoft.com/office/drawing/2014/main" id="{AD27DFEA-4A61-4978-02E5-86EB191DD214}"/>
                    </a:ext>
                  </a:extLst>
                </p:cNvPr>
                <p:cNvSpPr/>
                <p:nvPr/>
              </p:nvSpPr>
              <p:spPr>
                <a:xfrm>
                  <a:off x="4761060" y="2245228"/>
                  <a:ext cx="14342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36" extrusionOk="0">
                      <a:moveTo>
                        <a:pt x="1" y="1"/>
                      </a:moveTo>
                      <a:lnTo>
                        <a:pt x="1" y="436"/>
                      </a:lnTo>
                      <a:lnTo>
                        <a:pt x="112" y="436"/>
                      </a:lnTo>
                      <a:lnTo>
                        <a:pt x="112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38" name="Google Shape;2138;p28">
                  <a:extLst>
                    <a:ext uri="{FF2B5EF4-FFF2-40B4-BE49-F238E27FC236}">
                      <a16:creationId xmlns:a16="http://schemas.microsoft.com/office/drawing/2014/main" id="{C0A42A04-99A7-50A6-405A-4ECAE12AFC28}"/>
                    </a:ext>
                  </a:extLst>
                </p:cNvPr>
                <p:cNvSpPr/>
                <p:nvPr/>
              </p:nvSpPr>
              <p:spPr>
                <a:xfrm>
                  <a:off x="4761060" y="1570115"/>
                  <a:ext cx="14342" cy="562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39" extrusionOk="0">
                      <a:moveTo>
                        <a:pt x="1" y="1"/>
                      </a:moveTo>
                      <a:lnTo>
                        <a:pt x="1" y="439"/>
                      </a:lnTo>
                      <a:lnTo>
                        <a:pt x="112" y="439"/>
                      </a:lnTo>
                      <a:lnTo>
                        <a:pt x="112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39" name="Google Shape;2139;p28">
                  <a:extLst>
                    <a:ext uri="{FF2B5EF4-FFF2-40B4-BE49-F238E27FC236}">
                      <a16:creationId xmlns:a16="http://schemas.microsoft.com/office/drawing/2014/main" id="{18A1634F-5342-3AEC-0FAE-1C465DA75312}"/>
                    </a:ext>
                  </a:extLst>
                </p:cNvPr>
                <p:cNvSpPr/>
                <p:nvPr/>
              </p:nvSpPr>
              <p:spPr>
                <a:xfrm>
                  <a:off x="4761060" y="1681908"/>
                  <a:ext cx="14342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36" extrusionOk="0">
                      <a:moveTo>
                        <a:pt x="1" y="0"/>
                      </a:moveTo>
                      <a:lnTo>
                        <a:pt x="1" y="435"/>
                      </a:lnTo>
                      <a:lnTo>
                        <a:pt x="112" y="435"/>
                      </a:lnTo>
                      <a:lnTo>
                        <a:pt x="112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40" name="Google Shape;2140;p28">
                  <a:extLst>
                    <a:ext uri="{FF2B5EF4-FFF2-40B4-BE49-F238E27FC236}">
                      <a16:creationId xmlns:a16="http://schemas.microsoft.com/office/drawing/2014/main" id="{F107D97B-6F30-269B-9BD3-ECAEA91DE547}"/>
                    </a:ext>
                  </a:extLst>
                </p:cNvPr>
                <p:cNvSpPr/>
                <p:nvPr/>
              </p:nvSpPr>
              <p:spPr>
                <a:xfrm>
                  <a:off x="4761060" y="1906647"/>
                  <a:ext cx="14342" cy="578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52" extrusionOk="0">
                      <a:moveTo>
                        <a:pt x="1" y="1"/>
                      </a:moveTo>
                      <a:lnTo>
                        <a:pt x="1" y="452"/>
                      </a:lnTo>
                      <a:lnTo>
                        <a:pt x="112" y="452"/>
                      </a:lnTo>
                      <a:lnTo>
                        <a:pt x="112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41" name="Google Shape;2141;p28">
                  <a:extLst>
                    <a:ext uri="{FF2B5EF4-FFF2-40B4-BE49-F238E27FC236}">
                      <a16:creationId xmlns:a16="http://schemas.microsoft.com/office/drawing/2014/main" id="{FB361526-77AE-8BAC-C95F-ECC5DBCFB729}"/>
                    </a:ext>
                  </a:extLst>
                </p:cNvPr>
                <p:cNvSpPr/>
                <p:nvPr/>
              </p:nvSpPr>
              <p:spPr>
                <a:xfrm>
                  <a:off x="4761060" y="1795366"/>
                  <a:ext cx="14342" cy="557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35" extrusionOk="0">
                      <a:moveTo>
                        <a:pt x="1" y="0"/>
                      </a:moveTo>
                      <a:lnTo>
                        <a:pt x="1" y="435"/>
                      </a:lnTo>
                      <a:lnTo>
                        <a:pt x="112" y="435"/>
                      </a:lnTo>
                      <a:lnTo>
                        <a:pt x="112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42" name="Google Shape;2142;p28">
                  <a:extLst>
                    <a:ext uri="{FF2B5EF4-FFF2-40B4-BE49-F238E27FC236}">
                      <a16:creationId xmlns:a16="http://schemas.microsoft.com/office/drawing/2014/main" id="{677A899F-6E93-F3B4-78A0-C7B2530D22E6}"/>
                    </a:ext>
                  </a:extLst>
                </p:cNvPr>
                <p:cNvSpPr/>
                <p:nvPr/>
              </p:nvSpPr>
              <p:spPr>
                <a:xfrm>
                  <a:off x="4761060" y="328609"/>
                  <a:ext cx="14342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36" extrusionOk="0">
                      <a:moveTo>
                        <a:pt x="1" y="1"/>
                      </a:moveTo>
                      <a:lnTo>
                        <a:pt x="1" y="435"/>
                      </a:lnTo>
                      <a:lnTo>
                        <a:pt x="112" y="435"/>
                      </a:lnTo>
                      <a:lnTo>
                        <a:pt x="112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43" name="Google Shape;2143;p28">
                  <a:extLst>
                    <a:ext uri="{FF2B5EF4-FFF2-40B4-BE49-F238E27FC236}">
                      <a16:creationId xmlns:a16="http://schemas.microsoft.com/office/drawing/2014/main" id="{6FE73B4D-77EC-4D68-A070-8D0A4B297054}"/>
                    </a:ext>
                  </a:extLst>
                </p:cNvPr>
                <p:cNvSpPr/>
                <p:nvPr/>
              </p:nvSpPr>
              <p:spPr>
                <a:xfrm>
                  <a:off x="4761060" y="440018"/>
                  <a:ext cx="14342" cy="562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39" extrusionOk="0">
                      <a:moveTo>
                        <a:pt x="1" y="0"/>
                      </a:moveTo>
                      <a:lnTo>
                        <a:pt x="1" y="438"/>
                      </a:lnTo>
                      <a:lnTo>
                        <a:pt x="112" y="438"/>
                      </a:lnTo>
                      <a:lnTo>
                        <a:pt x="112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44" name="Google Shape;2144;p28">
                  <a:extLst>
                    <a:ext uri="{FF2B5EF4-FFF2-40B4-BE49-F238E27FC236}">
                      <a16:creationId xmlns:a16="http://schemas.microsoft.com/office/drawing/2014/main" id="{1329BF52-EB75-408D-15FD-1642C3EAE12C}"/>
                    </a:ext>
                  </a:extLst>
                </p:cNvPr>
                <p:cNvSpPr/>
                <p:nvPr/>
              </p:nvSpPr>
              <p:spPr>
                <a:xfrm>
                  <a:off x="4761060" y="101822"/>
                  <a:ext cx="14342" cy="573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48" extrusionOk="0">
                      <a:moveTo>
                        <a:pt x="1" y="0"/>
                      </a:moveTo>
                      <a:lnTo>
                        <a:pt x="1" y="448"/>
                      </a:lnTo>
                      <a:lnTo>
                        <a:pt x="112" y="448"/>
                      </a:lnTo>
                      <a:lnTo>
                        <a:pt x="112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45" name="Google Shape;2145;p28">
                  <a:extLst>
                    <a:ext uri="{FF2B5EF4-FFF2-40B4-BE49-F238E27FC236}">
                      <a16:creationId xmlns:a16="http://schemas.microsoft.com/office/drawing/2014/main" id="{699FC802-7829-5662-57D5-B4DBEF716468}"/>
                    </a:ext>
                  </a:extLst>
                </p:cNvPr>
                <p:cNvSpPr/>
                <p:nvPr/>
              </p:nvSpPr>
              <p:spPr>
                <a:xfrm>
                  <a:off x="4761060" y="215152"/>
                  <a:ext cx="14342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36" extrusionOk="0">
                      <a:moveTo>
                        <a:pt x="1" y="1"/>
                      </a:moveTo>
                      <a:lnTo>
                        <a:pt x="1" y="436"/>
                      </a:lnTo>
                      <a:lnTo>
                        <a:pt x="112" y="436"/>
                      </a:lnTo>
                      <a:lnTo>
                        <a:pt x="112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46" name="Google Shape;2146;p28">
                  <a:extLst>
                    <a:ext uri="{FF2B5EF4-FFF2-40B4-BE49-F238E27FC236}">
                      <a16:creationId xmlns:a16="http://schemas.microsoft.com/office/drawing/2014/main" id="{E71A583A-AD81-C1AF-EFA0-50DCC57C4B18}"/>
                    </a:ext>
                  </a:extLst>
                </p:cNvPr>
                <p:cNvSpPr/>
                <p:nvPr/>
              </p:nvSpPr>
              <p:spPr>
                <a:xfrm>
                  <a:off x="4761060" y="553476"/>
                  <a:ext cx="14342" cy="557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35" extrusionOk="0">
                      <a:moveTo>
                        <a:pt x="1" y="0"/>
                      </a:moveTo>
                      <a:lnTo>
                        <a:pt x="1" y="435"/>
                      </a:lnTo>
                      <a:lnTo>
                        <a:pt x="112" y="435"/>
                      </a:lnTo>
                      <a:lnTo>
                        <a:pt x="112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47" name="Google Shape;2147;p28">
                  <a:extLst>
                    <a:ext uri="{FF2B5EF4-FFF2-40B4-BE49-F238E27FC236}">
                      <a16:creationId xmlns:a16="http://schemas.microsoft.com/office/drawing/2014/main" id="{575DAA62-0C98-47EE-DE0C-303DE96AE6F9}"/>
                    </a:ext>
                  </a:extLst>
                </p:cNvPr>
                <p:cNvSpPr/>
                <p:nvPr/>
              </p:nvSpPr>
              <p:spPr>
                <a:xfrm>
                  <a:off x="4761060" y="665141"/>
                  <a:ext cx="14342" cy="574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49" extrusionOk="0">
                      <a:moveTo>
                        <a:pt x="1" y="1"/>
                      </a:moveTo>
                      <a:lnTo>
                        <a:pt x="1" y="449"/>
                      </a:lnTo>
                      <a:lnTo>
                        <a:pt x="112" y="449"/>
                      </a:lnTo>
                      <a:lnTo>
                        <a:pt x="112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48" name="Google Shape;2148;p28">
                  <a:extLst>
                    <a:ext uri="{FF2B5EF4-FFF2-40B4-BE49-F238E27FC236}">
                      <a16:creationId xmlns:a16="http://schemas.microsoft.com/office/drawing/2014/main" id="{2041532C-0255-FAEC-989B-8AAC83BB6396}"/>
                    </a:ext>
                  </a:extLst>
                </p:cNvPr>
                <p:cNvSpPr/>
                <p:nvPr/>
              </p:nvSpPr>
              <p:spPr>
                <a:xfrm>
                  <a:off x="4761060" y="778599"/>
                  <a:ext cx="14342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36" extrusionOk="0">
                      <a:moveTo>
                        <a:pt x="1" y="1"/>
                      </a:moveTo>
                      <a:lnTo>
                        <a:pt x="1" y="435"/>
                      </a:lnTo>
                      <a:lnTo>
                        <a:pt x="112" y="435"/>
                      </a:lnTo>
                      <a:lnTo>
                        <a:pt x="112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49" name="Google Shape;2149;p28">
                  <a:extLst>
                    <a:ext uri="{FF2B5EF4-FFF2-40B4-BE49-F238E27FC236}">
                      <a16:creationId xmlns:a16="http://schemas.microsoft.com/office/drawing/2014/main" id="{CD5FEAED-01B5-2526-E881-BE14151F3104}"/>
                    </a:ext>
                  </a:extLst>
                </p:cNvPr>
                <p:cNvSpPr/>
                <p:nvPr/>
              </p:nvSpPr>
              <p:spPr>
                <a:xfrm>
                  <a:off x="4761060" y="889880"/>
                  <a:ext cx="14342" cy="580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53" extrusionOk="0">
                      <a:moveTo>
                        <a:pt x="1" y="1"/>
                      </a:moveTo>
                      <a:lnTo>
                        <a:pt x="1" y="452"/>
                      </a:lnTo>
                      <a:lnTo>
                        <a:pt x="112" y="452"/>
                      </a:lnTo>
                      <a:lnTo>
                        <a:pt x="112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50" name="Google Shape;2150;p28">
                  <a:extLst>
                    <a:ext uri="{FF2B5EF4-FFF2-40B4-BE49-F238E27FC236}">
                      <a16:creationId xmlns:a16="http://schemas.microsoft.com/office/drawing/2014/main" id="{94218B97-BE8C-FBBF-9012-DA9CF8701A70}"/>
                    </a:ext>
                  </a:extLst>
                </p:cNvPr>
                <p:cNvSpPr/>
                <p:nvPr/>
              </p:nvSpPr>
              <p:spPr>
                <a:xfrm>
                  <a:off x="4761060" y="2921749"/>
                  <a:ext cx="14342" cy="562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39" extrusionOk="0">
                      <a:moveTo>
                        <a:pt x="1" y="0"/>
                      </a:moveTo>
                      <a:lnTo>
                        <a:pt x="1" y="438"/>
                      </a:lnTo>
                      <a:lnTo>
                        <a:pt x="112" y="438"/>
                      </a:lnTo>
                      <a:lnTo>
                        <a:pt x="112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51" name="Google Shape;2151;p28">
                  <a:extLst>
                    <a:ext uri="{FF2B5EF4-FFF2-40B4-BE49-F238E27FC236}">
                      <a16:creationId xmlns:a16="http://schemas.microsoft.com/office/drawing/2014/main" id="{83BE3734-40E3-4B22-C3E1-0942A93506FB}"/>
                    </a:ext>
                  </a:extLst>
                </p:cNvPr>
                <p:cNvSpPr/>
                <p:nvPr/>
              </p:nvSpPr>
              <p:spPr>
                <a:xfrm>
                  <a:off x="4761060" y="2358685"/>
                  <a:ext cx="14342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36" extrusionOk="0">
                      <a:moveTo>
                        <a:pt x="1" y="1"/>
                      </a:moveTo>
                      <a:lnTo>
                        <a:pt x="1" y="435"/>
                      </a:lnTo>
                      <a:lnTo>
                        <a:pt x="112" y="435"/>
                      </a:lnTo>
                      <a:lnTo>
                        <a:pt x="112" y="148"/>
                      </a:lnTo>
                      <a:lnTo>
                        <a:pt x="112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52" name="Google Shape;2152;p28">
                  <a:extLst>
                    <a:ext uri="{FF2B5EF4-FFF2-40B4-BE49-F238E27FC236}">
                      <a16:creationId xmlns:a16="http://schemas.microsoft.com/office/drawing/2014/main" id="{667303BB-2482-09A0-846E-A716F294472C}"/>
                    </a:ext>
                  </a:extLst>
                </p:cNvPr>
                <p:cNvSpPr/>
                <p:nvPr/>
              </p:nvSpPr>
              <p:spPr>
                <a:xfrm>
                  <a:off x="4761060" y="2470094"/>
                  <a:ext cx="14342" cy="578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52" extrusionOk="0">
                      <a:moveTo>
                        <a:pt x="1" y="0"/>
                      </a:moveTo>
                      <a:lnTo>
                        <a:pt x="1" y="451"/>
                      </a:lnTo>
                      <a:lnTo>
                        <a:pt x="112" y="451"/>
                      </a:lnTo>
                      <a:lnTo>
                        <a:pt x="112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53" name="Google Shape;2153;p28">
                  <a:extLst>
                    <a:ext uri="{FF2B5EF4-FFF2-40B4-BE49-F238E27FC236}">
                      <a16:creationId xmlns:a16="http://schemas.microsoft.com/office/drawing/2014/main" id="{CAE570B9-7D5B-BA0B-4F78-DA310C930CEB}"/>
                    </a:ext>
                  </a:extLst>
                </p:cNvPr>
                <p:cNvSpPr/>
                <p:nvPr/>
              </p:nvSpPr>
              <p:spPr>
                <a:xfrm>
                  <a:off x="4761060" y="2583424"/>
                  <a:ext cx="14342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36" extrusionOk="0">
                      <a:moveTo>
                        <a:pt x="1" y="1"/>
                      </a:moveTo>
                      <a:lnTo>
                        <a:pt x="1" y="436"/>
                      </a:lnTo>
                      <a:lnTo>
                        <a:pt x="112" y="436"/>
                      </a:lnTo>
                      <a:lnTo>
                        <a:pt x="112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54" name="Google Shape;2154;p28">
                  <a:extLst>
                    <a:ext uri="{FF2B5EF4-FFF2-40B4-BE49-F238E27FC236}">
                      <a16:creationId xmlns:a16="http://schemas.microsoft.com/office/drawing/2014/main" id="{A73BC587-DC2F-4D6D-775D-B3C776291C0C}"/>
                    </a:ext>
                  </a:extLst>
                </p:cNvPr>
                <p:cNvSpPr/>
                <p:nvPr/>
              </p:nvSpPr>
              <p:spPr>
                <a:xfrm>
                  <a:off x="4761060" y="3368281"/>
                  <a:ext cx="14342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36" extrusionOk="0">
                      <a:moveTo>
                        <a:pt x="1" y="1"/>
                      </a:moveTo>
                      <a:lnTo>
                        <a:pt x="1" y="422"/>
                      </a:lnTo>
                      <a:lnTo>
                        <a:pt x="1" y="435"/>
                      </a:lnTo>
                      <a:lnTo>
                        <a:pt x="112" y="435"/>
                      </a:lnTo>
                      <a:lnTo>
                        <a:pt x="112" y="422"/>
                      </a:lnTo>
                      <a:lnTo>
                        <a:pt x="112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55" name="Google Shape;2155;p28">
                  <a:extLst>
                    <a:ext uri="{FF2B5EF4-FFF2-40B4-BE49-F238E27FC236}">
                      <a16:creationId xmlns:a16="http://schemas.microsoft.com/office/drawing/2014/main" id="{FAA82AF9-F7AE-9D5A-15A0-E873A40736D3}"/>
                    </a:ext>
                  </a:extLst>
                </p:cNvPr>
                <p:cNvSpPr/>
                <p:nvPr/>
              </p:nvSpPr>
              <p:spPr>
                <a:xfrm>
                  <a:off x="4485739" y="3710319"/>
                  <a:ext cx="59547" cy="226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5" h="177" extrusionOk="0">
                      <a:moveTo>
                        <a:pt x="435" y="0"/>
                      </a:moveTo>
                      <a:cubicBezTo>
                        <a:pt x="288" y="26"/>
                        <a:pt x="150" y="52"/>
                        <a:pt x="0" y="69"/>
                      </a:cubicBezTo>
                      <a:lnTo>
                        <a:pt x="13" y="177"/>
                      </a:lnTo>
                      <a:cubicBezTo>
                        <a:pt x="163" y="164"/>
                        <a:pt x="314" y="134"/>
                        <a:pt x="464" y="108"/>
                      </a:cubicBezTo>
                      <a:lnTo>
                        <a:pt x="435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56" name="Google Shape;2156;p28">
                  <a:extLst>
                    <a:ext uri="{FF2B5EF4-FFF2-40B4-BE49-F238E27FC236}">
                      <a16:creationId xmlns:a16="http://schemas.microsoft.com/office/drawing/2014/main" id="{013FD917-FA49-B762-E18C-30B331E1DCF7}"/>
                    </a:ext>
                  </a:extLst>
                </p:cNvPr>
                <p:cNvSpPr/>
                <p:nvPr/>
              </p:nvSpPr>
              <p:spPr>
                <a:xfrm>
                  <a:off x="4761060" y="2696882"/>
                  <a:ext cx="14342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36" extrusionOk="0">
                      <a:moveTo>
                        <a:pt x="1" y="1"/>
                      </a:moveTo>
                      <a:lnTo>
                        <a:pt x="1" y="435"/>
                      </a:lnTo>
                      <a:lnTo>
                        <a:pt x="112" y="435"/>
                      </a:lnTo>
                      <a:lnTo>
                        <a:pt x="112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57" name="Google Shape;2157;p28">
                  <a:extLst>
                    <a:ext uri="{FF2B5EF4-FFF2-40B4-BE49-F238E27FC236}">
                      <a16:creationId xmlns:a16="http://schemas.microsoft.com/office/drawing/2014/main" id="{FB4C88BA-267D-7979-1FF6-D549A76E3378}"/>
                    </a:ext>
                  </a:extLst>
                </p:cNvPr>
                <p:cNvSpPr/>
                <p:nvPr/>
              </p:nvSpPr>
              <p:spPr>
                <a:xfrm>
                  <a:off x="4740187" y="3480074"/>
                  <a:ext cx="29837" cy="574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3" h="449" extrusionOk="0">
                      <a:moveTo>
                        <a:pt x="125" y="0"/>
                      </a:moveTo>
                      <a:cubicBezTo>
                        <a:pt x="98" y="134"/>
                        <a:pt x="56" y="272"/>
                        <a:pt x="0" y="409"/>
                      </a:cubicBezTo>
                      <a:lnTo>
                        <a:pt x="98" y="448"/>
                      </a:lnTo>
                      <a:cubicBezTo>
                        <a:pt x="151" y="314"/>
                        <a:pt x="206" y="164"/>
                        <a:pt x="232" y="13"/>
                      </a:cubicBezTo>
                      <a:lnTo>
                        <a:pt x="125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58" name="Google Shape;2158;p28">
                  <a:extLst>
                    <a:ext uri="{FF2B5EF4-FFF2-40B4-BE49-F238E27FC236}">
                      <a16:creationId xmlns:a16="http://schemas.microsoft.com/office/drawing/2014/main" id="{76871527-C85C-36F4-78FD-5220CBC5AB10}"/>
                    </a:ext>
                  </a:extLst>
                </p:cNvPr>
                <p:cNvSpPr/>
                <p:nvPr/>
              </p:nvSpPr>
              <p:spPr>
                <a:xfrm>
                  <a:off x="4592025" y="3662938"/>
                  <a:ext cx="56217" cy="420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9" h="328" extrusionOk="0">
                      <a:moveTo>
                        <a:pt x="370" y="1"/>
                      </a:moveTo>
                      <a:cubicBezTo>
                        <a:pt x="259" y="83"/>
                        <a:pt x="138" y="164"/>
                        <a:pt x="0" y="220"/>
                      </a:cubicBezTo>
                      <a:lnTo>
                        <a:pt x="56" y="328"/>
                      </a:lnTo>
                      <a:cubicBezTo>
                        <a:pt x="193" y="259"/>
                        <a:pt x="314" y="177"/>
                        <a:pt x="438" y="96"/>
                      </a:cubicBezTo>
                      <a:lnTo>
                        <a:pt x="370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59" name="Google Shape;2159;p28">
                  <a:extLst>
                    <a:ext uri="{FF2B5EF4-FFF2-40B4-BE49-F238E27FC236}">
                      <a16:creationId xmlns:a16="http://schemas.microsoft.com/office/drawing/2014/main" id="{698F7332-3899-8FC6-AEBD-25BFEB9C0196}"/>
                    </a:ext>
                  </a:extLst>
                </p:cNvPr>
                <p:cNvSpPr/>
                <p:nvPr/>
              </p:nvSpPr>
              <p:spPr>
                <a:xfrm>
                  <a:off x="4681153" y="3580982"/>
                  <a:ext cx="45332" cy="523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4" h="409" extrusionOk="0">
                      <a:moveTo>
                        <a:pt x="259" y="0"/>
                      </a:moveTo>
                      <a:cubicBezTo>
                        <a:pt x="190" y="124"/>
                        <a:pt x="95" y="232"/>
                        <a:pt x="1" y="343"/>
                      </a:cubicBezTo>
                      <a:lnTo>
                        <a:pt x="82" y="409"/>
                      </a:lnTo>
                      <a:cubicBezTo>
                        <a:pt x="177" y="301"/>
                        <a:pt x="272" y="180"/>
                        <a:pt x="354" y="56"/>
                      </a:cubicBezTo>
                      <a:lnTo>
                        <a:pt x="259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60" name="Google Shape;2160;p28">
                  <a:extLst>
                    <a:ext uri="{FF2B5EF4-FFF2-40B4-BE49-F238E27FC236}">
                      <a16:creationId xmlns:a16="http://schemas.microsoft.com/office/drawing/2014/main" id="{7BEC6D21-A386-ECCF-B035-6662714AF20B}"/>
                    </a:ext>
                  </a:extLst>
                </p:cNvPr>
                <p:cNvSpPr/>
                <p:nvPr/>
              </p:nvSpPr>
              <p:spPr>
                <a:xfrm>
                  <a:off x="4761060" y="3260329"/>
                  <a:ext cx="14342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36" extrusionOk="0">
                      <a:moveTo>
                        <a:pt x="1" y="0"/>
                      </a:moveTo>
                      <a:lnTo>
                        <a:pt x="1" y="435"/>
                      </a:lnTo>
                      <a:lnTo>
                        <a:pt x="112" y="435"/>
                      </a:lnTo>
                      <a:lnTo>
                        <a:pt x="112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61" name="Google Shape;2161;p28">
                  <a:extLst>
                    <a:ext uri="{FF2B5EF4-FFF2-40B4-BE49-F238E27FC236}">
                      <a16:creationId xmlns:a16="http://schemas.microsoft.com/office/drawing/2014/main" id="{CFFE0D70-204A-4BA5-A63D-43C2FE5FB017}"/>
                    </a:ext>
                  </a:extLst>
                </p:cNvPr>
                <p:cNvSpPr/>
                <p:nvPr/>
              </p:nvSpPr>
              <p:spPr>
                <a:xfrm>
                  <a:off x="4761060" y="3035079"/>
                  <a:ext cx="14342" cy="562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39" extrusionOk="0">
                      <a:moveTo>
                        <a:pt x="1" y="1"/>
                      </a:moveTo>
                      <a:lnTo>
                        <a:pt x="1" y="439"/>
                      </a:lnTo>
                      <a:lnTo>
                        <a:pt x="112" y="439"/>
                      </a:lnTo>
                      <a:lnTo>
                        <a:pt x="112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62" name="Google Shape;2162;p28">
                  <a:extLst>
                    <a:ext uri="{FF2B5EF4-FFF2-40B4-BE49-F238E27FC236}">
                      <a16:creationId xmlns:a16="http://schemas.microsoft.com/office/drawing/2014/main" id="{7F904390-6D67-88F7-48E7-66C816ED7136}"/>
                    </a:ext>
                  </a:extLst>
                </p:cNvPr>
                <p:cNvSpPr/>
                <p:nvPr/>
              </p:nvSpPr>
              <p:spPr>
                <a:xfrm>
                  <a:off x="4761060" y="2808675"/>
                  <a:ext cx="14342" cy="55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36" extrusionOk="0">
                      <a:moveTo>
                        <a:pt x="1" y="0"/>
                      </a:moveTo>
                      <a:lnTo>
                        <a:pt x="1" y="435"/>
                      </a:lnTo>
                      <a:lnTo>
                        <a:pt x="112" y="435"/>
                      </a:lnTo>
                      <a:lnTo>
                        <a:pt x="112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63" name="Google Shape;2163;p28">
                  <a:extLst>
                    <a:ext uri="{FF2B5EF4-FFF2-40B4-BE49-F238E27FC236}">
                      <a16:creationId xmlns:a16="http://schemas.microsoft.com/office/drawing/2014/main" id="{6C0A3DF2-BE1A-6E9E-4D87-053A9A142459}"/>
                    </a:ext>
                  </a:extLst>
                </p:cNvPr>
                <p:cNvSpPr/>
                <p:nvPr/>
              </p:nvSpPr>
              <p:spPr>
                <a:xfrm>
                  <a:off x="4761060" y="3146872"/>
                  <a:ext cx="14342" cy="574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" h="449" extrusionOk="0">
                      <a:moveTo>
                        <a:pt x="1" y="1"/>
                      </a:moveTo>
                      <a:lnTo>
                        <a:pt x="1" y="448"/>
                      </a:lnTo>
                      <a:lnTo>
                        <a:pt x="112" y="448"/>
                      </a:lnTo>
                      <a:lnTo>
                        <a:pt x="112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165" name="Google Shape;2165;p28">
            <a:extLst>
              <a:ext uri="{FF2B5EF4-FFF2-40B4-BE49-F238E27FC236}">
                <a16:creationId xmlns:a16="http://schemas.microsoft.com/office/drawing/2014/main" id="{2893BFA7-57EF-4AAF-686A-3C37D4CB4460}"/>
              </a:ext>
            </a:extLst>
          </p:cNvPr>
          <p:cNvGrpSpPr/>
          <p:nvPr/>
        </p:nvGrpSpPr>
        <p:grpSpPr>
          <a:xfrm rot="706112">
            <a:off x="5814837" y="1291729"/>
            <a:ext cx="1764001" cy="3301203"/>
            <a:chOff x="5120779" y="818439"/>
            <a:chExt cx="1836564" cy="3437000"/>
          </a:xfrm>
        </p:grpSpPr>
        <p:sp>
          <p:nvSpPr>
            <p:cNvPr id="2166" name="Google Shape;2166;p28">
              <a:extLst>
                <a:ext uri="{FF2B5EF4-FFF2-40B4-BE49-F238E27FC236}">
                  <a16:creationId xmlns:a16="http://schemas.microsoft.com/office/drawing/2014/main" id="{56B55BD9-D4D5-1755-35EB-856BA9446F15}"/>
                </a:ext>
              </a:extLst>
            </p:cNvPr>
            <p:cNvSpPr/>
            <p:nvPr/>
          </p:nvSpPr>
          <p:spPr>
            <a:xfrm>
              <a:off x="5120779" y="818439"/>
              <a:ext cx="1836564" cy="3437000"/>
            </a:xfrm>
            <a:custGeom>
              <a:avLst/>
              <a:gdLst/>
              <a:ahLst/>
              <a:cxnLst/>
              <a:rect l="l" t="t" r="r" b="b"/>
              <a:pathLst>
                <a:path w="37357" h="69911" extrusionOk="0">
                  <a:moveTo>
                    <a:pt x="3283" y="0"/>
                  </a:moveTo>
                  <a:cubicBezTo>
                    <a:pt x="1520" y="0"/>
                    <a:pt x="1" y="1520"/>
                    <a:pt x="1" y="3435"/>
                  </a:cubicBezTo>
                  <a:lnTo>
                    <a:pt x="1" y="66627"/>
                  </a:lnTo>
                  <a:cubicBezTo>
                    <a:pt x="1" y="68390"/>
                    <a:pt x="1520" y="69910"/>
                    <a:pt x="3283" y="69910"/>
                  </a:cubicBezTo>
                  <a:lnTo>
                    <a:pt x="34074" y="69910"/>
                  </a:lnTo>
                  <a:cubicBezTo>
                    <a:pt x="35837" y="69910"/>
                    <a:pt x="37357" y="68390"/>
                    <a:pt x="37357" y="66627"/>
                  </a:cubicBezTo>
                  <a:lnTo>
                    <a:pt x="37357" y="3435"/>
                  </a:lnTo>
                  <a:cubicBezTo>
                    <a:pt x="37357" y="1520"/>
                    <a:pt x="35837" y="0"/>
                    <a:pt x="340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7" name="Google Shape;2167;p28">
              <a:extLst>
                <a:ext uri="{FF2B5EF4-FFF2-40B4-BE49-F238E27FC236}">
                  <a16:creationId xmlns:a16="http://schemas.microsoft.com/office/drawing/2014/main" id="{DC2772A9-A248-CA60-3D02-F1F6AF8FB65B}"/>
                </a:ext>
              </a:extLst>
            </p:cNvPr>
            <p:cNvSpPr/>
            <p:nvPr/>
          </p:nvSpPr>
          <p:spPr>
            <a:xfrm>
              <a:off x="5819675" y="947325"/>
              <a:ext cx="438600" cy="72300"/>
            </a:xfrm>
            <a:prstGeom prst="roundRect">
              <a:avLst>
                <a:gd name="adj" fmla="val 16667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8" name="Google Shape;2168;p28">
              <a:extLst>
                <a:ext uri="{FF2B5EF4-FFF2-40B4-BE49-F238E27FC236}">
                  <a16:creationId xmlns:a16="http://schemas.microsoft.com/office/drawing/2014/main" id="{9631F0A1-33EE-1C7D-287F-59F302B0E9E0}"/>
                </a:ext>
              </a:extLst>
            </p:cNvPr>
            <p:cNvSpPr/>
            <p:nvPr/>
          </p:nvSpPr>
          <p:spPr>
            <a:xfrm>
              <a:off x="5878717" y="3947980"/>
              <a:ext cx="320700" cy="193800"/>
            </a:xfrm>
            <a:prstGeom prst="roundRect">
              <a:avLst>
                <a:gd name="adj" fmla="val 16667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170" name="Google Shape;2170;p28">
            <a:extLst>
              <a:ext uri="{FF2B5EF4-FFF2-40B4-BE49-F238E27FC236}">
                <a16:creationId xmlns:a16="http://schemas.microsoft.com/office/drawing/2014/main" id="{354FDAD2-37BF-52B0-36FC-F64B47E4107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706114">
            <a:off x="5933114" y="1540753"/>
            <a:ext cx="1551288" cy="268855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87368999"/>
      </p:ext>
    </p:extLst>
  </p:cSld>
  <p:clrMapOvr>
    <a:masterClrMapping/>
  </p:clrMapOvr>
</p:sld>
</file>

<file path=ppt/theme/theme1.xml><?xml version="1.0" encoding="utf-8"?>
<a:theme xmlns:a="http://schemas.openxmlformats.org/drawingml/2006/main" name="Road Traffic Accident Reporting App Pitch Deck by Slidesgo">
  <a:themeElements>
    <a:clrScheme name="Simple Light">
      <a:dk1>
        <a:srgbClr val="553868"/>
      </a:dk1>
      <a:lt1>
        <a:srgbClr val="D2D1EE"/>
      </a:lt1>
      <a:dk2>
        <a:srgbClr val="FF9900"/>
      </a:dk2>
      <a:lt2>
        <a:srgbClr val="8162A7"/>
      </a:lt2>
      <a:accent1>
        <a:srgbClr val="897FBB"/>
      </a:accent1>
      <a:accent2>
        <a:srgbClr val="8F8BCF"/>
      </a:accent2>
      <a:accent3>
        <a:srgbClr val="C3AED5"/>
      </a:accent3>
      <a:accent4>
        <a:srgbClr val="D4C7E3"/>
      </a:accent4>
      <a:accent5>
        <a:srgbClr val="FFFFFF"/>
      </a:accent5>
      <a:accent6>
        <a:srgbClr val="FFFFFF"/>
      </a:accent6>
      <a:hlink>
        <a:srgbClr val="55386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306</Words>
  <Application>Microsoft Office PowerPoint</Application>
  <PresentationFormat>On-screen Show (16:9)</PresentationFormat>
  <Paragraphs>58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Nunito Light</vt:lpstr>
      <vt:lpstr>Arial</vt:lpstr>
      <vt:lpstr>Poppins</vt:lpstr>
      <vt:lpstr>Bebas Neue</vt:lpstr>
      <vt:lpstr>DM Sans</vt:lpstr>
      <vt:lpstr>Poppins ExtraBold</vt:lpstr>
      <vt:lpstr>Road Traffic Accident Reporting App Pitch Deck by Slidesgo</vt:lpstr>
      <vt:lpstr>Traffic Congestion Prediction in Saudi Arabia Cities</vt:lpstr>
      <vt:lpstr>Project Objective</vt:lpstr>
      <vt:lpstr>Data Collection and Dataset</vt:lpstr>
      <vt:lpstr>Data Preparation</vt:lpstr>
      <vt:lpstr>Exploratory Data Analysis</vt:lpstr>
      <vt:lpstr>Modeling Approach</vt:lpstr>
      <vt:lpstr>Model Performance Results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Mohammed Alawi</dc:creator>
  <cp:lastModifiedBy>محمد علوي محمد بن يحيى</cp:lastModifiedBy>
  <cp:revision>2</cp:revision>
  <dcterms:modified xsi:type="dcterms:W3CDTF">2025-12-14T08:46:55Z</dcterms:modified>
</cp:coreProperties>
</file>